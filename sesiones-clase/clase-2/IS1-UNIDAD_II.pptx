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4.xml" ContentType="application/vnd.openxmlformats-officedocument.presentationml.slideLayout+xml"/>
  <Override PartName="/ppt/slideLayouts/slideLayout3.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5.xml" ContentType="application/vnd.openxmlformats-officedocument.presentationml.slideLayout+xml"/>
  <Override PartName="/ppt/slideLayouts/slideLayout9.xml" ContentType="application/vnd.openxmlformats-officedocument.presentationml.slideLayout+xml"/>
  <Override PartName="/ppt/slides/slide29.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7.xml" ContentType="application/vnd.openxmlformats-officedocument.presentationml.slide+xml"/>
  <Override PartName="/ppt/slides/slide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17.xml" ContentType="application/vnd.openxmlformats-officedocument.presentationml.slide+xml"/>
  <Override PartName="/ppt/slides/slide9.xml" ContentType="application/vnd.openxmlformats-officedocument.presentationml.slide+xml"/>
  <Override PartName="/ppt/slides/slide3.xml" ContentType="application/vnd.openxmlformats-officedocument.presentationml.slide+xml"/>
  <Override PartName="/ppt/slides/slide34.xml" ContentType="application/vnd.openxmlformats-officedocument.presentationml.slide+xml"/>
  <Override PartName="/ppt/slides/slide36.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38.xml" ContentType="application/vnd.openxmlformats-officedocument.presentationml.slide+xml"/>
  <Override PartName="/ppt/slides/slide18.xml" ContentType="application/vnd.openxmlformats-officedocument.presentationml.slide+xml"/>
  <Override PartName="/ppt/slides/slide41.xml" ContentType="application/vnd.openxmlformats-officedocument.presentationml.slide+xml"/>
  <Override PartName="/ppt/slides/slide4.xml" ContentType="application/vnd.openxmlformats-officedocument.presentationml.slide+xml"/>
  <Override PartName="/ppt/slides/slide47.xml" ContentType="application/vnd.openxmlformats-officedocument.presentationml.slide+xml"/>
  <Override PartName="/ppt/slides/slide37.xml" ContentType="application/vnd.openxmlformats-officedocument.presentationml.slide+xml"/>
  <Override PartName="/ppt/slides/slide16.xml" ContentType="application/vnd.openxmlformats-officedocument.presentationml.slide+xml"/>
  <Override PartName="/ppt/slides/slide40.xml" ContentType="application/vnd.openxmlformats-officedocument.presentationml.slide+xml"/>
  <Override PartName="/ppt/slides/slide2.xml" ContentType="application/vnd.openxmlformats-officedocument.presentationml.slide+xml"/>
  <Override PartName="/ppt/slides/slide23.xml" ContentType="application/vnd.openxmlformats-officedocument.presentationml.slide+xml"/>
  <Override PartName="/ppt/slides/slide5.xml" ContentType="application/vnd.openxmlformats-officedocument.presentationml.slide+xml"/>
  <Override PartName="/ppt/slides/slide20.xml" ContentType="application/vnd.openxmlformats-officedocument.presentationml.slide+xml"/>
  <Override PartName="/ppt/slides/slide27.xml" ContentType="application/vnd.openxmlformats-officedocument.presentationml.slide+xml"/>
  <Override PartName="/ppt/slides/slide46.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32.xml" ContentType="application/vnd.openxmlformats-officedocument.presentationml.slide+xml"/>
  <Override PartName="/ppt/slides/slide39.xml" ContentType="application/vnd.openxmlformats-officedocument.presentationml.slide+xml"/>
  <Override PartName="/ppt/slides/slide31.xml" ContentType="application/vnd.openxmlformats-officedocument.presentationml.slide+xml"/>
  <Override PartName="/ppt/slides/slide30.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1.xml" ContentType="application/vnd.openxmlformats-officedocument.presentationml.slide+xml"/>
  <Override PartName="/ppt/slides/slide24.xml" ContentType="application/vnd.openxmlformats-officedocument.presentationml.slide+xml"/>
  <Override PartName="/ppt/slides/slide19.xml" ContentType="application/vnd.openxmlformats-officedocument.presentationml.slide+xml"/>
  <Override PartName="/ppt/slides/slide13.xml" ContentType="application/vnd.openxmlformats-officedocument.presentationml.slide+xml"/>
  <Override PartName="/ppt/slides/slide45.xml" ContentType="application/vnd.openxmlformats-officedocument.presentationml.slide+xml"/>
  <Override PartName="/ppt/slides/slide11.xml" ContentType="application/vnd.openxmlformats-officedocument.presentationml.slide+xml"/>
  <Override PartName="/ppt/slides/slide28.xml" ContentType="application/vnd.openxmlformats-officedocument.presentationml.slide+xml"/>
  <Override PartName="/ppt/slides/slide42.xml" ContentType="application/vnd.openxmlformats-officedocument.presentationml.slide+xml"/>
  <Override PartName="/ppt/slides/slide12.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ítulo y descripción">
    <p:spTree>
      <p:nvGrpSpPr>
        <p:cNvPr id="1" name=""/>
        <p:cNvGrpSpPr/>
        <p:nvPr/>
      </p:nvGrpSpPr>
      <p:grpSpPr>
        <a:xfrm>
          <a:off x="0" y="0"/>
          <a:ext cx="0" cy="0"/>
          <a:chOff x="0" y="0"/>
          <a:chExt cx="0" cy="0"/>
        </a:xfrm>
      </p:grpSpPr>
      <p:sp>
        <p:nvSpPr>
          <p:cNvPr id="2" name="PlaceHolder 1"/>
          <p:cNvSpPr>
            <a:spLocks noGrp="1"/>
          </p:cNvSpPr>
          <p:nvPr>
            <p:ph type="dt" idx="1"/>
          </p:nvPr>
        </p:nvSpPr>
        <p:spPr/>
        <p:txBody>
          <a:bodyPr/>
          <a:p>
            <a:r>
              <a:rPr lang="es-PY"/>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iapositiva de título">
    <p:bg>
      <p:bgPr>
        <a:solidFill>
          <a:schemeClr val="lt1"/>
        </a:solidFill>
      </p:bgPr>
    </p:bg>
    <p:spTree>
      <p:nvGrpSpPr>
        <p:cNvPr id="1" name=""/>
        <p:cNvGrpSpPr/>
        <p:nvPr/>
      </p:nvGrpSpPr>
      <p:grpSpPr>
        <a:xfrm>
          <a:off x="0" y="0"/>
          <a:ext cx="0" cy="0"/>
          <a:chOff x="0" y="0"/>
          <a:chExt cx="0" cy="0"/>
        </a:xfrm>
      </p:grpSpPr>
      <p:grpSp>
        <p:nvGrpSpPr>
          <p:cNvPr id="13" name="Group 6"/>
          <p:cNvGrpSpPr/>
          <p:nvPr/>
        </p:nvGrpSpPr>
        <p:grpSpPr>
          <a:xfrm>
            <a:off x="9206640" y="2963160"/>
            <a:ext cx="2981880" cy="3209040"/>
            <a:chOff x="9206640" y="2963160"/>
            <a:chExt cx="2981880" cy="3209040"/>
          </a:xfrm>
        </p:grpSpPr>
        <p:cxnSp>
          <p:nvCxnSpPr>
            <p:cNvPr id="14" name="Straight Connector 7"/>
            <p:cNvCxnSpPr/>
            <p:nvPr/>
          </p:nvCxnSpPr>
          <p:spPr>
            <a:xfrm flipH="1">
              <a:off x="11275920" y="2963160"/>
              <a:ext cx="912960" cy="913320"/>
            </a:xfrm>
            <a:prstGeom prst="straightConnector1">
              <a:avLst/>
            </a:prstGeom>
            <a:ln cap="rnd" w="9525">
              <a:solidFill>
                <a:srgbClr val="FFFFFF"/>
              </a:solidFill>
              <a:round/>
            </a:ln>
          </p:spPr>
        </p:cxnSp>
        <p:cxnSp>
          <p:nvCxnSpPr>
            <p:cNvPr id="15" name="Straight Connector 8"/>
            <p:cNvCxnSpPr/>
            <p:nvPr/>
          </p:nvCxnSpPr>
          <p:spPr>
            <a:xfrm flipH="1">
              <a:off x="9206640" y="3190320"/>
              <a:ext cx="2982240" cy="2982240"/>
            </a:xfrm>
            <a:prstGeom prst="straightConnector1">
              <a:avLst/>
            </a:prstGeom>
            <a:ln cap="rnd" w="9525">
              <a:solidFill>
                <a:srgbClr val="FFFFFF"/>
              </a:solidFill>
              <a:round/>
            </a:ln>
          </p:spPr>
        </p:cxnSp>
        <p:cxnSp>
          <p:nvCxnSpPr>
            <p:cNvPr id="16" name="Straight Connector 9"/>
            <p:cNvCxnSpPr/>
            <p:nvPr/>
          </p:nvCxnSpPr>
          <p:spPr>
            <a:xfrm flipH="1">
              <a:off x="10292040" y="3285000"/>
              <a:ext cx="1896840" cy="1896840"/>
            </a:xfrm>
            <a:prstGeom prst="straightConnector1">
              <a:avLst/>
            </a:prstGeom>
            <a:ln cap="rnd" w="9525">
              <a:solidFill>
                <a:srgbClr val="FFFFFF"/>
              </a:solidFill>
              <a:round/>
            </a:ln>
          </p:spPr>
        </p:cxnSp>
        <p:cxnSp>
          <p:nvCxnSpPr>
            <p:cNvPr id="17" name="Straight Connector 10"/>
            <p:cNvCxnSpPr/>
            <p:nvPr/>
          </p:nvCxnSpPr>
          <p:spPr>
            <a:xfrm flipH="1">
              <a:off x="10442880" y="3130920"/>
              <a:ext cx="1746000" cy="1746000"/>
            </a:xfrm>
            <a:prstGeom prst="straightConnector1">
              <a:avLst/>
            </a:prstGeom>
            <a:ln cap="rnd" w="28575">
              <a:solidFill>
                <a:srgbClr val="FFFFFF"/>
              </a:solidFill>
              <a:round/>
            </a:ln>
          </p:spPr>
        </p:cxnSp>
        <p:cxnSp>
          <p:nvCxnSpPr>
            <p:cNvPr id="18" name="Straight Connector 11"/>
            <p:cNvCxnSpPr/>
            <p:nvPr/>
          </p:nvCxnSpPr>
          <p:spPr>
            <a:xfrm flipH="1">
              <a:off x="10918800" y="3682800"/>
              <a:ext cx="1270080" cy="1270440"/>
            </a:xfrm>
            <a:prstGeom prst="straightConnector1">
              <a:avLst/>
            </a:prstGeom>
            <a:ln cap="rnd" w="28575">
              <a:solidFill>
                <a:srgbClr val="FFFFFF"/>
              </a:solidFill>
              <a:round/>
            </a:ln>
          </p:spPr>
        </p:cxnSp>
      </p:grpSp>
      <p:sp>
        <p:nvSpPr>
          <p:cNvPr id="19" name="PlaceHolder 1"/>
          <p:cNvSpPr>
            <a:spLocks noGrp="1"/>
          </p:cNvSpPr>
          <p:nvPr>
            <p:ph type="title"/>
          </p:nvPr>
        </p:nvSpPr>
        <p:spPr>
          <a:xfrm>
            <a:off x="684360" y="685800"/>
            <a:ext cx="8000640" cy="2971440"/>
          </a:xfrm>
          <a:prstGeom prst="rect">
            <a:avLst/>
          </a:prstGeom>
          <a:noFill/>
          <a:ln w="0">
            <a:noFill/>
          </a:ln>
        </p:spPr>
        <p:txBody>
          <a:bodyPr lIns="91440" tIns="45720" rIns="91440" bIns="45720" anchor="b">
            <a:normAutofit/>
          </a:bodyPr>
          <a:lstStyle>
            <a:lvl1pPr indent="0" algn="l" defTabSz="457200">
              <a:lnSpc>
                <a:spcPct val="100000"/>
              </a:lnSpc>
              <a:buNone/>
              <a:defRPr lang="es-ES" sz="4800" b="0" u="none" strike="noStrike" cap="all">
                <a:solidFill>
                  <a:srgbClr val="002060"/>
                </a:solidFill>
                <a:effectLst/>
                <a:uFillTx/>
                <a:latin typeface="Century Gothic"/>
              </a:defRPr>
            </a:lvl1pPr>
          </a:lstStyle>
          <a:p>
            <a:pPr indent="0" algn="l" defTabSz="457200">
              <a:lnSpc>
                <a:spcPct val="100000"/>
              </a:lnSpc>
              <a:buNone/>
            </a:pPr>
            <a:r>
              <a:rPr lang="es-ES" sz="4800" b="0" u="none" strike="noStrike" cap="all">
                <a:solidFill>
                  <a:srgbClr val="002060"/>
                </a:solidFill>
                <a:effectLst/>
                <a:uFillTx/>
                <a:latin typeface="Century Gothic"/>
              </a:rPr>
              <a:t>H</a:t>
            </a:r>
            <a:r>
              <a:rPr lang="es-ES" sz="4800" b="0" u="none" strike="noStrike" cap="all">
                <a:solidFill>
                  <a:srgbClr val="002060"/>
                </a:solidFill>
                <a:effectLst/>
                <a:uFillTx/>
                <a:latin typeface="Century Gothic"/>
              </a:rPr>
              <a:t>a</a:t>
            </a:r>
            <a:r>
              <a:rPr lang="es-ES" sz="4800" b="0" u="none" strike="noStrike" cap="all">
                <a:solidFill>
                  <a:srgbClr val="002060"/>
                </a:solidFill>
                <a:effectLst/>
                <a:uFillTx/>
                <a:latin typeface="Century Gothic"/>
              </a:rPr>
              <a:t>g</a:t>
            </a:r>
            <a:r>
              <a:rPr lang="es-ES" sz="4800" b="0" u="none" strike="noStrike" cap="all">
                <a:solidFill>
                  <a:srgbClr val="002060"/>
                </a:solidFill>
                <a:effectLst/>
                <a:uFillTx/>
                <a:latin typeface="Century Gothic"/>
              </a:rPr>
              <a:t>a </a:t>
            </a:r>
            <a:r>
              <a:rPr lang="es-ES" sz="4800" b="0" u="none" strike="noStrike" cap="all">
                <a:solidFill>
                  <a:srgbClr val="002060"/>
                </a:solidFill>
                <a:effectLst/>
                <a:uFillTx/>
                <a:latin typeface="Century Gothic"/>
              </a:rPr>
              <a:t>c</a:t>
            </a:r>
            <a:r>
              <a:rPr lang="es-ES" sz="4800" b="0" u="none" strike="noStrike" cap="all">
                <a:solidFill>
                  <a:srgbClr val="002060"/>
                </a:solidFill>
                <a:effectLst/>
                <a:uFillTx/>
                <a:latin typeface="Century Gothic"/>
              </a:rPr>
              <a:t>li</a:t>
            </a:r>
            <a:r>
              <a:rPr lang="es-ES" sz="4800" b="0" u="none" strike="noStrike" cap="all">
                <a:solidFill>
                  <a:srgbClr val="002060"/>
                </a:solidFill>
                <a:effectLst/>
                <a:uFillTx/>
                <a:latin typeface="Century Gothic"/>
              </a:rPr>
              <a:t>c </a:t>
            </a:r>
            <a:r>
              <a:rPr lang="es-ES" sz="4800" b="0" u="none" strike="noStrike" cap="all">
                <a:solidFill>
                  <a:srgbClr val="002060"/>
                </a:solidFill>
                <a:effectLst/>
                <a:uFillTx/>
                <a:latin typeface="Century Gothic"/>
              </a:rPr>
              <a:t>p</a:t>
            </a:r>
            <a:r>
              <a:rPr lang="es-ES" sz="4800" b="0" u="none" strike="noStrike" cap="all">
                <a:solidFill>
                  <a:srgbClr val="002060"/>
                </a:solidFill>
                <a:effectLst/>
                <a:uFillTx/>
                <a:latin typeface="Century Gothic"/>
              </a:rPr>
              <a:t>a</a:t>
            </a:r>
            <a:r>
              <a:rPr lang="es-ES" sz="4800" b="0" u="none" strike="noStrike" cap="all">
                <a:solidFill>
                  <a:srgbClr val="002060"/>
                </a:solidFill>
                <a:effectLst/>
                <a:uFillTx/>
                <a:latin typeface="Century Gothic"/>
              </a:rPr>
              <a:t>r</a:t>
            </a:r>
            <a:r>
              <a:rPr lang="es-ES" sz="4800" b="0" u="none" strike="noStrike" cap="all">
                <a:solidFill>
                  <a:srgbClr val="002060"/>
                </a:solidFill>
                <a:effectLst/>
                <a:uFillTx/>
                <a:latin typeface="Century Gothic"/>
              </a:rPr>
              <a:t>a </a:t>
            </a:r>
            <a:r>
              <a:rPr lang="es-ES" sz="4800" b="0" u="none" strike="noStrike" cap="all">
                <a:solidFill>
                  <a:srgbClr val="002060"/>
                </a:solidFill>
                <a:effectLst/>
                <a:uFillTx/>
                <a:latin typeface="Century Gothic"/>
              </a:rPr>
              <a:t>m</a:t>
            </a:r>
            <a:r>
              <a:rPr lang="es-ES" sz="4800" b="0" u="none" strike="noStrike" cap="all">
                <a:solidFill>
                  <a:srgbClr val="002060"/>
                </a:solidFill>
                <a:effectLst/>
                <a:uFillTx/>
                <a:latin typeface="Century Gothic"/>
              </a:rPr>
              <a:t>o</a:t>
            </a:r>
            <a:r>
              <a:rPr lang="es-ES" sz="4800" b="0" u="none" strike="noStrike" cap="all">
                <a:solidFill>
                  <a:srgbClr val="002060"/>
                </a:solidFill>
                <a:effectLst/>
                <a:uFillTx/>
                <a:latin typeface="Century Gothic"/>
              </a:rPr>
              <a:t>di</a:t>
            </a:r>
            <a:r>
              <a:rPr lang="es-ES" sz="4800" b="0" u="none" strike="noStrike" cap="all">
                <a:solidFill>
                  <a:srgbClr val="002060"/>
                </a:solidFill>
                <a:effectLst/>
                <a:uFillTx/>
                <a:latin typeface="Century Gothic"/>
              </a:rPr>
              <a:t>fi</a:t>
            </a:r>
            <a:r>
              <a:rPr lang="es-ES" sz="4800" b="0" u="none" strike="noStrike" cap="all">
                <a:solidFill>
                  <a:srgbClr val="002060"/>
                </a:solidFill>
                <a:effectLst/>
                <a:uFillTx/>
                <a:latin typeface="Century Gothic"/>
              </a:rPr>
              <a:t>c</a:t>
            </a:r>
            <a:r>
              <a:rPr lang="es-ES" sz="4800" b="0" u="none" strike="noStrike" cap="all">
                <a:solidFill>
                  <a:srgbClr val="002060"/>
                </a:solidFill>
                <a:effectLst/>
                <a:uFillTx/>
                <a:latin typeface="Century Gothic"/>
              </a:rPr>
              <a:t>a</a:t>
            </a:r>
            <a:r>
              <a:rPr lang="es-ES" sz="4800" b="0" u="none" strike="noStrike" cap="all">
                <a:solidFill>
                  <a:srgbClr val="002060"/>
                </a:solidFill>
                <a:effectLst/>
                <a:uFillTx/>
                <a:latin typeface="Century Gothic"/>
              </a:rPr>
              <a:t>r </a:t>
            </a:r>
            <a:r>
              <a:rPr lang="es-ES" sz="4800" b="0" u="none" strike="noStrike" cap="all">
                <a:solidFill>
                  <a:srgbClr val="002060"/>
                </a:solidFill>
                <a:effectLst/>
                <a:uFillTx/>
                <a:latin typeface="Century Gothic"/>
              </a:rPr>
              <a:t>el </a:t>
            </a:r>
            <a:r>
              <a:rPr lang="es-ES" sz="4800" b="0" u="none" strike="noStrike" cap="all">
                <a:solidFill>
                  <a:srgbClr val="002060"/>
                </a:solidFill>
                <a:effectLst/>
                <a:uFillTx/>
                <a:latin typeface="Century Gothic"/>
              </a:rPr>
              <a:t>es</a:t>
            </a:r>
            <a:r>
              <a:rPr lang="es-ES" sz="4800" b="0" u="none" strike="noStrike" cap="all">
                <a:solidFill>
                  <a:srgbClr val="002060"/>
                </a:solidFill>
                <a:effectLst/>
                <a:uFillTx/>
                <a:latin typeface="Century Gothic"/>
              </a:rPr>
              <a:t>ti</a:t>
            </a:r>
            <a:r>
              <a:rPr lang="es-ES" sz="4800" b="0" u="none" strike="noStrike" cap="all">
                <a:solidFill>
                  <a:srgbClr val="002060"/>
                </a:solidFill>
                <a:effectLst/>
                <a:uFillTx/>
                <a:latin typeface="Century Gothic"/>
              </a:rPr>
              <a:t>l</a:t>
            </a:r>
            <a:r>
              <a:rPr lang="es-ES" sz="4800" b="0" u="none" strike="noStrike" cap="all">
                <a:solidFill>
                  <a:srgbClr val="002060"/>
                </a:solidFill>
                <a:effectLst/>
                <a:uFillTx/>
                <a:latin typeface="Century Gothic"/>
              </a:rPr>
              <a:t>o </a:t>
            </a:r>
            <a:r>
              <a:rPr lang="es-ES" sz="4800" b="0" u="none" strike="noStrike" cap="all">
                <a:solidFill>
                  <a:srgbClr val="002060"/>
                </a:solidFill>
                <a:effectLst/>
                <a:uFillTx/>
                <a:latin typeface="Century Gothic"/>
              </a:rPr>
              <a:t>d</a:t>
            </a:r>
            <a:r>
              <a:rPr lang="es-ES" sz="4800" b="0" u="none" strike="noStrike" cap="all">
                <a:solidFill>
                  <a:srgbClr val="002060"/>
                </a:solidFill>
                <a:effectLst/>
                <a:uFillTx/>
                <a:latin typeface="Century Gothic"/>
              </a:rPr>
              <a:t>e </a:t>
            </a:r>
            <a:r>
              <a:rPr lang="es-ES" sz="4800" b="0" u="none" strike="noStrike" cap="all">
                <a:solidFill>
                  <a:srgbClr val="002060"/>
                </a:solidFill>
                <a:effectLst/>
                <a:uFillTx/>
                <a:latin typeface="Century Gothic"/>
              </a:rPr>
              <a:t>tí</a:t>
            </a:r>
            <a:r>
              <a:rPr lang="es-ES" sz="4800" b="0" u="none" strike="noStrike" cap="all">
                <a:solidFill>
                  <a:srgbClr val="002060"/>
                </a:solidFill>
                <a:effectLst/>
                <a:uFillTx/>
                <a:latin typeface="Century Gothic"/>
              </a:rPr>
              <a:t>t</a:t>
            </a:r>
            <a:r>
              <a:rPr lang="es-ES" sz="4800" b="0" u="none" strike="noStrike" cap="all">
                <a:solidFill>
                  <a:srgbClr val="002060"/>
                </a:solidFill>
                <a:effectLst/>
                <a:uFillTx/>
                <a:latin typeface="Century Gothic"/>
              </a:rPr>
              <a:t>u</a:t>
            </a:r>
            <a:r>
              <a:rPr lang="es-ES" sz="4800" b="0" u="none" strike="noStrike" cap="all">
                <a:solidFill>
                  <a:srgbClr val="002060"/>
                </a:solidFill>
                <a:effectLst/>
                <a:uFillTx/>
                <a:latin typeface="Century Gothic"/>
              </a:rPr>
              <a:t>l</a:t>
            </a:r>
            <a:r>
              <a:rPr lang="es-ES" sz="4800" b="0" u="none" strike="noStrike" cap="all">
                <a:solidFill>
                  <a:srgbClr val="002060"/>
                </a:solidFill>
                <a:effectLst/>
                <a:uFillTx/>
                <a:latin typeface="Century Gothic"/>
              </a:rPr>
              <a:t>o </a:t>
            </a:r>
            <a:r>
              <a:rPr lang="es-ES" sz="4800" b="0" u="none" strike="noStrike" cap="all">
                <a:solidFill>
                  <a:srgbClr val="002060"/>
                </a:solidFill>
                <a:effectLst/>
                <a:uFillTx/>
                <a:latin typeface="Century Gothic"/>
              </a:rPr>
              <a:t>d</a:t>
            </a:r>
            <a:r>
              <a:rPr lang="es-ES" sz="4800" b="0" u="none" strike="noStrike" cap="all">
                <a:solidFill>
                  <a:srgbClr val="002060"/>
                </a:solidFill>
                <a:effectLst/>
                <a:uFillTx/>
                <a:latin typeface="Century Gothic"/>
              </a:rPr>
              <a:t>el </a:t>
            </a:r>
            <a:r>
              <a:rPr lang="es-ES" sz="4800" b="0" u="none" strike="noStrike" cap="all">
                <a:solidFill>
                  <a:srgbClr val="002060"/>
                </a:solidFill>
                <a:effectLst/>
                <a:uFillTx/>
                <a:latin typeface="Century Gothic"/>
              </a:rPr>
              <a:t>p</a:t>
            </a:r>
            <a:r>
              <a:rPr lang="es-ES" sz="4800" b="0" u="none" strike="noStrike" cap="all">
                <a:solidFill>
                  <a:srgbClr val="002060"/>
                </a:solidFill>
                <a:effectLst/>
                <a:uFillTx/>
                <a:latin typeface="Century Gothic"/>
              </a:rPr>
              <a:t>a</a:t>
            </a:r>
            <a:r>
              <a:rPr lang="es-ES" sz="4800" b="0" u="none" strike="noStrike" cap="all">
                <a:solidFill>
                  <a:srgbClr val="002060"/>
                </a:solidFill>
                <a:effectLst/>
                <a:uFillTx/>
                <a:latin typeface="Century Gothic"/>
              </a:rPr>
              <a:t>t</a:t>
            </a:r>
            <a:r>
              <a:rPr lang="es-ES" sz="4800" b="0" u="none" strike="noStrike" cap="all">
                <a:solidFill>
                  <a:srgbClr val="002060"/>
                </a:solidFill>
                <a:effectLst/>
                <a:uFillTx/>
                <a:latin typeface="Century Gothic"/>
              </a:rPr>
              <a:t>r</a:t>
            </a:r>
            <a:r>
              <a:rPr lang="es-ES" sz="4800" b="0" u="none" strike="noStrike" cap="all">
                <a:solidFill>
                  <a:srgbClr val="002060"/>
                </a:solidFill>
                <a:effectLst/>
                <a:uFillTx/>
                <a:latin typeface="Century Gothic"/>
              </a:rPr>
              <a:t>ó</a:t>
            </a:r>
            <a:r>
              <a:rPr lang="es-ES" sz="4800" b="0" u="none" strike="noStrike" cap="all">
                <a:solidFill>
                  <a:srgbClr val="002060"/>
                </a:solidFill>
                <a:effectLst/>
                <a:uFillTx/>
                <a:latin typeface="Century Gothic"/>
              </a:rPr>
              <a:t>n</a:t>
            </a:r>
            <a:endParaRPr lang="en-US" sz="4800" b="0" u="none" strike="noStrike" cap="all">
              <a:solidFill>
                <a:srgbClr val="002060"/>
              </a:solidFill>
              <a:effectLst/>
              <a:uFillTx/>
              <a:latin typeface="Century Gothic"/>
            </a:endParaRPr>
          </a:p>
        </p:txBody>
      </p:sp>
      <p:cxnSp>
        <p:nvCxnSpPr>
          <p:cNvPr id="20" name="Straight Connector 15"/>
          <p:cNvCxnSpPr/>
          <p:nvPr/>
        </p:nvCxnSpPr>
        <p:spPr>
          <a:xfrm flipH="1">
            <a:off x="8227800" y="8280"/>
            <a:ext cx="3810240" cy="3810240"/>
          </a:xfrm>
          <a:prstGeom prst="straightConnector1">
            <a:avLst/>
          </a:prstGeom>
          <a:ln cap="rnd" w="12700">
            <a:solidFill>
              <a:srgbClr val="FFFFFF"/>
            </a:solidFill>
            <a:round/>
          </a:ln>
        </p:spPr>
      </p:cxnSp>
      <p:cxnSp>
        <p:nvCxnSpPr>
          <p:cNvPr id="21" name="Straight Connector 16"/>
          <p:cNvCxnSpPr/>
          <p:nvPr/>
        </p:nvCxnSpPr>
        <p:spPr>
          <a:xfrm flipH="1">
            <a:off x="6108120" y="91440"/>
            <a:ext cx="6080760" cy="6081120"/>
          </a:xfrm>
          <a:prstGeom prst="straightConnector1">
            <a:avLst/>
          </a:prstGeom>
          <a:ln cap="rnd" w="12700">
            <a:solidFill>
              <a:srgbClr val="FFFFFF"/>
            </a:solidFill>
            <a:round/>
          </a:ln>
        </p:spPr>
      </p:cxnSp>
      <p:cxnSp>
        <p:nvCxnSpPr>
          <p:cNvPr id="22" name="Straight Connector 18"/>
          <p:cNvCxnSpPr/>
          <p:nvPr/>
        </p:nvCxnSpPr>
        <p:spPr>
          <a:xfrm flipH="1">
            <a:off x="7235640" y="228600"/>
            <a:ext cx="4953240" cy="4953240"/>
          </a:xfrm>
          <a:prstGeom prst="straightConnector1">
            <a:avLst/>
          </a:prstGeom>
          <a:ln cap="rnd" w="12700">
            <a:solidFill>
              <a:srgbClr val="FFFFFF"/>
            </a:solidFill>
            <a:round/>
          </a:ln>
        </p:spPr>
      </p:cxnSp>
      <p:cxnSp>
        <p:nvCxnSpPr>
          <p:cNvPr id="23" name="Straight Connector 20"/>
          <p:cNvCxnSpPr/>
          <p:nvPr/>
        </p:nvCxnSpPr>
        <p:spPr>
          <a:xfrm flipH="1">
            <a:off x="7335720" y="32040"/>
            <a:ext cx="4853160" cy="4853520"/>
          </a:xfrm>
          <a:prstGeom prst="straightConnector1">
            <a:avLst/>
          </a:prstGeom>
          <a:ln cap="rnd" w="31750">
            <a:solidFill>
              <a:srgbClr val="FFFFFF"/>
            </a:solidFill>
            <a:round/>
          </a:ln>
        </p:spPr>
      </p:cxnSp>
      <p:cxnSp>
        <p:nvCxnSpPr>
          <p:cNvPr id="24" name="Straight Connector 22"/>
          <p:cNvCxnSpPr/>
          <p:nvPr/>
        </p:nvCxnSpPr>
        <p:spPr>
          <a:xfrm flipH="1">
            <a:off x="7845120" y="609480"/>
            <a:ext cx="4343760" cy="4343760"/>
          </a:xfrm>
          <a:prstGeom prst="straightConnector1">
            <a:avLst/>
          </a:prstGeom>
          <a:ln cap="rnd" w="31750">
            <a:solidFill>
              <a:srgbClr val="FFFFFF"/>
            </a:solidFill>
            <a:round/>
          </a:ln>
        </p:spPr>
      </p:cxnSp>
      <p:pic>
        <p:nvPicPr>
          <p:cNvPr id="25" name="Imagen 6"/>
          <p:cNvPicPr/>
          <p:nvPr/>
        </p:nvPicPr>
        <p:blipFill>
          <a:blip r:embed="rId2"/>
          <a:stretch/>
        </p:blipFill>
        <p:spPr>
          <a:xfrm>
            <a:off x="0" y="4692240"/>
            <a:ext cx="12139560" cy="2241360"/>
          </a:xfrm>
          <a:prstGeom prst="rect">
            <a:avLst/>
          </a:prstGeom>
          <a:noFill/>
          <a:ln w="0">
            <a:noFill/>
          </a:ln>
        </p:spPr>
      </p:pic>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Diapositiva de título">
    <p:bg>
      <p:bgPr>
        <a:solidFill>
          <a:schemeClr val="lt1"/>
        </a:solidFill>
      </p:bgPr>
    </p:bg>
    <p:spTree>
      <p:nvGrpSpPr>
        <p:cNvPr id="1" name=""/>
        <p:cNvGrpSpPr/>
        <p:nvPr/>
      </p:nvGrpSpPr>
      <p:grpSpPr>
        <a:xfrm>
          <a:off x="0" y="0"/>
          <a:ext cx="0" cy="0"/>
          <a:chOff x="0" y="0"/>
          <a:chExt cx="0" cy="0"/>
        </a:xfrm>
      </p:grpSpPr>
      <p:grpSp>
        <p:nvGrpSpPr>
          <p:cNvPr id="41" name="Group 6"/>
          <p:cNvGrpSpPr/>
          <p:nvPr/>
        </p:nvGrpSpPr>
        <p:grpSpPr>
          <a:xfrm>
            <a:off x="9206640" y="2963160"/>
            <a:ext cx="2981880" cy="3209040"/>
            <a:chOff x="9206640" y="2963160"/>
            <a:chExt cx="2981880" cy="3209040"/>
          </a:xfrm>
        </p:grpSpPr>
        <p:cxnSp>
          <p:nvCxnSpPr>
            <p:cNvPr id="42" name="Straight Connector 7"/>
            <p:cNvCxnSpPr/>
            <p:nvPr/>
          </p:nvCxnSpPr>
          <p:spPr>
            <a:xfrm flipH="1">
              <a:off x="11275920" y="2963160"/>
              <a:ext cx="912960" cy="913320"/>
            </a:xfrm>
            <a:prstGeom prst="straightConnector1">
              <a:avLst/>
            </a:prstGeom>
            <a:ln cap="rnd" w="9525">
              <a:solidFill>
                <a:srgbClr val="FFFFFF"/>
              </a:solidFill>
              <a:round/>
            </a:ln>
          </p:spPr>
        </p:cxnSp>
        <p:cxnSp>
          <p:nvCxnSpPr>
            <p:cNvPr id="43" name="Straight Connector 8"/>
            <p:cNvCxnSpPr/>
            <p:nvPr/>
          </p:nvCxnSpPr>
          <p:spPr>
            <a:xfrm flipH="1">
              <a:off x="9206640" y="3190320"/>
              <a:ext cx="2982240" cy="2982240"/>
            </a:xfrm>
            <a:prstGeom prst="straightConnector1">
              <a:avLst/>
            </a:prstGeom>
            <a:ln cap="rnd" w="9525">
              <a:solidFill>
                <a:srgbClr val="FFFFFF"/>
              </a:solidFill>
              <a:round/>
            </a:ln>
          </p:spPr>
        </p:cxnSp>
        <p:cxnSp>
          <p:nvCxnSpPr>
            <p:cNvPr id="44" name="Straight Connector 9"/>
            <p:cNvCxnSpPr/>
            <p:nvPr/>
          </p:nvCxnSpPr>
          <p:spPr>
            <a:xfrm flipH="1">
              <a:off x="10292040" y="3285000"/>
              <a:ext cx="1896840" cy="1896840"/>
            </a:xfrm>
            <a:prstGeom prst="straightConnector1">
              <a:avLst/>
            </a:prstGeom>
            <a:ln cap="rnd" w="9525">
              <a:solidFill>
                <a:srgbClr val="FFFFFF"/>
              </a:solidFill>
              <a:round/>
            </a:ln>
          </p:spPr>
        </p:cxnSp>
        <p:cxnSp>
          <p:nvCxnSpPr>
            <p:cNvPr id="45" name="Straight Connector 10"/>
            <p:cNvCxnSpPr/>
            <p:nvPr/>
          </p:nvCxnSpPr>
          <p:spPr>
            <a:xfrm flipH="1">
              <a:off x="10442880" y="3130920"/>
              <a:ext cx="1746000" cy="1746000"/>
            </a:xfrm>
            <a:prstGeom prst="straightConnector1">
              <a:avLst/>
            </a:prstGeom>
            <a:ln cap="rnd" w="28575">
              <a:solidFill>
                <a:srgbClr val="FFFFFF"/>
              </a:solidFill>
              <a:round/>
            </a:ln>
          </p:spPr>
        </p:cxnSp>
        <p:cxnSp>
          <p:nvCxnSpPr>
            <p:cNvPr id="46" name="Straight Connector 11"/>
            <p:cNvCxnSpPr/>
            <p:nvPr/>
          </p:nvCxnSpPr>
          <p:spPr>
            <a:xfrm flipH="1">
              <a:off x="10918800" y="3682800"/>
              <a:ext cx="1270080" cy="1270440"/>
            </a:xfrm>
            <a:prstGeom prst="straightConnector1">
              <a:avLst/>
            </a:prstGeom>
            <a:ln cap="rnd" w="28575">
              <a:solidFill>
                <a:srgbClr val="FFFFFF"/>
              </a:solidFill>
              <a:round/>
            </a:ln>
          </p:spPr>
        </p:cxnSp>
      </p:grpSp>
      <p:sp>
        <p:nvSpPr>
          <p:cNvPr id="47" name="PlaceHolder 1"/>
          <p:cNvSpPr>
            <a:spLocks noGrp="1"/>
          </p:cNvSpPr>
          <p:nvPr>
            <p:ph type="title"/>
          </p:nvPr>
        </p:nvSpPr>
        <p:spPr>
          <a:xfrm>
            <a:off x="684360" y="1527840"/>
            <a:ext cx="8000640" cy="2971440"/>
          </a:xfrm>
          <a:prstGeom prst="rect">
            <a:avLst/>
          </a:prstGeom>
          <a:noFill/>
          <a:ln w="0">
            <a:noFill/>
          </a:ln>
        </p:spPr>
        <p:txBody>
          <a:bodyPr lIns="91440" tIns="45720" rIns="91440" bIns="45720" anchor="b">
            <a:normAutofit/>
          </a:bodyPr>
          <a:lstStyle>
            <a:lvl1pPr indent="0" algn="l" defTabSz="457200">
              <a:lnSpc>
                <a:spcPct val="100000"/>
              </a:lnSpc>
              <a:buNone/>
              <a:defRPr lang="es-ES" sz="4800" b="0" u="none" strike="noStrike" cap="all">
                <a:solidFill>
                  <a:srgbClr val="002060"/>
                </a:solidFill>
                <a:effectLst/>
                <a:uFillTx/>
                <a:latin typeface="Century Gothic"/>
              </a:defRPr>
            </a:lvl1pPr>
          </a:lstStyle>
          <a:p>
            <a:pPr indent="0" algn="l" defTabSz="457200">
              <a:lnSpc>
                <a:spcPct val="100000"/>
              </a:lnSpc>
              <a:buNone/>
            </a:pPr>
            <a:r>
              <a:rPr lang="es-ES" sz="4800" b="0" u="none" strike="noStrike" cap="all">
                <a:solidFill>
                  <a:srgbClr val="002060"/>
                </a:solidFill>
                <a:effectLst/>
                <a:uFillTx/>
                <a:latin typeface="Century Gothic"/>
              </a:rPr>
              <a:t>H</a:t>
            </a:r>
            <a:r>
              <a:rPr lang="es-ES" sz="4800" b="0" u="none" strike="noStrike" cap="all">
                <a:solidFill>
                  <a:srgbClr val="002060"/>
                </a:solidFill>
                <a:effectLst/>
                <a:uFillTx/>
                <a:latin typeface="Century Gothic"/>
              </a:rPr>
              <a:t>a</a:t>
            </a:r>
            <a:r>
              <a:rPr lang="es-ES" sz="4800" b="0" u="none" strike="noStrike" cap="all">
                <a:solidFill>
                  <a:srgbClr val="002060"/>
                </a:solidFill>
                <a:effectLst/>
                <a:uFillTx/>
                <a:latin typeface="Century Gothic"/>
              </a:rPr>
              <a:t>g</a:t>
            </a:r>
            <a:r>
              <a:rPr lang="es-ES" sz="4800" b="0" u="none" strike="noStrike" cap="all">
                <a:solidFill>
                  <a:srgbClr val="002060"/>
                </a:solidFill>
                <a:effectLst/>
                <a:uFillTx/>
                <a:latin typeface="Century Gothic"/>
              </a:rPr>
              <a:t>a </a:t>
            </a:r>
            <a:r>
              <a:rPr lang="es-ES" sz="4800" b="0" u="none" strike="noStrike" cap="all">
                <a:solidFill>
                  <a:srgbClr val="002060"/>
                </a:solidFill>
                <a:effectLst/>
                <a:uFillTx/>
                <a:latin typeface="Century Gothic"/>
              </a:rPr>
              <a:t>cl</a:t>
            </a:r>
            <a:r>
              <a:rPr lang="es-ES" sz="4800" b="0" u="none" strike="noStrike" cap="all">
                <a:solidFill>
                  <a:srgbClr val="002060"/>
                </a:solidFill>
                <a:effectLst/>
                <a:uFillTx/>
                <a:latin typeface="Century Gothic"/>
              </a:rPr>
              <a:t>ic </a:t>
            </a:r>
            <a:r>
              <a:rPr lang="es-ES" sz="4800" b="0" u="none" strike="noStrike" cap="all">
                <a:solidFill>
                  <a:srgbClr val="002060"/>
                </a:solidFill>
                <a:effectLst/>
                <a:uFillTx/>
                <a:latin typeface="Century Gothic"/>
              </a:rPr>
              <a:t>pa</a:t>
            </a:r>
            <a:r>
              <a:rPr lang="es-ES" sz="4800" b="0" u="none" strike="noStrike" cap="all">
                <a:solidFill>
                  <a:srgbClr val="002060"/>
                </a:solidFill>
                <a:effectLst/>
                <a:uFillTx/>
                <a:latin typeface="Century Gothic"/>
              </a:rPr>
              <a:t>ra </a:t>
            </a:r>
            <a:r>
              <a:rPr lang="es-ES" sz="4800" b="0" u="none" strike="noStrike" cap="all">
                <a:solidFill>
                  <a:srgbClr val="002060"/>
                </a:solidFill>
                <a:effectLst/>
                <a:uFillTx/>
                <a:latin typeface="Century Gothic"/>
              </a:rPr>
              <a:t>m</a:t>
            </a:r>
            <a:r>
              <a:rPr lang="es-ES" sz="4800" b="0" u="none" strike="noStrike" cap="all">
                <a:solidFill>
                  <a:srgbClr val="002060"/>
                </a:solidFill>
                <a:effectLst/>
                <a:uFillTx/>
                <a:latin typeface="Century Gothic"/>
              </a:rPr>
              <a:t>o</a:t>
            </a:r>
            <a:r>
              <a:rPr lang="es-ES" sz="4800" b="0" u="none" strike="noStrike" cap="all">
                <a:solidFill>
                  <a:srgbClr val="002060"/>
                </a:solidFill>
                <a:effectLst/>
                <a:uFillTx/>
                <a:latin typeface="Century Gothic"/>
              </a:rPr>
              <a:t>di</a:t>
            </a:r>
            <a:r>
              <a:rPr lang="es-ES" sz="4800" b="0" u="none" strike="noStrike" cap="all">
                <a:solidFill>
                  <a:srgbClr val="002060"/>
                </a:solidFill>
                <a:effectLst/>
                <a:uFillTx/>
                <a:latin typeface="Century Gothic"/>
              </a:rPr>
              <a:t>fi</a:t>
            </a:r>
            <a:r>
              <a:rPr lang="es-ES" sz="4800" b="0" u="none" strike="noStrike" cap="all">
                <a:solidFill>
                  <a:srgbClr val="002060"/>
                </a:solidFill>
                <a:effectLst/>
                <a:uFillTx/>
                <a:latin typeface="Century Gothic"/>
              </a:rPr>
              <a:t>ca</a:t>
            </a:r>
            <a:r>
              <a:rPr lang="es-ES" sz="4800" b="0" u="none" strike="noStrike" cap="all">
                <a:solidFill>
                  <a:srgbClr val="002060"/>
                </a:solidFill>
                <a:effectLst/>
                <a:uFillTx/>
                <a:latin typeface="Century Gothic"/>
              </a:rPr>
              <a:t>r </a:t>
            </a:r>
            <a:r>
              <a:rPr lang="es-ES" sz="4800" b="0" u="none" strike="noStrike" cap="all">
                <a:solidFill>
                  <a:srgbClr val="002060"/>
                </a:solidFill>
                <a:effectLst/>
                <a:uFillTx/>
                <a:latin typeface="Century Gothic"/>
              </a:rPr>
              <a:t>el </a:t>
            </a:r>
            <a:r>
              <a:rPr lang="es-ES" sz="4800" b="0" u="none" strike="noStrike" cap="all">
                <a:solidFill>
                  <a:srgbClr val="002060"/>
                </a:solidFill>
                <a:effectLst/>
                <a:uFillTx/>
                <a:latin typeface="Century Gothic"/>
              </a:rPr>
              <a:t>es</a:t>
            </a:r>
            <a:r>
              <a:rPr lang="es-ES" sz="4800" b="0" u="none" strike="noStrike" cap="all">
                <a:solidFill>
                  <a:srgbClr val="002060"/>
                </a:solidFill>
                <a:effectLst/>
                <a:uFillTx/>
                <a:latin typeface="Century Gothic"/>
              </a:rPr>
              <a:t>ti</a:t>
            </a:r>
            <a:r>
              <a:rPr lang="es-ES" sz="4800" b="0" u="none" strike="noStrike" cap="all">
                <a:solidFill>
                  <a:srgbClr val="002060"/>
                </a:solidFill>
                <a:effectLst/>
                <a:uFillTx/>
                <a:latin typeface="Century Gothic"/>
              </a:rPr>
              <a:t>lo </a:t>
            </a:r>
            <a:r>
              <a:rPr lang="es-ES" sz="4800" b="0" u="none" strike="noStrike" cap="all">
                <a:solidFill>
                  <a:srgbClr val="002060"/>
                </a:solidFill>
                <a:effectLst/>
                <a:uFillTx/>
                <a:latin typeface="Century Gothic"/>
              </a:rPr>
              <a:t>de </a:t>
            </a:r>
            <a:r>
              <a:rPr lang="es-ES" sz="4800" b="0" u="none" strike="noStrike" cap="all">
                <a:solidFill>
                  <a:srgbClr val="002060"/>
                </a:solidFill>
                <a:effectLst/>
                <a:uFillTx/>
                <a:latin typeface="Century Gothic"/>
              </a:rPr>
              <a:t>tí</a:t>
            </a:r>
            <a:r>
              <a:rPr lang="es-ES" sz="4800" b="0" u="none" strike="noStrike" cap="all">
                <a:solidFill>
                  <a:srgbClr val="002060"/>
                </a:solidFill>
                <a:effectLst/>
                <a:uFillTx/>
                <a:latin typeface="Century Gothic"/>
              </a:rPr>
              <a:t>tu</a:t>
            </a:r>
            <a:r>
              <a:rPr lang="es-ES" sz="4800" b="0" u="none" strike="noStrike" cap="all">
                <a:solidFill>
                  <a:srgbClr val="002060"/>
                </a:solidFill>
                <a:effectLst/>
                <a:uFillTx/>
                <a:latin typeface="Century Gothic"/>
              </a:rPr>
              <a:t>lo </a:t>
            </a:r>
            <a:r>
              <a:rPr lang="es-ES" sz="4800" b="0" u="none" strike="noStrike" cap="all">
                <a:solidFill>
                  <a:srgbClr val="002060"/>
                </a:solidFill>
                <a:effectLst/>
                <a:uFillTx/>
                <a:latin typeface="Century Gothic"/>
              </a:rPr>
              <a:t>de</a:t>
            </a:r>
            <a:r>
              <a:rPr lang="es-ES" sz="4800" b="0" u="none" strike="noStrike" cap="all">
                <a:solidFill>
                  <a:srgbClr val="002060"/>
                </a:solidFill>
                <a:effectLst/>
                <a:uFillTx/>
                <a:latin typeface="Century Gothic"/>
              </a:rPr>
              <a:t>l </a:t>
            </a:r>
            <a:r>
              <a:rPr lang="es-ES" sz="4800" b="0" u="none" strike="noStrike" cap="all">
                <a:solidFill>
                  <a:srgbClr val="002060"/>
                </a:solidFill>
                <a:effectLst/>
                <a:uFillTx/>
                <a:latin typeface="Century Gothic"/>
              </a:rPr>
              <a:t>pa</a:t>
            </a:r>
            <a:r>
              <a:rPr lang="es-ES" sz="4800" b="0" u="none" strike="noStrike" cap="all">
                <a:solidFill>
                  <a:srgbClr val="002060"/>
                </a:solidFill>
                <a:effectLst/>
                <a:uFillTx/>
                <a:latin typeface="Century Gothic"/>
              </a:rPr>
              <a:t>tr</a:t>
            </a:r>
            <a:r>
              <a:rPr lang="es-ES" sz="4800" b="0" u="none" strike="noStrike" cap="all">
                <a:solidFill>
                  <a:srgbClr val="002060"/>
                </a:solidFill>
                <a:effectLst/>
                <a:uFillTx/>
                <a:latin typeface="Century Gothic"/>
              </a:rPr>
              <a:t>ó</a:t>
            </a:r>
            <a:r>
              <a:rPr lang="es-ES" sz="4800" b="0" u="none" strike="noStrike" cap="all">
                <a:solidFill>
                  <a:srgbClr val="002060"/>
                </a:solidFill>
                <a:effectLst/>
                <a:uFillTx/>
                <a:latin typeface="Century Gothic"/>
              </a:rPr>
              <a:t>n</a:t>
            </a:r>
            <a:endParaRPr lang="en-US" sz="4800" b="0" u="none" strike="noStrike" cap="all">
              <a:solidFill>
                <a:srgbClr val="002060"/>
              </a:solidFill>
              <a:effectLst/>
              <a:uFillTx/>
              <a:latin typeface="Century Gothic"/>
            </a:endParaRPr>
          </a:p>
        </p:txBody>
      </p:sp>
      <p:cxnSp>
        <p:nvCxnSpPr>
          <p:cNvPr id="48" name="Straight Connector 15"/>
          <p:cNvCxnSpPr/>
          <p:nvPr/>
        </p:nvCxnSpPr>
        <p:spPr>
          <a:xfrm flipH="1">
            <a:off x="8227800" y="8280"/>
            <a:ext cx="3810240" cy="3810240"/>
          </a:xfrm>
          <a:prstGeom prst="straightConnector1">
            <a:avLst/>
          </a:prstGeom>
          <a:ln cap="rnd" w="12700">
            <a:solidFill>
              <a:srgbClr val="FFFFFF"/>
            </a:solidFill>
            <a:round/>
          </a:ln>
        </p:spPr>
      </p:cxnSp>
      <p:cxnSp>
        <p:nvCxnSpPr>
          <p:cNvPr id="49" name="Straight Connector 16"/>
          <p:cNvCxnSpPr/>
          <p:nvPr/>
        </p:nvCxnSpPr>
        <p:spPr>
          <a:xfrm flipH="1">
            <a:off x="6108120" y="91440"/>
            <a:ext cx="6080760" cy="6081120"/>
          </a:xfrm>
          <a:prstGeom prst="straightConnector1">
            <a:avLst/>
          </a:prstGeom>
          <a:ln cap="rnd" w="12700">
            <a:solidFill>
              <a:srgbClr val="FFFFFF"/>
            </a:solidFill>
            <a:round/>
          </a:ln>
        </p:spPr>
      </p:cxnSp>
      <p:cxnSp>
        <p:nvCxnSpPr>
          <p:cNvPr id="50" name="Straight Connector 18"/>
          <p:cNvCxnSpPr/>
          <p:nvPr/>
        </p:nvCxnSpPr>
        <p:spPr>
          <a:xfrm flipH="1">
            <a:off x="7235640" y="228600"/>
            <a:ext cx="4953240" cy="4953240"/>
          </a:xfrm>
          <a:prstGeom prst="straightConnector1">
            <a:avLst/>
          </a:prstGeom>
          <a:ln cap="rnd" w="12700">
            <a:solidFill>
              <a:srgbClr val="FFFFFF"/>
            </a:solidFill>
            <a:round/>
          </a:ln>
        </p:spPr>
      </p:cxnSp>
      <p:cxnSp>
        <p:nvCxnSpPr>
          <p:cNvPr id="51" name="Straight Connector 20"/>
          <p:cNvCxnSpPr/>
          <p:nvPr/>
        </p:nvCxnSpPr>
        <p:spPr>
          <a:xfrm flipH="1">
            <a:off x="7335720" y="32040"/>
            <a:ext cx="4853160" cy="4853520"/>
          </a:xfrm>
          <a:prstGeom prst="straightConnector1">
            <a:avLst/>
          </a:prstGeom>
          <a:ln cap="rnd" w="31750">
            <a:solidFill>
              <a:srgbClr val="FFFFFF"/>
            </a:solidFill>
            <a:round/>
          </a:ln>
        </p:spPr>
      </p:cxnSp>
      <p:cxnSp>
        <p:nvCxnSpPr>
          <p:cNvPr id="52" name="Straight Connector 22"/>
          <p:cNvCxnSpPr/>
          <p:nvPr/>
        </p:nvCxnSpPr>
        <p:spPr>
          <a:xfrm flipH="1">
            <a:off x="7845120" y="609480"/>
            <a:ext cx="4343760" cy="4343760"/>
          </a:xfrm>
          <a:prstGeom prst="straightConnector1">
            <a:avLst/>
          </a:prstGeom>
          <a:ln cap="rnd" w="31750">
            <a:solidFill>
              <a:srgbClr val="FFFFFF"/>
            </a:solidFill>
            <a:round/>
          </a:ln>
        </p:spPr>
      </p:cxnSp>
      <p:pic>
        <p:nvPicPr>
          <p:cNvPr id="53" name="Imagen 9"/>
          <p:cNvPicPr/>
          <p:nvPr/>
        </p:nvPicPr>
        <p:blipFill>
          <a:blip r:embed="rId2"/>
          <a:stretch/>
        </p:blipFill>
        <p:spPr>
          <a:xfrm>
            <a:off x="0" y="-180360"/>
            <a:ext cx="12191760" cy="1857240"/>
          </a:xfrm>
          <a:prstGeom prst="rect">
            <a:avLst/>
          </a:prstGeom>
          <a:noFill/>
          <a:ln w="0">
            <a:noFill/>
          </a:ln>
        </p:spPr>
      </p:pic>
      <p:pic>
        <p:nvPicPr>
          <p:cNvPr id="54" name="Imagen 11"/>
          <p:cNvPicPr/>
          <p:nvPr/>
        </p:nvPicPr>
        <p:blipFill>
          <a:blip r:embed="rId3"/>
          <a:stretch/>
        </p:blipFill>
        <p:spPr>
          <a:xfrm>
            <a:off x="10922400" y="158760"/>
            <a:ext cx="743400" cy="1110600"/>
          </a:xfrm>
          <a:prstGeom prst="rect">
            <a:avLst/>
          </a:prstGeom>
          <a:noFill/>
          <a:ln w="0">
            <a:noFill/>
          </a:ln>
        </p:spPr>
      </p:pic>
      <p:sp>
        <p:nvSpPr>
          <p:cNvPr id="55"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defTabSz="457200">
              <a:spcBef>
                <a:spcPts val="400"/>
              </a:spcBef>
              <a:spcAft>
                <a:spcPts val="601"/>
              </a:spcAft>
              <a:buClr>
                <a:srgbClr val="FFFFFF"/>
              </a:buClr>
              <a:buSzPct val="80000"/>
              <a:buFont typeface="Wingdings 3" charset="2"/>
              <a:buChar char=""/>
              <a:defRPr lang="en-US" sz="2000" b="0" u="none" strike="noStrike">
                <a:solidFill>
                  <a:schemeClr val="lt1"/>
                </a:solidFill>
                <a:effectLst/>
                <a:uFillTx/>
                <a:latin typeface="Century Gothic"/>
              </a:defRPr>
            </a:lvl1pPr>
            <a:lvl2pPr lvl="1" algn="l" defTabSz="457200">
              <a:spcBef>
                <a:spcPts val="360"/>
              </a:spcBef>
              <a:spcAft>
                <a:spcPts val="601"/>
              </a:spcAft>
              <a:buClr>
                <a:srgbClr val="000000"/>
              </a:buClr>
              <a:buSzPct val="75000"/>
              <a:buFont typeface="Symbol" charset="2"/>
              <a:buChar char=""/>
              <a:defRPr lang="en-US" sz="1800" b="0" u="none" strike="noStrike">
                <a:solidFill>
                  <a:schemeClr val="lt1"/>
                </a:solidFill>
                <a:effectLst/>
                <a:uFillTx/>
                <a:latin typeface="Century Gothic"/>
              </a:defRPr>
            </a:lvl2pPr>
            <a:lvl3pPr lvl="2" algn="l" defTabSz="457200">
              <a:spcBef>
                <a:spcPts val="320"/>
              </a:spcBef>
              <a:spcAft>
                <a:spcPts val="601"/>
              </a:spcAft>
              <a:buClr>
                <a:srgbClr val="000000"/>
              </a:buClr>
              <a:buSzPct val="45000"/>
              <a:buFont typeface="Wingdings" charset="2"/>
              <a:buChar char=""/>
              <a:defRPr lang="en-US" sz="1600" b="0" u="none" strike="noStrike">
                <a:solidFill>
                  <a:schemeClr val="lt1"/>
                </a:solidFill>
                <a:effectLst/>
                <a:uFillTx/>
                <a:latin typeface="Century Gothic"/>
              </a:defRPr>
            </a:lvl3pPr>
            <a:lvl4pPr lvl="3" algn="l" defTabSz="457200">
              <a:spcBef>
                <a:spcPts val="281"/>
              </a:spcBef>
              <a:spcAft>
                <a:spcPts val="601"/>
              </a:spcAft>
              <a:buClr>
                <a:srgbClr val="000000"/>
              </a:buClr>
              <a:buSzPct val="75000"/>
              <a:buFont typeface="Symbol" charset="2"/>
              <a:buChar char=""/>
              <a:defRPr lang="en-US" sz="1400" b="0" u="none" strike="noStrike">
                <a:solidFill>
                  <a:schemeClr val="lt1"/>
                </a:solidFill>
                <a:effectLst/>
                <a:uFillTx/>
                <a:latin typeface="Century Gothic"/>
              </a:defRPr>
            </a:lvl4pPr>
            <a:lvl5pPr lvl="4" algn="l" defTabSz="457200">
              <a:spcBef>
                <a:spcPts val="281"/>
              </a:spcBef>
              <a:spcAft>
                <a:spcPts val="601"/>
              </a:spcAft>
              <a:buClr>
                <a:srgbClr val="000000"/>
              </a:buClr>
              <a:buSzPct val="45000"/>
              <a:buFont typeface="Wingdings" charset="2"/>
              <a:buChar char=""/>
              <a:defRPr lang="en-US" sz="1400" b="0" u="none" strike="noStrike">
                <a:solidFill>
                  <a:schemeClr val="lt1"/>
                </a:solidFill>
                <a:effectLst/>
                <a:uFillTx/>
                <a:latin typeface="Century Gothic"/>
              </a:defRPr>
            </a:lvl5pPr>
            <a:lvl6pPr lvl="5" algn="l" defTabSz="457200">
              <a:spcBef>
                <a:spcPts val="283"/>
              </a:spcBef>
              <a:buClr>
                <a:srgbClr val="000000"/>
              </a:buClr>
              <a:buSzPct val="45000"/>
              <a:buFont typeface="Wingdings" charset="2"/>
              <a:buChar char=""/>
              <a:defRPr lang="en-US" sz="2000" b="0" u="none" strike="noStrike">
                <a:solidFill>
                  <a:schemeClr val="lt1"/>
                </a:solidFill>
                <a:effectLst/>
                <a:uFillTx/>
                <a:latin typeface="Century Gothic"/>
              </a:defRPr>
            </a:lvl6pPr>
            <a:lvl7pPr lvl="6" algn="l" defTabSz="457200">
              <a:spcBef>
                <a:spcPts val="283"/>
              </a:spcBef>
              <a:buClr>
                <a:srgbClr val="000000"/>
              </a:buClr>
              <a:buSzPct val="45000"/>
              <a:buFont typeface="Wingdings" charset="2"/>
              <a:buChar char=""/>
              <a:defRPr lang="en-US" sz="2000" b="0" u="none" strike="noStrike">
                <a:solidFill>
                  <a:schemeClr val="lt1"/>
                </a:solidFill>
                <a:effectLst/>
                <a:uFillTx/>
                <a:latin typeface="Century Gothic"/>
              </a:defRPr>
            </a:lvl7pPr>
          </a:lstStyle>
          <a:p>
            <a:pPr marL="285840" indent="-285840" algn="l" defTabSz="457200">
              <a:spcBef>
                <a:spcPts val="400"/>
              </a:spcBef>
              <a:spcAft>
                <a:spcPts val="601"/>
              </a:spcAft>
              <a:buClr>
                <a:srgbClr val="FFFFFF"/>
              </a:buClr>
              <a:buSzPct val="80000"/>
              <a:buFont typeface="Wingdings 3" charset="2"/>
              <a:buChar char=""/>
            </a:pPr>
            <a:r>
              <a:rPr lang="en-US" sz="2000" b="0" u="none" strike="noStrike">
                <a:solidFill>
                  <a:schemeClr val="lt1"/>
                </a:solidFill>
                <a:effectLst/>
                <a:uFillTx/>
                <a:latin typeface="Century Gothic"/>
              </a:rPr>
              <a:t>Click to edit the outline text format</a:t>
            </a:r>
            <a:endParaRPr lang="en-US" sz="2000" b="0" u="none" strike="noStrike">
              <a:solidFill>
                <a:schemeClr val="lt1"/>
              </a:solidFill>
              <a:effectLst/>
              <a:uFillTx/>
              <a:latin typeface="Century Gothic"/>
            </a:endParaRPr>
          </a:p>
          <a:p>
            <a:pPr marL="864000" lvl="1" indent="-324000" algn="l" defTabSz="457200">
              <a:spcBef>
                <a:spcPts val="360"/>
              </a:spcBef>
              <a:spcAft>
                <a:spcPts val="601"/>
              </a:spcAft>
              <a:buClr>
                <a:srgbClr val="000000"/>
              </a:buClr>
              <a:buSzPct val="75000"/>
              <a:buFont typeface="Symbol" charset="2"/>
              <a:buChar char=""/>
            </a:pPr>
            <a:r>
              <a:rPr lang="en-US" sz="1800" b="0" u="none" strike="noStrike">
                <a:solidFill>
                  <a:schemeClr val="lt1"/>
                </a:solidFill>
                <a:effectLst/>
                <a:uFillTx/>
                <a:latin typeface="Century Gothic"/>
              </a:rPr>
              <a:t>Second Outline Level</a:t>
            </a:r>
            <a:endParaRPr lang="en-US" sz="1800" b="0" u="none" strike="noStrike">
              <a:solidFill>
                <a:schemeClr val="lt1"/>
              </a:solidFill>
              <a:effectLst/>
              <a:uFillTx/>
              <a:latin typeface="Century Gothic"/>
            </a:endParaRPr>
          </a:p>
          <a:p>
            <a:pPr marL="1296000" lvl="2" indent="-288000" algn="l" defTabSz="457200">
              <a:spcBef>
                <a:spcPts val="320"/>
              </a:spcBef>
              <a:spcAft>
                <a:spcPts val="601"/>
              </a:spcAft>
              <a:buClr>
                <a:srgbClr val="000000"/>
              </a:buClr>
              <a:buSzPct val="45000"/>
              <a:buFont typeface="Wingdings" charset="2"/>
              <a:buChar char=""/>
            </a:pPr>
            <a:r>
              <a:rPr lang="en-US" sz="1600" b="0" u="none" strike="noStrike">
                <a:solidFill>
                  <a:schemeClr val="lt1"/>
                </a:solidFill>
                <a:effectLst/>
                <a:uFillTx/>
                <a:latin typeface="Century Gothic"/>
              </a:rPr>
              <a:t>Third Outline Level</a:t>
            </a:r>
            <a:endParaRPr lang="en-US" sz="1600" b="0" u="none" strike="noStrike">
              <a:solidFill>
                <a:schemeClr val="lt1"/>
              </a:solidFill>
              <a:effectLst/>
              <a:uFillTx/>
              <a:latin typeface="Century Gothic"/>
            </a:endParaRPr>
          </a:p>
          <a:p>
            <a:pPr marL="1728000" lvl="3" indent="-216000" algn="l" defTabSz="457200">
              <a:spcBef>
                <a:spcPts val="281"/>
              </a:spcBef>
              <a:spcAft>
                <a:spcPts val="601"/>
              </a:spcAft>
              <a:buClr>
                <a:srgbClr val="000000"/>
              </a:buClr>
              <a:buSzPct val="75000"/>
              <a:buFont typeface="Symbol" charset="2"/>
              <a:buChar char=""/>
            </a:pPr>
            <a:r>
              <a:rPr lang="en-US" sz="1400" b="0" u="none" strike="noStrike">
                <a:solidFill>
                  <a:schemeClr val="lt1"/>
                </a:solidFill>
                <a:effectLst/>
                <a:uFillTx/>
                <a:latin typeface="Century Gothic"/>
              </a:rPr>
              <a:t>Fourth Outline Level</a:t>
            </a:r>
            <a:endParaRPr lang="en-US" sz="1400" b="0" u="none" strike="noStrike">
              <a:solidFill>
                <a:schemeClr val="lt1"/>
              </a:solidFill>
              <a:effectLst/>
              <a:uFillTx/>
              <a:latin typeface="Century Gothic"/>
            </a:endParaRPr>
          </a:p>
          <a:p>
            <a:pPr marL="2160000" lvl="4" indent="-216000" algn="l" defTabSz="457200">
              <a:spcBef>
                <a:spcPts val="281"/>
              </a:spcBef>
              <a:spcAft>
                <a:spcPts val="601"/>
              </a:spcAft>
              <a:buClr>
                <a:srgbClr val="000000"/>
              </a:buClr>
              <a:buSzPct val="45000"/>
              <a:buFont typeface="Wingdings" charset="2"/>
              <a:buChar char=""/>
            </a:pPr>
            <a:r>
              <a:rPr lang="en-US" sz="1400" b="0" u="none" strike="noStrike">
                <a:solidFill>
                  <a:schemeClr val="lt1"/>
                </a:solidFill>
                <a:effectLst/>
                <a:uFillTx/>
                <a:latin typeface="Century Gothic"/>
              </a:rPr>
              <a:t>Fifth Outline Level</a:t>
            </a:r>
            <a:endParaRPr lang="en-US" sz="1400" b="0" u="none" strike="noStrike">
              <a:solidFill>
                <a:schemeClr val="lt1"/>
              </a:solidFill>
              <a:effectLst/>
              <a:uFillTx/>
              <a:latin typeface="Century Gothic"/>
            </a:endParaRPr>
          </a:p>
          <a:p>
            <a:pPr marL="2592000" lvl="5" indent="-216000" algn="l" defTabSz="457200">
              <a:spcBef>
                <a:spcPts val="283"/>
              </a:spcBef>
              <a:buClr>
                <a:srgbClr val="000000"/>
              </a:buClr>
              <a:buSzPct val="45000"/>
              <a:buFont typeface="Wingdings" charset="2"/>
              <a:buChar char=""/>
            </a:pPr>
            <a:r>
              <a:rPr lang="en-US" sz="2000" b="0" u="none" strike="noStrike">
                <a:solidFill>
                  <a:schemeClr val="lt1"/>
                </a:solidFill>
                <a:effectLst/>
                <a:uFillTx/>
                <a:latin typeface="Century Gothic"/>
              </a:rPr>
              <a:t>Sixth Outline Level</a:t>
            </a:r>
            <a:endParaRPr lang="en-US" sz="2000" b="0" u="none" strike="noStrike">
              <a:solidFill>
                <a:schemeClr val="lt1"/>
              </a:solidFill>
              <a:effectLst/>
              <a:uFillTx/>
              <a:latin typeface="Century Gothic"/>
            </a:endParaRPr>
          </a:p>
          <a:p>
            <a:pPr marL="3024000" lvl="6" indent="-216000" algn="l" defTabSz="457200">
              <a:spcBef>
                <a:spcPts val="283"/>
              </a:spcBef>
              <a:buClr>
                <a:srgbClr val="000000"/>
              </a:buClr>
              <a:buSzPct val="45000"/>
              <a:buFont typeface="Wingdings" charset="2"/>
              <a:buChar char=""/>
            </a:pPr>
            <a:r>
              <a:rPr lang="en-US" sz="2000" b="0" u="none" strike="noStrike">
                <a:solidFill>
                  <a:schemeClr val="lt1"/>
                </a:solidFill>
                <a:effectLst/>
                <a:uFillTx/>
                <a:latin typeface="Century Gothic"/>
              </a:rPr>
              <a:t>Seventh Outline Level</a:t>
            </a:r>
            <a:endParaRPr lang="en-US" sz="2000" b="0" u="none" strike="noStrike">
              <a:solidFill>
                <a:schemeClr val="lt1"/>
              </a:solidFill>
              <a:effectLst/>
              <a:uFillTx/>
              <a:latin typeface="Century Gothic"/>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1_Diapositiva de título">
    <p:bg>
      <p:bgPr>
        <a:solidFill>
          <a:schemeClr val="lt1"/>
        </a:solidFill>
      </p:bgPr>
    </p:bg>
    <p:spTree>
      <p:nvGrpSpPr>
        <p:cNvPr id="1" name=""/>
        <p:cNvGrpSpPr/>
        <p:nvPr/>
      </p:nvGrpSpPr>
      <p:grpSpPr>
        <a:xfrm>
          <a:off x="0" y="0"/>
          <a:ext cx="0" cy="0"/>
          <a:chOff x="0" y="0"/>
          <a:chExt cx="0" cy="0"/>
        </a:xfrm>
      </p:grpSpPr>
      <p:grpSp>
        <p:nvGrpSpPr>
          <p:cNvPr id="26" name="Group 6"/>
          <p:cNvGrpSpPr/>
          <p:nvPr/>
        </p:nvGrpSpPr>
        <p:grpSpPr>
          <a:xfrm>
            <a:off x="9206640" y="2963160"/>
            <a:ext cx="2981880" cy="3209040"/>
            <a:chOff x="9206640" y="2963160"/>
            <a:chExt cx="2981880" cy="3209040"/>
          </a:xfrm>
        </p:grpSpPr>
        <p:cxnSp>
          <p:nvCxnSpPr>
            <p:cNvPr id="27" name="Straight Connector 7"/>
            <p:cNvCxnSpPr/>
            <p:nvPr/>
          </p:nvCxnSpPr>
          <p:spPr>
            <a:xfrm flipH="1">
              <a:off x="11275920" y="2963160"/>
              <a:ext cx="912960" cy="913320"/>
            </a:xfrm>
            <a:prstGeom prst="straightConnector1">
              <a:avLst/>
            </a:prstGeom>
            <a:ln cap="rnd" w="9525">
              <a:solidFill>
                <a:srgbClr val="FFFFFF"/>
              </a:solidFill>
              <a:round/>
            </a:ln>
          </p:spPr>
        </p:cxnSp>
        <p:cxnSp>
          <p:nvCxnSpPr>
            <p:cNvPr id="28" name="Straight Connector 8"/>
            <p:cNvCxnSpPr/>
            <p:nvPr/>
          </p:nvCxnSpPr>
          <p:spPr>
            <a:xfrm flipH="1">
              <a:off x="9206640" y="3190320"/>
              <a:ext cx="2982240" cy="2982240"/>
            </a:xfrm>
            <a:prstGeom prst="straightConnector1">
              <a:avLst/>
            </a:prstGeom>
            <a:ln cap="rnd" w="9525">
              <a:solidFill>
                <a:srgbClr val="FFFFFF"/>
              </a:solidFill>
              <a:round/>
            </a:ln>
          </p:spPr>
        </p:cxnSp>
        <p:cxnSp>
          <p:nvCxnSpPr>
            <p:cNvPr id="29" name="Straight Connector 9"/>
            <p:cNvCxnSpPr/>
            <p:nvPr/>
          </p:nvCxnSpPr>
          <p:spPr>
            <a:xfrm flipH="1">
              <a:off x="10292040" y="3285000"/>
              <a:ext cx="1896840" cy="1896840"/>
            </a:xfrm>
            <a:prstGeom prst="straightConnector1">
              <a:avLst/>
            </a:prstGeom>
            <a:ln cap="rnd" w="9525">
              <a:solidFill>
                <a:srgbClr val="FFFFFF"/>
              </a:solidFill>
              <a:round/>
            </a:ln>
          </p:spPr>
        </p:cxnSp>
        <p:cxnSp>
          <p:nvCxnSpPr>
            <p:cNvPr id="30" name="Straight Connector 10"/>
            <p:cNvCxnSpPr/>
            <p:nvPr/>
          </p:nvCxnSpPr>
          <p:spPr>
            <a:xfrm flipH="1">
              <a:off x="10442880" y="3130920"/>
              <a:ext cx="1746000" cy="1746000"/>
            </a:xfrm>
            <a:prstGeom prst="straightConnector1">
              <a:avLst/>
            </a:prstGeom>
            <a:ln cap="rnd" w="28575">
              <a:solidFill>
                <a:srgbClr val="FFFFFF"/>
              </a:solidFill>
              <a:round/>
            </a:ln>
          </p:spPr>
        </p:cxnSp>
        <p:cxnSp>
          <p:nvCxnSpPr>
            <p:cNvPr id="31" name="Straight Connector 11"/>
            <p:cNvCxnSpPr/>
            <p:nvPr/>
          </p:nvCxnSpPr>
          <p:spPr>
            <a:xfrm flipH="1">
              <a:off x="10918800" y="3682800"/>
              <a:ext cx="1270080" cy="1270440"/>
            </a:xfrm>
            <a:prstGeom prst="straightConnector1">
              <a:avLst/>
            </a:prstGeom>
            <a:ln cap="rnd" w="28575">
              <a:solidFill>
                <a:srgbClr val="FFFFFF"/>
              </a:solidFill>
              <a:round/>
            </a:ln>
          </p:spPr>
        </p:cxnSp>
      </p:grpSp>
      <p:sp>
        <p:nvSpPr>
          <p:cNvPr id="32" name="PlaceHolder 1"/>
          <p:cNvSpPr>
            <a:spLocks noGrp="1"/>
          </p:cNvSpPr>
          <p:nvPr>
            <p:ph type="title"/>
          </p:nvPr>
        </p:nvSpPr>
        <p:spPr>
          <a:xfrm>
            <a:off x="684360" y="1527840"/>
            <a:ext cx="8000640" cy="2971440"/>
          </a:xfrm>
          <a:prstGeom prst="rect">
            <a:avLst/>
          </a:prstGeom>
          <a:noFill/>
          <a:ln w="0">
            <a:noFill/>
          </a:ln>
        </p:spPr>
        <p:txBody>
          <a:bodyPr lIns="91440" tIns="45720" rIns="91440" bIns="45720" anchor="b">
            <a:normAutofit/>
          </a:bodyPr>
          <a:lstStyle>
            <a:lvl1pPr indent="0" algn="l" defTabSz="457200">
              <a:lnSpc>
                <a:spcPct val="100000"/>
              </a:lnSpc>
              <a:buNone/>
              <a:defRPr lang="es-ES" sz="4800" b="0" u="none" strike="noStrike" cap="all">
                <a:solidFill>
                  <a:srgbClr val="002060"/>
                </a:solidFill>
                <a:effectLst/>
                <a:uFillTx/>
                <a:latin typeface="Century Gothic"/>
              </a:defRPr>
            </a:lvl1pPr>
          </a:lstStyle>
          <a:p>
            <a:pPr indent="0" algn="l" defTabSz="457200">
              <a:lnSpc>
                <a:spcPct val="100000"/>
              </a:lnSpc>
              <a:buNone/>
            </a:pPr>
            <a:r>
              <a:rPr lang="es-ES" sz="4800" b="0" u="none" strike="noStrike" cap="all">
                <a:solidFill>
                  <a:srgbClr val="002060"/>
                </a:solidFill>
                <a:effectLst/>
                <a:uFillTx/>
                <a:latin typeface="Century Gothic"/>
              </a:rPr>
              <a:t>H</a:t>
            </a:r>
            <a:r>
              <a:rPr lang="es-ES" sz="4800" b="0" u="none" strike="noStrike" cap="all">
                <a:solidFill>
                  <a:srgbClr val="002060"/>
                </a:solidFill>
                <a:effectLst/>
                <a:uFillTx/>
                <a:latin typeface="Century Gothic"/>
              </a:rPr>
              <a:t>a</a:t>
            </a:r>
            <a:r>
              <a:rPr lang="es-ES" sz="4800" b="0" u="none" strike="noStrike" cap="all">
                <a:solidFill>
                  <a:srgbClr val="002060"/>
                </a:solidFill>
                <a:effectLst/>
                <a:uFillTx/>
                <a:latin typeface="Century Gothic"/>
              </a:rPr>
              <a:t>g</a:t>
            </a:r>
            <a:r>
              <a:rPr lang="es-ES" sz="4800" b="0" u="none" strike="noStrike" cap="all">
                <a:solidFill>
                  <a:srgbClr val="002060"/>
                </a:solidFill>
                <a:effectLst/>
                <a:uFillTx/>
                <a:latin typeface="Century Gothic"/>
              </a:rPr>
              <a:t>a </a:t>
            </a:r>
            <a:r>
              <a:rPr lang="es-ES" sz="4800" b="0" u="none" strike="noStrike" cap="all">
                <a:solidFill>
                  <a:srgbClr val="002060"/>
                </a:solidFill>
                <a:effectLst/>
                <a:uFillTx/>
                <a:latin typeface="Century Gothic"/>
              </a:rPr>
              <a:t>cl</a:t>
            </a:r>
            <a:r>
              <a:rPr lang="es-ES" sz="4800" b="0" u="none" strike="noStrike" cap="all">
                <a:solidFill>
                  <a:srgbClr val="002060"/>
                </a:solidFill>
                <a:effectLst/>
                <a:uFillTx/>
                <a:latin typeface="Century Gothic"/>
              </a:rPr>
              <a:t>ic </a:t>
            </a:r>
            <a:r>
              <a:rPr lang="es-ES" sz="4800" b="0" u="none" strike="noStrike" cap="all">
                <a:solidFill>
                  <a:srgbClr val="002060"/>
                </a:solidFill>
                <a:effectLst/>
                <a:uFillTx/>
                <a:latin typeface="Century Gothic"/>
              </a:rPr>
              <a:t>pa</a:t>
            </a:r>
            <a:r>
              <a:rPr lang="es-ES" sz="4800" b="0" u="none" strike="noStrike" cap="all">
                <a:solidFill>
                  <a:srgbClr val="002060"/>
                </a:solidFill>
                <a:effectLst/>
                <a:uFillTx/>
                <a:latin typeface="Century Gothic"/>
              </a:rPr>
              <a:t>ra </a:t>
            </a:r>
            <a:r>
              <a:rPr lang="es-ES" sz="4800" b="0" u="none" strike="noStrike" cap="all">
                <a:solidFill>
                  <a:srgbClr val="002060"/>
                </a:solidFill>
                <a:effectLst/>
                <a:uFillTx/>
                <a:latin typeface="Century Gothic"/>
              </a:rPr>
              <a:t>m</a:t>
            </a:r>
            <a:r>
              <a:rPr lang="es-ES" sz="4800" b="0" u="none" strike="noStrike" cap="all">
                <a:solidFill>
                  <a:srgbClr val="002060"/>
                </a:solidFill>
                <a:effectLst/>
                <a:uFillTx/>
                <a:latin typeface="Century Gothic"/>
              </a:rPr>
              <a:t>o</a:t>
            </a:r>
            <a:r>
              <a:rPr lang="es-ES" sz="4800" b="0" u="none" strike="noStrike" cap="all">
                <a:solidFill>
                  <a:srgbClr val="002060"/>
                </a:solidFill>
                <a:effectLst/>
                <a:uFillTx/>
                <a:latin typeface="Century Gothic"/>
              </a:rPr>
              <a:t>di</a:t>
            </a:r>
            <a:r>
              <a:rPr lang="es-ES" sz="4800" b="0" u="none" strike="noStrike" cap="all">
                <a:solidFill>
                  <a:srgbClr val="002060"/>
                </a:solidFill>
                <a:effectLst/>
                <a:uFillTx/>
                <a:latin typeface="Century Gothic"/>
              </a:rPr>
              <a:t>fi</a:t>
            </a:r>
            <a:r>
              <a:rPr lang="es-ES" sz="4800" b="0" u="none" strike="noStrike" cap="all">
                <a:solidFill>
                  <a:srgbClr val="002060"/>
                </a:solidFill>
                <a:effectLst/>
                <a:uFillTx/>
                <a:latin typeface="Century Gothic"/>
              </a:rPr>
              <a:t>ca</a:t>
            </a:r>
            <a:r>
              <a:rPr lang="es-ES" sz="4800" b="0" u="none" strike="noStrike" cap="all">
                <a:solidFill>
                  <a:srgbClr val="002060"/>
                </a:solidFill>
                <a:effectLst/>
                <a:uFillTx/>
                <a:latin typeface="Century Gothic"/>
              </a:rPr>
              <a:t>r </a:t>
            </a:r>
            <a:r>
              <a:rPr lang="es-ES" sz="4800" b="0" u="none" strike="noStrike" cap="all">
                <a:solidFill>
                  <a:srgbClr val="002060"/>
                </a:solidFill>
                <a:effectLst/>
                <a:uFillTx/>
                <a:latin typeface="Century Gothic"/>
              </a:rPr>
              <a:t>el </a:t>
            </a:r>
            <a:r>
              <a:rPr lang="es-ES" sz="4800" b="0" u="none" strike="noStrike" cap="all">
                <a:solidFill>
                  <a:srgbClr val="002060"/>
                </a:solidFill>
                <a:effectLst/>
                <a:uFillTx/>
                <a:latin typeface="Century Gothic"/>
              </a:rPr>
              <a:t>es</a:t>
            </a:r>
            <a:r>
              <a:rPr lang="es-ES" sz="4800" b="0" u="none" strike="noStrike" cap="all">
                <a:solidFill>
                  <a:srgbClr val="002060"/>
                </a:solidFill>
                <a:effectLst/>
                <a:uFillTx/>
                <a:latin typeface="Century Gothic"/>
              </a:rPr>
              <a:t>ti</a:t>
            </a:r>
            <a:r>
              <a:rPr lang="es-ES" sz="4800" b="0" u="none" strike="noStrike" cap="all">
                <a:solidFill>
                  <a:srgbClr val="002060"/>
                </a:solidFill>
                <a:effectLst/>
                <a:uFillTx/>
                <a:latin typeface="Century Gothic"/>
              </a:rPr>
              <a:t>lo </a:t>
            </a:r>
            <a:r>
              <a:rPr lang="es-ES" sz="4800" b="0" u="none" strike="noStrike" cap="all">
                <a:solidFill>
                  <a:srgbClr val="002060"/>
                </a:solidFill>
                <a:effectLst/>
                <a:uFillTx/>
                <a:latin typeface="Century Gothic"/>
              </a:rPr>
              <a:t>de </a:t>
            </a:r>
            <a:r>
              <a:rPr lang="es-ES" sz="4800" b="0" u="none" strike="noStrike" cap="all">
                <a:solidFill>
                  <a:srgbClr val="002060"/>
                </a:solidFill>
                <a:effectLst/>
                <a:uFillTx/>
                <a:latin typeface="Century Gothic"/>
              </a:rPr>
              <a:t>tí</a:t>
            </a:r>
            <a:r>
              <a:rPr lang="es-ES" sz="4800" b="0" u="none" strike="noStrike" cap="all">
                <a:solidFill>
                  <a:srgbClr val="002060"/>
                </a:solidFill>
                <a:effectLst/>
                <a:uFillTx/>
                <a:latin typeface="Century Gothic"/>
              </a:rPr>
              <a:t>tu</a:t>
            </a:r>
            <a:r>
              <a:rPr lang="es-ES" sz="4800" b="0" u="none" strike="noStrike" cap="all">
                <a:solidFill>
                  <a:srgbClr val="002060"/>
                </a:solidFill>
                <a:effectLst/>
                <a:uFillTx/>
                <a:latin typeface="Century Gothic"/>
              </a:rPr>
              <a:t>lo </a:t>
            </a:r>
            <a:r>
              <a:rPr lang="es-ES" sz="4800" b="0" u="none" strike="noStrike" cap="all">
                <a:solidFill>
                  <a:srgbClr val="002060"/>
                </a:solidFill>
                <a:effectLst/>
                <a:uFillTx/>
                <a:latin typeface="Century Gothic"/>
              </a:rPr>
              <a:t>de</a:t>
            </a:r>
            <a:r>
              <a:rPr lang="es-ES" sz="4800" b="0" u="none" strike="noStrike" cap="all">
                <a:solidFill>
                  <a:srgbClr val="002060"/>
                </a:solidFill>
                <a:effectLst/>
                <a:uFillTx/>
                <a:latin typeface="Century Gothic"/>
              </a:rPr>
              <a:t>l </a:t>
            </a:r>
            <a:r>
              <a:rPr lang="es-ES" sz="4800" b="0" u="none" strike="noStrike" cap="all">
                <a:solidFill>
                  <a:srgbClr val="002060"/>
                </a:solidFill>
                <a:effectLst/>
                <a:uFillTx/>
                <a:latin typeface="Century Gothic"/>
              </a:rPr>
              <a:t>pa</a:t>
            </a:r>
            <a:r>
              <a:rPr lang="es-ES" sz="4800" b="0" u="none" strike="noStrike" cap="all">
                <a:solidFill>
                  <a:srgbClr val="002060"/>
                </a:solidFill>
                <a:effectLst/>
                <a:uFillTx/>
                <a:latin typeface="Century Gothic"/>
              </a:rPr>
              <a:t>tr</a:t>
            </a:r>
            <a:r>
              <a:rPr lang="es-ES" sz="4800" b="0" u="none" strike="noStrike" cap="all">
                <a:solidFill>
                  <a:srgbClr val="002060"/>
                </a:solidFill>
                <a:effectLst/>
                <a:uFillTx/>
                <a:latin typeface="Century Gothic"/>
              </a:rPr>
              <a:t>ó</a:t>
            </a:r>
            <a:r>
              <a:rPr lang="es-ES" sz="4800" b="0" u="none" strike="noStrike" cap="all">
                <a:solidFill>
                  <a:srgbClr val="002060"/>
                </a:solidFill>
                <a:effectLst/>
                <a:uFillTx/>
                <a:latin typeface="Century Gothic"/>
              </a:rPr>
              <a:t>n</a:t>
            </a:r>
            <a:endParaRPr lang="en-US" sz="4800" b="0" u="none" strike="noStrike" cap="all">
              <a:solidFill>
                <a:srgbClr val="002060"/>
              </a:solidFill>
              <a:effectLst/>
              <a:uFillTx/>
              <a:latin typeface="Century Gothic"/>
            </a:endParaRPr>
          </a:p>
        </p:txBody>
      </p:sp>
      <p:cxnSp>
        <p:nvCxnSpPr>
          <p:cNvPr id="33" name="Straight Connector 15"/>
          <p:cNvCxnSpPr/>
          <p:nvPr/>
        </p:nvCxnSpPr>
        <p:spPr>
          <a:xfrm flipH="1">
            <a:off x="8227800" y="8280"/>
            <a:ext cx="3810240" cy="3810240"/>
          </a:xfrm>
          <a:prstGeom prst="straightConnector1">
            <a:avLst/>
          </a:prstGeom>
          <a:ln cap="rnd" w="12700">
            <a:solidFill>
              <a:srgbClr val="FFFFFF"/>
            </a:solidFill>
            <a:round/>
          </a:ln>
        </p:spPr>
      </p:cxnSp>
      <p:cxnSp>
        <p:nvCxnSpPr>
          <p:cNvPr id="34" name="Straight Connector 16"/>
          <p:cNvCxnSpPr/>
          <p:nvPr/>
        </p:nvCxnSpPr>
        <p:spPr>
          <a:xfrm flipH="1">
            <a:off x="6108120" y="91440"/>
            <a:ext cx="6080760" cy="6081120"/>
          </a:xfrm>
          <a:prstGeom prst="straightConnector1">
            <a:avLst/>
          </a:prstGeom>
          <a:ln cap="rnd" w="12700">
            <a:solidFill>
              <a:srgbClr val="FFFFFF"/>
            </a:solidFill>
            <a:round/>
          </a:ln>
        </p:spPr>
      </p:cxnSp>
      <p:cxnSp>
        <p:nvCxnSpPr>
          <p:cNvPr id="35" name="Straight Connector 18"/>
          <p:cNvCxnSpPr/>
          <p:nvPr/>
        </p:nvCxnSpPr>
        <p:spPr>
          <a:xfrm flipH="1">
            <a:off x="7235640" y="228600"/>
            <a:ext cx="4953240" cy="4953240"/>
          </a:xfrm>
          <a:prstGeom prst="straightConnector1">
            <a:avLst/>
          </a:prstGeom>
          <a:ln cap="rnd" w="12700">
            <a:solidFill>
              <a:srgbClr val="FFFFFF"/>
            </a:solidFill>
            <a:round/>
          </a:ln>
        </p:spPr>
      </p:cxnSp>
      <p:cxnSp>
        <p:nvCxnSpPr>
          <p:cNvPr id="36" name="Straight Connector 20"/>
          <p:cNvCxnSpPr/>
          <p:nvPr/>
        </p:nvCxnSpPr>
        <p:spPr>
          <a:xfrm flipH="1">
            <a:off x="7335720" y="32040"/>
            <a:ext cx="4853160" cy="4853520"/>
          </a:xfrm>
          <a:prstGeom prst="straightConnector1">
            <a:avLst/>
          </a:prstGeom>
          <a:ln cap="rnd" w="31750">
            <a:solidFill>
              <a:srgbClr val="FFFFFF"/>
            </a:solidFill>
            <a:round/>
          </a:ln>
        </p:spPr>
      </p:cxnSp>
      <p:cxnSp>
        <p:nvCxnSpPr>
          <p:cNvPr id="37" name="Straight Connector 22"/>
          <p:cNvCxnSpPr/>
          <p:nvPr/>
        </p:nvCxnSpPr>
        <p:spPr>
          <a:xfrm flipH="1">
            <a:off x="7845120" y="609480"/>
            <a:ext cx="4343760" cy="4343760"/>
          </a:xfrm>
          <a:prstGeom prst="straightConnector1">
            <a:avLst/>
          </a:prstGeom>
          <a:ln cap="rnd" w="31750">
            <a:solidFill>
              <a:srgbClr val="FFFFFF"/>
            </a:solidFill>
            <a:round/>
          </a:ln>
        </p:spPr>
      </p:cxnSp>
      <p:pic>
        <p:nvPicPr>
          <p:cNvPr id="38" name="Imagen 9"/>
          <p:cNvPicPr/>
          <p:nvPr/>
        </p:nvPicPr>
        <p:blipFill>
          <a:blip r:embed="rId2"/>
          <a:stretch/>
        </p:blipFill>
        <p:spPr>
          <a:xfrm>
            <a:off x="0" y="-180360"/>
            <a:ext cx="12191760" cy="1857240"/>
          </a:xfrm>
          <a:prstGeom prst="rect">
            <a:avLst/>
          </a:prstGeom>
          <a:noFill/>
          <a:ln w="0">
            <a:noFill/>
          </a:ln>
        </p:spPr>
      </p:pic>
      <p:pic>
        <p:nvPicPr>
          <p:cNvPr id="39" name="Imagen 11"/>
          <p:cNvPicPr/>
          <p:nvPr/>
        </p:nvPicPr>
        <p:blipFill>
          <a:blip r:embed="rId3"/>
          <a:stretch/>
        </p:blipFill>
        <p:spPr>
          <a:xfrm>
            <a:off x="10922400" y="158760"/>
            <a:ext cx="743400" cy="1110600"/>
          </a:xfrm>
          <a:prstGeom prst="rect">
            <a:avLst/>
          </a:prstGeom>
          <a:noFill/>
          <a:ln w="0">
            <a:noFill/>
          </a:ln>
        </p:spPr>
      </p:pic>
      <p:sp>
        <p:nvSpPr>
          <p:cNvPr id="40"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defTabSz="457200">
              <a:spcBef>
                <a:spcPts val="400"/>
              </a:spcBef>
              <a:spcAft>
                <a:spcPts val="601"/>
              </a:spcAft>
              <a:buClr>
                <a:srgbClr val="FFFFFF"/>
              </a:buClr>
              <a:buSzPct val="80000"/>
              <a:buFont typeface="Wingdings 3" charset="2"/>
              <a:buChar char=""/>
              <a:defRPr lang="en-US" sz="2000" b="0" u="none" strike="noStrike">
                <a:solidFill>
                  <a:schemeClr val="lt1"/>
                </a:solidFill>
                <a:effectLst/>
                <a:uFillTx/>
                <a:latin typeface="Century Gothic"/>
              </a:defRPr>
            </a:lvl1pPr>
            <a:lvl2pPr lvl="1" algn="l" defTabSz="457200">
              <a:spcBef>
                <a:spcPts val="360"/>
              </a:spcBef>
              <a:spcAft>
                <a:spcPts val="601"/>
              </a:spcAft>
              <a:buClr>
                <a:srgbClr val="000000"/>
              </a:buClr>
              <a:buSzPct val="75000"/>
              <a:buFont typeface="Symbol" charset="2"/>
              <a:buChar char=""/>
              <a:defRPr lang="en-US" sz="1800" b="0" u="none" strike="noStrike">
                <a:solidFill>
                  <a:schemeClr val="lt1"/>
                </a:solidFill>
                <a:effectLst/>
                <a:uFillTx/>
                <a:latin typeface="Century Gothic"/>
              </a:defRPr>
            </a:lvl2pPr>
            <a:lvl3pPr lvl="2" algn="l" defTabSz="457200">
              <a:spcBef>
                <a:spcPts val="320"/>
              </a:spcBef>
              <a:spcAft>
                <a:spcPts val="601"/>
              </a:spcAft>
              <a:buClr>
                <a:srgbClr val="000000"/>
              </a:buClr>
              <a:buSzPct val="45000"/>
              <a:buFont typeface="Wingdings" charset="2"/>
              <a:buChar char=""/>
              <a:defRPr lang="en-US" sz="1600" b="0" u="none" strike="noStrike">
                <a:solidFill>
                  <a:schemeClr val="lt1"/>
                </a:solidFill>
                <a:effectLst/>
                <a:uFillTx/>
                <a:latin typeface="Century Gothic"/>
              </a:defRPr>
            </a:lvl3pPr>
            <a:lvl4pPr lvl="3" algn="l" defTabSz="457200">
              <a:spcBef>
                <a:spcPts val="281"/>
              </a:spcBef>
              <a:spcAft>
                <a:spcPts val="601"/>
              </a:spcAft>
              <a:buClr>
                <a:srgbClr val="000000"/>
              </a:buClr>
              <a:buSzPct val="75000"/>
              <a:buFont typeface="Symbol" charset="2"/>
              <a:buChar char=""/>
              <a:defRPr lang="en-US" sz="1400" b="0" u="none" strike="noStrike">
                <a:solidFill>
                  <a:schemeClr val="lt1"/>
                </a:solidFill>
                <a:effectLst/>
                <a:uFillTx/>
                <a:latin typeface="Century Gothic"/>
              </a:defRPr>
            </a:lvl4pPr>
            <a:lvl5pPr lvl="4" algn="l" defTabSz="457200">
              <a:spcBef>
                <a:spcPts val="281"/>
              </a:spcBef>
              <a:spcAft>
                <a:spcPts val="601"/>
              </a:spcAft>
              <a:buClr>
                <a:srgbClr val="000000"/>
              </a:buClr>
              <a:buSzPct val="45000"/>
              <a:buFont typeface="Wingdings" charset="2"/>
              <a:buChar char=""/>
              <a:defRPr lang="en-US" sz="1400" b="0" u="none" strike="noStrike">
                <a:solidFill>
                  <a:schemeClr val="lt1"/>
                </a:solidFill>
                <a:effectLst/>
                <a:uFillTx/>
                <a:latin typeface="Century Gothic"/>
              </a:defRPr>
            </a:lvl5pPr>
            <a:lvl6pPr lvl="5" algn="l" defTabSz="457200">
              <a:spcBef>
                <a:spcPts val="283"/>
              </a:spcBef>
              <a:buClr>
                <a:srgbClr val="000000"/>
              </a:buClr>
              <a:buSzPct val="45000"/>
              <a:buFont typeface="Wingdings" charset="2"/>
              <a:buChar char=""/>
              <a:defRPr lang="en-US" sz="2000" b="0" u="none" strike="noStrike">
                <a:solidFill>
                  <a:schemeClr val="lt1"/>
                </a:solidFill>
                <a:effectLst/>
                <a:uFillTx/>
                <a:latin typeface="Century Gothic"/>
              </a:defRPr>
            </a:lvl6pPr>
            <a:lvl7pPr lvl="6" algn="l" defTabSz="457200">
              <a:spcBef>
                <a:spcPts val="283"/>
              </a:spcBef>
              <a:buClr>
                <a:srgbClr val="000000"/>
              </a:buClr>
              <a:buSzPct val="45000"/>
              <a:buFont typeface="Wingdings" charset="2"/>
              <a:buChar char=""/>
              <a:defRPr lang="en-US" sz="2000" b="0" u="none" strike="noStrike">
                <a:solidFill>
                  <a:schemeClr val="lt1"/>
                </a:solidFill>
                <a:effectLst/>
                <a:uFillTx/>
                <a:latin typeface="Century Gothic"/>
              </a:defRPr>
            </a:lvl7pPr>
          </a:lstStyle>
          <a:p>
            <a:pPr marL="285840" indent="-285840" algn="l" defTabSz="457200">
              <a:spcBef>
                <a:spcPts val="400"/>
              </a:spcBef>
              <a:spcAft>
                <a:spcPts val="601"/>
              </a:spcAft>
              <a:buClr>
                <a:srgbClr val="FFFFFF"/>
              </a:buClr>
              <a:buSzPct val="80000"/>
              <a:buFont typeface="Wingdings 3" charset="2"/>
              <a:buChar char=""/>
            </a:pPr>
            <a:r>
              <a:rPr lang="en-US" sz="2000" b="0" u="none" strike="noStrike">
                <a:solidFill>
                  <a:schemeClr val="lt1"/>
                </a:solidFill>
                <a:effectLst/>
                <a:uFillTx/>
                <a:latin typeface="Century Gothic"/>
              </a:rPr>
              <a:t>Click to edit the outline text format</a:t>
            </a:r>
            <a:endParaRPr lang="en-US" sz="2000" b="0" u="none" strike="noStrike">
              <a:solidFill>
                <a:schemeClr val="lt1"/>
              </a:solidFill>
              <a:effectLst/>
              <a:uFillTx/>
              <a:latin typeface="Century Gothic"/>
            </a:endParaRPr>
          </a:p>
          <a:p>
            <a:pPr marL="864000" lvl="1" indent="-324000" algn="l" defTabSz="457200">
              <a:spcBef>
                <a:spcPts val="360"/>
              </a:spcBef>
              <a:spcAft>
                <a:spcPts val="601"/>
              </a:spcAft>
              <a:buClr>
                <a:srgbClr val="000000"/>
              </a:buClr>
              <a:buSzPct val="75000"/>
              <a:buFont typeface="Symbol" charset="2"/>
              <a:buChar char=""/>
            </a:pPr>
            <a:r>
              <a:rPr lang="en-US" sz="1800" b="0" u="none" strike="noStrike">
                <a:solidFill>
                  <a:schemeClr val="lt1"/>
                </a:solidFill>
                <a:effectLst/>
                <a:uFillTx/>
                <a:latin typeface="Century Gothic"/>
              </a:rPr>
              <a:t>Second Outline Level</a:t>
            </a:r>
            <a:endParaRPr lang="en-US" sz="1800" b="0" u="none" strike="noStrike">
              <a:solidFill>
                <a:schemeClr val="lt1"/>
              </a:solidFill>
              <a:effectLst/>
              <a:uFillTx/>
              <a:latin typeface="Century Gothic"/>
            </a:endParaRPr>
          </a:p>
          <a:p>
            <a:pPr marL="1296000" lvl="2" indent="-288000" algn="l" defTabSz="457200">
              <a:spcBef>
                <a:spcPts val="320"/>
              </a:spcBef>
              <a:spcAft>
                <a:spcPts val="601"/>
              </a:spcAft>
              <a:buClr>
                <a:srgbClr val="000000"/>
              </a:buClr>
              <a:buSzPct val="45000"/>
              <a:buFont typeface="Wingdings" charset="2"/>
              <a:buChar char=""/>
            </a:pPr>
            <a:r>
              <a:rPr lang="en-US" sz="1600" b="0" u="none" strike="noStrike">
                <a:solidFill>
                  <a:schemeClr val="lt1"/>
                </a:solidFill>
                <a:effectLst/>
                <a:uFillTx/>
                <a:latin typeface="Century Gothic"/>
              </a:rPr>
              <a:t>Third Outline Level</a:t>
            </a:r>
            <a:endParaRPr lang="en-US" sz="1600" b="0" u="none" strike="noStrike">
              <a:solidFill>
                <a:schemeClr val="lt1"/>
              </a:solidFill>
              <a:effectLst/>
              <a:uFillTx/>
              <a:latin typeface="Century Gothic"/>
            </a:endParaRPr>
          </a:p>
          <a:p>
            <a:pPr marL="1728000" lvl="3" indent="-216000" algn="l" defTabSz="457200">
              <a:spcBef>
                <a:spcPts val="281"/>
              </a:spcBef>
              <a:spcAft>
                <a:spcPts val="601"/>
              </a:spcAft>
              <a:buClr>
                <a:srgbClr val="000000"/>
              </a:buClr>
              <a:buSzPct val="75000"/>
              <a:buFont typeface="Symbol" charset="2"/>
              <a:buChar char=""/>
            </a:pPr>
            <a:r>
              <a:rPr lang="en-US" sz="1400" b="0" u="none" strike="noStrike">
                <a:solidFill>
                  <a:schemeClr val="lt1"/>
                </a:solidFill>
                <a:effectLst/>
                <a:uFillTx/>
                <a:latin typeface="Century Gothic"/>
              </a:rPr>
              <a:t>Fourth Outline Level</a:t>
            </a:r>
            <a:endParaRPr lang="en-US" sz="1400" b="0" u="none" strike="noStrike">
              <a:solidFill>
                <a:schemeClr val="lt1"/>
              </a:solidFill>
              <a:effectLst/>
              <a:uFillTx/>
              <a:latin typeface="Century Gothic"/>
            </a:endParaRPr>
          </a:p>
          <a:p>
            <a:pPr marL="2160000" lvl="4" indent="-216000" algn="l" defTabSz="457200">
              <a:spcBef>
                <a:spcPts val="281"/>
              </a:spcBef>
              <a:spcAft>
                <a:spcPts val="601"/>
              </a:spcAft>
              <a:buClr>
                <a:srgbClr val="000000"/>
              </a:buClr>
              <a:buSzPct val="45000"/>
              <a:buFont typeface="Wingdings" charset="2"/>
              <a:buChar char=""/>
            </a:pPr>
            <a:r>
              <a:rPr lang="en-US" sz="1400" b="0" u="none" strike="noStrike">
                <a:solidFill>
                  <a:schemeClr val="lt1"/>
                </a:solidFill>
                <a:effectLst/>
                <a:uFillTx/>
                <a:latin typeface="Century Gothic"/>
              </a:rPr>
              <a:t>Fifth Outline Level</a:t>
            </a:r>
            <a:endParaRPr lang="en-US" sz="1400" b="0" u="none" strike="noStrike">
              <a:solidFill>
                <a:schemeClr val="lt1"/>
              </a:solidFill>
              <a:effectLst/>
              <a:uFillTx/>
              <a:latin typeface="Century Gothic"/>
            </a:endParaRPr>
          </a:p>
          <a:p>
            <a:pPr marL="2592000" lvl="5" indent="-216000" algn="l" defTabSz="457200">
              <a:spcBef>
                <a:spcPts val="283"/>
              </a:spcBef>
              <a:buClr>
                <a:srgbClr val="000000"/>
              </a:buClr>
              <a:buSzPct val="45000"/>
              <a:buFont typeface="Wingdings" charset="2"/>
              <a:buChar char=""/>
            </a:pPr>
            <a:r>
              <a:rPr lang="en-US" sz="2000" b="0" u="none" strike="noStrike">
                <a:solidFill>
                  <a:schemeClr val="lt1"/>
                </a:solidFill>
                <a:effectLst/>
                <a:uFillTx/>
                <a:latin typeface="Century Gothic"/>
              </a:rPr>
              <a:t>Sixth Outline Level</a:t>
            </a:r>
            <a:endParaRPr lang="en-US" sz="2000" b="0" u="none" strike="noStrike">
              <a:solidFill>
                <a:schemeClr val="lt1"/>
              </a:solidFill>
              <a:effectLst/>
              <a:uFillTx/>
              <a:latin typeface="Century Gothic"/>
            </a:endParaRPr>
          </a:p>
          <a:p>
            <a:pPr marL="3024000" lvl="6" indent="-216000" algn="l" defTabSz="457200">
              <a:spcBef>
                <a:spcPts val="283"/>
              </a:spcBef>
              <a:buClr>
                <a:srgbClr val="000000"/>
              </a:buClr>
              <a:buSzPct val="45000"/>
              <a:buFont typeface="Wingdings" charset="2"/>
              <a:buChar char=""/>
            </a:pPr>
            <a:r>
              <a:rPr lang="en-US" sz="2000" b="0" u="none" strike="noStrike">
                <a:solidFill>
                  <a:schemeClr val="lt1"/>
                </a:solidFill>
                <a:effectLst/>
                <a:uFillTx/>
                <a:latin typeface="Century Gothic"/>
              </a:rPr>
              <a:t>Seventh Outline Level</a:t>
            </a:r>
            <a:endParaRPr lang="en-US" sz="2000" b="0" u="none" strike="noStrike">
              <a:solidFill>
                <a:schemeClr val="lt1"/>
              </a:solidFill>
              <a:effectLst/>
              <a:uFillTx/>
              <a:latin typeface="Century Gothic"/>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ítulo y objetos">
    <p:bg>
      <p:bgPr>
        <a:gradFill rotWithShape="0">
          <a:gsLst>
            <a:gs pos="10000">
              <a:srgbClr val="808080"/>
            </a:gs>
            <a:gs pos="100000">
              <a:srgbClr val="0070C0"/>
            </a:gs>
          </a:gsLst>
          <a:lin ang="6120000"/>
        </a:gradFill>
      </p:bgPr>
    </p:bg>
    <p:spTree>
      <p:nvGrpSpPr>
        <p:cNvPr id="1" name=""/>
        <p:cNvGrpSpPr/>
        <p:nvPr/>
      </p:nvGrpSpPr>
      <p:grpSpPr>
        <a:xfrm>
          <a:off x="0" y="0"/>
          <a:ext cx="0" cy="0"/>
          <a:chOff x="0" y="0"/>
          <a:chExt cx="0" cy="0"/>
        </a:xfrm>
      </p:grpSpPr>
      <p:grpSp>
        <p:nvGrpSpPr>
          <p:cNvPr id="56" name="Group 6"/>
          <p:cNvGrpSpPr/>
          <p:nvPr/>
        </p:nvGrpSpPr>
        <p:grpSpPr>
          <a:xfrm>
            <a:off x="9206640" y="2963160"/>
            <a:ext cx="2981880" cy="3209040"/>
            <a:chOff x="9206640" y="2963160"/>
            <a:chExt cx="2981880" cy="3209040"/>
          </a:xfrm>
        </p:grpSpPr>
        <p:cxnSp>
          <p:nvCxnSpPr>
            <p:cNvPr id="57" name="Straight Connector 7"/>
            <p:cNvCxnSpPr/>
            <p:nvPr/>
          </p:nvCxnSpPr>
          <p:spPr>
            <a:xfrm flipH="1">
              <a:off x="11275920" y="2963160"/>
              <a:ext cx="912960" cy="913320"/>
            </a:xfrm>
            <a:prstGeom prst="straightConnector1">
              <a:avLst/>
            </a:prstGeom>
            <a:ln cap="rnd" w="9525">
              <a:solidFill>
                <a:srgbClr val="FFFFFF"/>
              </a:solidFill>
              <a:round/>
            </a:ln>
          </p:spPr>
        </p:cxnSp>
        <p:cxnSp>
          <p:nvCxnSpPr>
            <p:cNvPr id="58" name="Straight Connector 8"/>
            <p:cNvCxnSpPr/>
            <p:nvPr/>
          </p:nvCxnSpPr>
          <p:spPr>
            <a:xfrm flipH="1">
              <a:off x="9206640" y="3190320"/>
              <a:ext cx="2982240" cy="2982240"/>
            </a:xfrm>
            <a:prstGeom prst="straightConnector1">
              <a:avLst/>
            </a:prstGeom>
            <a:ln cap="rnd" w="9525">
              <a:solidFill>
                <a:srgbClr val="FFFFFF"/>
              </a:solidFill>
              <a:round/>
            </a:ln>
          </p:spPr>
        </p:cxnSp>
        <p:cxnSp>
          <p:nvCxnSpPr>
            <p:cNvPr id="59" name="Straight Connector 9"/>
            <p:cNvCxnSpPr/>
            <p:nvPr/>
          </p:nvCxnSpPr>
          <p:spPr>
            <a:xfrm flipH="1">
              <a:off x="10292040" y="3285000"/>
              <a:ext cx="1896840" cy="1896840"/>
            </a:xfrm>
            <a:prstGeom prst="straightConnector1">
              <a:avLst/>
            </a:prstGeom>
            <a:ln cap="rnd" w="9525">
              <a:solidFill>
                <a:srgbClr val="FFFFFF"/>
              </a:solidFill>
              <a:round/>
            </a:ln>
          </p:spPr>
        </p:cxnSp>
        <p:cxnSp>
          <p:nvCxnSpPr>
            <p:cNvPr id="60" name="Straight Connector 10"/>
            <p:cNvCxnSpPr/>
            <p:nvPr/>
          </p:nvCxnSpPr>
          <p:spPr>
            <a:xfrm flipH="1">
              <a:off x="10442880" y="3130920"/>
              <a:ext cx="1746000" cy="1746000"/>
            </a:xfrm>
            <a:prstGeom prst="straightConnector1">
              <a:avLst/>
            </a:prstGeom>
            <a:ln cap="rnd" w="28575">
              <a:solidFill>
                <a:srgbClr val="FFFFFF"/>
              </a:solidFill>
              <a:round/>
            </a:ln>
          </p:spPr>
        </p:cxnSp>
        <p:cxnSp>
          <p:nvCxnSpPr>
            <p:cNvPr id="61" name="Straight Connector 11"/>
            <p:cNvCxnSpPr/>
            <p:nvPr/>
          </p:nvCxnSpPr>
          <p:spPr>
            <a:xfrm flipH="1">
              <a:off x="10918800" y="3682800"/>
              <a:ext cx="1270080" cy="1270440"/>
            </a:xfrm>
            <a:prstGeom prst="straightConnector1">
              <a:avLst/>
            </a:prstGeom>
            <a:ln cap="rnd" w="28575">
              <a:solidFill>
                <a:srgbClr val="FFFFFF"/>
              </a:solidFill>
              <a:round/>
            </a:ln>
          </p:spPr>
        </p:cxnSp>
      </p:grpSp>
      <p:sp>
        <p:nvSpPr>
          <p:cNvPr id="62" name="PlaceHolder 1"/>
          <p:cNvSpPr>
            <a:spLocks noGrp="1"/>
          </p:cNvSpPr>
          <p:nvPr>
            <p:ph type="title"/>
          </p:nvPr>
        </p:nvSpPr>
        <p:spPr>
          <a:xfrm>
            <a:off x="684360" y="4487400"/>
            <a:ext cx="8534160" cy="1506600"/>
          </a:xfrm>
          <a:prstGeom prst="rect">
            <a:avLst/>
          </a:prstGeom>
          <a:solidFill>
            <a:schemeClr val="lt1"/>
          </a:solidFill>
          <a:ln w="0">
            <a:noFill/>
          </a:ln>
        </p:spPr>
        <p:txBody>
          <a:bodyPr lIns="91440" tIns="45720" rIns="91440" bIns="45720" anchor="ctr">
            <a:noAutofit/>
          </a:bodyPr>
          <a:lstStyle>
            <a:lvl1pPr indent="0" algn="l" defTabSz="457200">
              <a:lnSpc>
                <a:spcPct val="100000"/>
              </a:lnSpc>
              <a:buNone/>
              <a:defRPr lang="es-ES" sz="3600" b="0" u="none" strike="noStrike" cap="all">
                <a:solidFill>
                  <a:srgbClr val="0070C0"/>
                </a:solidFill>
                <a:effectLst/>
                <a:uFillTx/>
                <a:latin typeface="Century Gothic"/>
              </a:defRPr>
            </a:lvl1pPr>
          </a:lstStyle>
          <a:p>
            <a:pPr indent="0" algn="l" defTabSz="457200">
              <a:lnSpc>
                <a:spcPct val="100000"/>
              </a:lnSpc>
              <a:buNone/>
            </a:pPr>
            <a:r>
              <a:rPr lang="es-ES" sz="3600" b="0" u="none" strike="noStrike" cap="all">
                <a:solidFill>
                  <a:srgbClr val="0070C0"/>
                </a:solidFill>
                <a:effectLst/>
                <a:uFillTx/>
                <a:latin typeface="Century Gothic"/>
              </a:rPr>
              <a:t>Ha</a:t>
            </a:r>
            <a:r>
              <a:rPr lang="es-ES" sz="3600" b="0" u="none" strike="noStrike" cap="all">
                <a:solidFill>
                  <a:srgbClr val="0070C0"/>
                </a:solidFill>
                <a:effectLst/>
                <a:uFillTx/>
                <a:latin typeface="Century Gothic"/>
              </a:rPr>
              <a:t>ga </a:t>
            </a:r>
            <a:r>
              <a:rPr lang="es-ES" sz="3600" b="0" u="none" strike="noStrike" cap="all">
                <a:solidFill>
                  <a:srgbClr val="0070C0"/>
                </a:solidFill>
                <a:effectLst/>
                <a:uFillTx/>
                <a:latin typeface="Century Gothic"/>
              </a:rPr>
              <a:t>cli</a:t>
            </a:r>
            <a:r>
              <a:rPr lang="es-ES" sz="3600" b="0" u="none" strike="noStrike" cap="all">
                <a:solidFill>
                  <a:srgbClr val="0070C0"/>
                </a:solidFill>
                <a:effectLst/>
                <a:uFillTx/>
                <a:latin typeface="Century Gothic"/>
              </a:rPr>
              <a:t>c </a:t>
            </a:r>
            <a:r>
              <a:rPr lang="es-ES" sz="3600" b="0" u="none" strike="noStrike" cap="all">
                <a:solidFill>
                  <a:srgbClr val="0070C0"/>
                </a:solidFill>
                <a:effectLst/>
                <a:uFillTx/>
                <a:latin typeface="Century Gothic"/>
              </a:rPr>
              <a:t>par</a:t>
            </a:r>
            <a:r>
              <a:rPr lang="es-ES" sz="3600" b="0" u="none" strike="noStrike" cap="all">
                <a:solidFill>
                  <a:srgbClr val="0070C0"/>
                </a:solidFill>
                <a:effectLst/>
                <a:uFillTx/>
                <a:latin typeface="Century Gothic"/>
              </a:rPr>
              <a:t>a </a:t>
            </a:r>
            <a:r>
              <a:rPr lang="es-ES" sz="3600" b="0" u="none" strike="noStrike" cap="all">
                <a:solidFill>
                  <a:srgbClr val="0070C0"/>
                </a:solidFill>
                <a:effectLst/>
                <a:uFillTx/>
                <a:latin typeface="Century Gothic"/>
              </a:rPr>
              <a:t>mo</a:t>
            </a:r>
            <a:r>
              <a:rPr lang="es-ES" sz="3600" b="0" u="none" strike="noStrike" cap="all">
                <a:solidFill>
                  <a:srgbClr val="0070C0"/>
                </a:solidFill>
                <a:effectLst/>
                <a:uFillTx/>
                <a:latin typeface="Century Gothic"/>
              </a:rPr>
              <a:t>dif</a:t>
            </a:r>
            <a:r>
              <a:rPr lang="es-ES" sz="3600" b="0" u="none" strike="noStrike" cap="all">
                <a:solidFill>
                  <a:srgbClr val="0070C0"/>
                </a:solidFill>
                <a:effectLst/>
                <a:uFillTx/>
                <a:latin typeface="Century Gothic"/>
              </a:rPr>
              <a:t>ica</a:t>
            </a:r>
            <a:r>
              <a:rPr lang="es-ES" sz="3600" b="0" u="none" strike="noStrike" cap="all">
                <a:solidFill>
                  <a:srgbClr val="0070C0"/>
                </a:solidFill>
                <a:effectLst/>
                <a:uFillTx/>
                <a:latin typeface="Century Gothic"/>
              </a:rPr>
              <a:t>r </a:t>
            </a:r>
            <a:r>
              <a:rPr lang="es-ES" sz="3600" b="0" u="none" strike="noStrike" cap="all">
                <a:solidFill>
                  <a:srgbClr val="0070C0"/>
                </a:solidFill>
                <a:effectLst/>
                <a:uFillTx/>
                <a:latin typeface="Century Gothic"/>
              </a:rPr>
              <a:t>el </a:t>
            </a:r>
            <a:r>
              <a:rPr lang="es-ES" sz="3600" b="0" u="none" strike="noStrike" cap="all">
                <a:solidFill>
                  <a:srgbClr val="0070C0"/>
                </a:solidFill>
                <a:effectLst/>
                <a:uFillTx/>
                <a:latin typeface="Century Gothic"/>
              </a:rPr>
              <a:t>est</a:t>
            </a:r>
            <a:r>
              <a:rPr lang="es-ES" sz="3600" b="0" u="none" strike="noStrike" cap="all">
                <a:solidFill>
                  <a:srgbClr val="0070C0"/>
                </a:solidFill>
                <a:effectLst/>
                <a:uFillTx/>
                <a:latin typeface="Century Gothic"/>
              </a:rPr>
              <a:t>ilo </a:t>
            </a:r>
            <a:r>
              <a:rPr lang="es-ES" sz="3600" b="0" u="none" strike="noStrike" cap="all">
                <a:solidFill>
                  <a:srgbClr val="0070C0"/>
                </a:solidFill>
                <a:effectLst/>
                <a:uFillTx/>
                <a:latin typeface="Century Gothic"/>
              </a:rPr>
              <a:t>de </a:t>
            </a:r>
            <a:r>
              <a:rPr lang="es-ES" sz="3600" b="0" u="none" strike="noStrike" cap="all">
                <a:solidFill>
                  <a:srgbClr val="0070C0"/>
                </a:solidFill>
                <a:effectLst/>
                <a:uFillTx/>
                <a:latin typeface="Century Gothic"/>
              </a:rPr>
              <a:t>tít</a:t>
            </a:r>
            <a:r>
              <a:rPr lang="es-ES" sz="3600" b="0" u="none" strike="noStrike" cap="all">
                <a:solidFill>
                  <a:srgbClr val="0070C0"/>
                </a:solidFill>
                <a:effectLst/>
                <a:uFillTx/>
                <a:latin typeface="Century Gothic"/>
              </a:rPr>
              <a:t>ul</a:t>
            </a:r>
            <a:r>
              <a:rPr lang="es-ES" sz="3600" b="0" u="none" strike="noStrike" cap="all">
                <a:solidFill>
                  <a:srgbClr val="0070C0"/>
                </a:solidFill>
                <a:effectLst/>
                <a:uFillTx/>
                <a:latin typeface="Century Gothic"/>
              </a:rPr>
              <a:t>o </a:t>
            </a:r>
            <a:r>
              <a:rPr lang="es-ES" sz="3600" b="0" u="none" strike="noStrike" cap="all">
                <a:solidFill>
                  <a:srgbClr val="0070C0"/>
                </a:solidFill>
                <a:effectLst/>
                <a:uFillTx/>
                <a:latin typeface="Century Gothic"/>
              </a:rPr>
              <a:t>del </a:t>
            </a:r>
            <a:r>
              <a:rPr lang="es-ES" sz="3600" b="0" u="none" strike="noStrike" cap="all">
                <a:solidFill>
                  <a:srgbClr val="0070C0"/>
                </a:solidFill>
                <a:effectLst/>
                <a:uFillTx/>
                <a:latin typeface="Century Gothic"/>
              </a:rPr>
              <a:t>pat</a:t>
            </a:r>
            <a:r>
              <a:rPr lang="es-ES" sz="3600" b="0" u="none" strike="noStrike" cap="all">
                <a:solidFill>
                  <a:srgbClr val="0070C0"/>
                </a:solidFill>
                <a:effectLst/>
                <a:uFillTx/>
                <a:latin typeface="Century Gothic"/>
              </a:rPr>
              <a:t>ró</a:t>
            </a:r>
            <a:r>
              <a:rPr lang="es-ES" sz="3600" b="0" u="none" strike="noStrike" cap="all">
                <a:solidFill>
                  <a:srgbClr val="0070C0"/>
                </a:solidFill>
                <a:effectLst/>
                <a:uFillTx/>
                <a:latin typeface="Century Gothic"/>
              </a:rPr>
              <a:t>n</a:t>
            </a:r>
            <a:endParaRPr lang="en-US" sz="3600" b="0" u="none" strike="noStrike" cap="all">
              <a:solidFill>
                <a:srgbClr val="0070C0"/>
              </a:solidFill>
              <a:effectLst/>
              <a:uFillTx/>
              <a:latin typeface="Century Gothic"/>
            </a:endParaRPr>
          </a:p>
        </p:txBody>
      </p:sp>
      <p:sp>
        <p:nvSpPr>
          <p:cNvPr id="63" name="PlaceHolder 2"/>
          <p:cNvSpPr>
            <a:spLocks noGrp="1"/>
          </p:cNvSpPr>
          <p:nvPr>
            <p:ph type="body"/>
          </p:nvPr>
        </p:nvSpPr>
        <p:spPr>
          <a:xfrm>
            <a:off x="684360" y="685800"/>
            <a:ext cx="8534160" cy="3614760"/>
          </a:xfrm>
          <a:prstGeom prst="rect">
            <a:avLst/>
          </a:prstGeom>
          <a:solidFill>
            <a:schemeClr val="lt1"/>
          </a:solidFill>
          <a:ln w="0">
            <a:noFill/>
          </a:ln>
        </p:spPr>
        <p:txBody>
          <a:bodyPr lIns="91440" tIns="45720" rIns="91440" bIns="45720" anchor="ctr">
            <a:noAutofit/>
          </a:bodyPr>
          <a:lstStyle>
            <a:lvl1pPr algn="l" defTabSz="457200">
              <a:lnSpc>
                <a:spcPct val="100000"/>
              </a:lnSpc>
              <a:spcBef>
                <a:spcPts val="400"/>
              </a:spcBef>
              <a:spcAft>
                <a:spcPts val="601"/>
              </a:spcAft>
              <a:buClr>
                <a:srgbClr val="FFFFFF"/>
              </a:buClr>
              <a:buSzPct val="80000"/>
              <a:buFont typeface="Wingdings 3" charset="2"/>
              <a:buChar char=""/>
              <a:defRPr lang="es-ES" sz="2000" b="0" u="none" strike="noStrike">
                <a:solidFill>
                  <a:srgbClr val="0070C0"/>
                </a:solidFill>
                <a:effectLst/>
                <a:uFillTx/>
                <a:latin typeface="Century Gothic"/>
              </a:defRPr>
            </a:lvl1pPr>
            <a:lvl2pPr lvl="1" algn="l" defTabSz="457200">
              <a:lnSpc>
                <a:spcPct val="100000"/>
              </a:lnSpc>
              <a:spcBef>
                <a:spcPts val="360"/>
              </a:spcBef>
              <a:spcAft>
                <a:spcPts val="601"/>
              </a:spcAft>
              <a:buClr>
                <a:srgbClr val="FFFFFF"/>
              </a:buClr>
              <a:buSzPct val="80000"/>
              <a:buFont typeface="Wingdings 3" charset="2"/>
              <a:buChar char=""/>
              <a:defRPr lang="es-ES" sz="1800" b="0" u="none" strike="noStrike">
                <a:solidFill>
                  <a:srgbClr val="0070C0"/>
                </a:solidFill>
                <a:effectLst/>
                <a:uFillTx/>
                <a:latin typeface="Century Gothic"/>
              </a:defRPr>
            </a:lvl2pPr>
            <a:lvl3pPr lvl="2" algn="l" defTabSz="457200">
              <a:lnSpc>
                <a:spcPct val="100000"/>
              </a:lnSpc>
              <a:spcBef>
                <a:spcPts val="320"/>
              </a:spcBef>
              <a:spcAft>
                <a:spcPts val="601"/>
              </a:spcAft>
              <a:buClr>
                <a:srgbClr val="FFFFFF"/>
              </a:buClr>
              <a:buSzPct val="80000"/>
              <a:buFont typeface="Wingdings 3" charset="2"/>
              <a:buChar char=""/>
              <a:defRPr lang="es-ES" sz="1600" b="0" u="none" strike="noStrike">
                <a:solidFill>
                  <a:srgbClr val="0070C0"/>
                </a:solidFill>
                <a:effectLst/>
                <a:uFillTx/>
                <a:latin typeface="Century Gothic"/>
              </a:defRPr>
            </a:lvl3pPr>
            <a:lvl4pPr lvl="3" algn="l" defTabSz="457200">
              <a:lnSpc>
                <a:spcPct val="100000"/>
              </a:lnSpc>
              <a:spcBef>
                <a:spcPts val="281"/>
              </a:spcBef>
              <a:spcAft>
                <a:spcPts val="601"/>
              </a:spcAft>
              <a:buClr>
                <a:srgbClr val="FFFFFF"/>
              </a:buClr>
              <a:buSzPct val="80000"/>
              <a:buFont typeface="Wingdings 3" charset="2"/>
              <a:buChar char=""/>
              <a:defRPr lang="es-ES" sz="1400" b="0" u="none" strike="noStrike">
                <a:solidFill>
                  <a:srgbClr val="0070C0"/>
                </a:solidFill>
                <a:effectLst/>
                <a:uFillTx/>
                <a:latin typeface="Century Gothic"/>
              </a:defRPr>
            </a:lvl4pPr>
            <a:lvl5pPr lvl="4" algn="l" defTabSz="457200">
              <a:lnSpc>
                <a:spcPct val="100000"/>
              </a:lnSpc>
              <a:spcBef>
                <a:spcPts val="281"/>
              </a:spcBef>
              <a:spcAft>
                <a:spcPts val="601"/>
              </a:spcAft>
              <a:buClr>
                <a:srgbClr val="FFFFFF"/>
              </a:buClr>
              <a:buSzPct val="80000"/>
              <a:buFont typeface="Wingdings 3" charset="2"/>
              <a:buChar char=""/>
              <a:defRPr lang="es-ES" sz="1400" b="0" u="none" strike="noStrike">
                <a:solidFill>
                  <a:srgbClr val="0070C0"/>
                </a:solidFill>
                <a:effectLst/>
                <a:uFillTx/>
                <a:latin typeface="Century Gothic"/>
              </a:defRPr>
            </a:lvl5pPr>
          </a:lstStyle>
          <a:p>
            <a:pPr marL="285840" indent="-285840" algn="l" defTabSz="457200">
              <a:lnSpc>
                <a:spcPct val="100000"/>
              </a:lnSpc>
              <a:spcBef>
                <a:spcPts val="400"/>
              </a:spcBef>
              <a:spcAft>
                <a:spcPts val="601"/>
              </a:spcAft>
              <a:buClr>
                <a:srgbClr val="FFFFFF"/>
              </a:buClr>
              <a:buSzPct val="80000"/>
              <a:buFont typeface="Wingdings 3" charset="2"/>
              <a:buChar char=""/>
            </a:pPr>
            <a:r>
              <a:rPr lang="es-ES" sz="2000" b="0" u="none" strike="noStrike">
                <a:solidFill>
                  <a:srgbClr val="0070C0"/>
                </a:solidFill>
                <a:effectLst/>
                <a:uFillTx/>
                <a:latin typeface="Century Gothic"/>
              </a:rPr>
              <a:t>Haga clic para modificar el estilo de texto del patrón</a:t>
            </a:r>
            <a:endParaRPr lang="en-US" sz="2000" b="0" u="none" strike="noStrike">
              <a:solidFill>
                <a:srgbClr val="0070C0"/>
              </a:solidFill>
              <a:effectLst/>
              <a:uFillTx/>
              <a:latin typeface="Century Gothic"/>
            </a:endParaRPr>
          </a:p>
          <a:p>
            <a:pPr marL="743040" lvl="1" indent="-285840" algn="l" defTabSz="457200">
              <a:lnSpc>
                <a:spcPct val="100000"/>
              </a:lnSpc>
              <a:spcBef>
                <a:spcPts val="360"/>
              </a:spcBef>
              <a:spcAft>
                <a:spcPts val="601"/>
              </a:spcAft>
              <a:buClr>
                <a:srgbClr val="FFFFFF"/>
              </a:buClr>
              <a:buSzPct val="80000"/>
              <a:buFont typeface="Wingdings 3" charset="2"/>
              <a:buChar char=""/>
            </a:pPr>
            <a:r>
              <a:rPr lang="es-ES" sz="1800" b="0" u="none" strike="noStrike">
                <a:solidFill>
                  <a:srgbClr val="0070C0"/>
                </a:solidFill>
                <a:effectLst/>
                <a:uFillTx/>
                <a:latin typeface="Century Gothic"/>
              </a:rPr>
              <a:t>Segundo nivel</a:t>
            </a:r>
            <a:endParaRPr lang="en-US" sz="1800" b="0" u="none" strike="noStrike">
              <a:solidFill>
                <a:srgbClr val="0070C0"/>
              </a:solidFill>
              <a:effectLst/>
              <a:uFillTx/>
              <a:latin typeface="Century Gothic"/>
            </a:endParaRPr>
          </a:p>
          <a:p>
            <a:pPr marL="1200240" lvl="2" indent="-285840" algn="l" defTabSz="457200">
              <a:lnSpc>
                <a:spcPct val="100000"/>
              </a:lnSpc>
              <a:spcBef>
                <a:spcPts val="320"/>
              </a:spcBef>
              <a:spcAft>
                <a:spcPts val="601"/>
              </a:spcAft>
              <a:buClr>
                <a:srgbClr val="FFFFFF"/>
              </a:buClr>
              <a:buSzPct val="80000"/>
              <a:buFont typeface="Wingdings 3" charset="2"/>
              <a:buChar char=""/>
            </a:pPr>
            <a:r>
              <a:rPr lang="es-ES" sz="1600" b="0" u="none" strike="noStrike">
                <a:solidFill>
                  <a:srgbClr val="0070C0"/>
                </a:solidFill>
                <a:effectLst/>
                <a:uFillTx/>
                <a:latin typeface="Century Gothic"/>
              </a:rPr>
              <a:t>Tercer nivel</a:t>
            </a:r>
            <a:endParaRPr lang="en-US" sz="1600" b="0" u="none" strike="noStrike">
              <a:solidFill>
                <a:srgbClr val="0070C0"/>
              </a:solidFill>
              <a:effectLst/>
              <a:uFillTx/>
              <a:latin typeface="Century Gothic"/>
            </a:endParaRPr>
          </a:p>
          <a:p>
            <a:pPr marL="1542960" lvl="3" indent="-171360" algn="l" defTabSz="457200">
              <a:lnSpc>
                <a:spcPct val="100000"/>
              </a:lnSpc>
              <a:spcBef>
                <a:spcPts val="281"/>
              </a:spcBef>
              <a:spcAft>
                <a:spcPts val="601"/>
              </a:spcAft>
              <a:buClr>
                <a:srgbClr val="FFFFFF"/>
              </a:buClr>
              <a:buSzPct val="80000"/>
              <a:buFont typeface="Wingdings 3" charset="2"/>
              <a:buChar char=""/>
            </a:pPr>
            <a:r>
              <a:rPr lang="es-ES" sz="1400" b="0" u="none" strike="noStrike">
                <a:solidFill>
                  <a:srgbClr val="0070C0"/>
                </a:solidFill>
                <a:effectLst/>
                <a:uFillTx/>
                <a:latin typeface="Century Gothic"/>
              </a:rPr>
              <a:t>Cuarto nivel</a:t>
            </a:r>
            <a:endParaRPr lang="en-US" sz="1400" b="0" u="none" strike="noStrike">
              <a:solidFill>
                <a:srgbClr val="0070C0"/>
              </a:solidFill>
              <a:effectLst/>
              <a:uFillTx/>
              <a:latin typeface="Century Gothic"/>
            </a:endParaRPr>
          </a:p>
          <a:p>
            <a:pPr marL="2000160" lvl="4" indent="-171360" algn="l" defTabSz="457200">
              <a:lnSpc>
                <a:spcPct val="100000"/>
              </a:lnSpc>
              <a:spcBef>
                <a:spcPts val="281"/>
              </a:spcBef>
              <a:spcAft>
                <a:spcPts val="601"/>
              </a:spcAft>
              <a:buClr>
                <a:srgbClr val="FFFFFF"/>
              </a:buClr>
              <a:buSzPct val="80000"/>
              <a:buFont typeface="Wingdings 3" charset="2"/>
              <a:buChar char=""/>
            </a:pPr>
            <a:r>
              <a:rPr lang="es-ES" sz="1400" b="0" u="none" strike="noStrike">
                <a:solidFill>
                  <a:srgbClr val="0070C0"/>
                </a:solidFill>
                <a:effectLst/>
                <a:uFillTx/>
                <a:latin typeface="Century Gothic"/>
              </a:rPr>
              <a:t>Quinto nivel</a:t>
            </a:r>
            <a:endParaRPr lang="en-US" sz="1400" b="0" u="none" strike="noStrike">
              <a:solidFill>
                <a:srgbClr val="0070C0"/>
              </a:solidFill>
              <a:effectLst/>
              <a:uFillTx/>
              <a:latin typeface="Century Gothic"/>
            </a:endParaRPr>
          </a:p>
        </p:txBody>
      </p:sp>
      <p:sp>
        <p:nvSpPr>
          <p:cNvPr id="64" name="PlaceHolder 3"/>
          <p:cNvSpPr>
            <a:spLocks noGrp="1"/>
          </p:cNvSpPr>
          <p:nvPr>
            <p:ph type="dt" idx="2"/>
          </p:nvPr>
        </p:nvSpPr>
        <p:spPr>
          <a:xfrm>
            <a:off x="9904320" y="6172200"/>
            <a:ext cx="1599840" cy="364680"/>
          </a:xfrm>
          <a:prstGeom prst="rect">
            <a:avLst/>
          </a:prstGeom>
          <a:noFill/>
          <a:ln w="0">
            <a:noFill/>
          </a:ln>
        </p:spPr>
        <p:txBody>
          <a:bodyPr lIns="91440" tIns="45720" rIns="91440" bIns="45720" anchor="t">
            <a:noAutofit/>
          </a:bodyPr>
          <a:lstStyle>
            <a:lvl1pPr indent="0" algn="r" defTabSz="457200">
              <a:lnSpc>
                <a:spcPct val="100000"/>
              </a:lnSpc>
              <a:buNone/>
              <a:defRPr lang="en-US" sz="1000" b="0" u="none" strike="noStrike">
                <a:solidFill>
                  <a:schemeClr val="lt1"/>
                </a:solidFill>
                <a:effectLst/>
                <a:uFillTx/>
                <a:latin typeface="Century Gothic"/>
              </a:defRPr>
            </a:lvl1pPr>
          </a:lstStyle>
          <a:p>
            <a:pPr indent="0" algn="r" defTabSz="457200">
              <a:lnSpc>
                <a:spcPct val="100000"/>
              </a:lnSpc>
              <a:buNone/>
            </a:pPr>
            <a:r>
              <a:rPr lang="en-US" sz="1000" b="0" u="none" strike="noStrike">
                <a:solidFill>
                  <a:schemeClr val="lt1"/>
                </a:solidFill>
                <a:effectLst/>
                <a:uFillTx/>
                <a:latin typeface="Century Gothic"/>
              </a:rPr>
              <a:t>&lt;date/time&gt;</a:t>
            </a:r>
            <a:endParaRPr lang="es-PY" sz="1000" b="0" u="none" strike="noStrike">
              <a:solidFill>
                <a:srgbClr val="FFFFFF"/>
              </a:solidFill>
              <a:effectLst/>
              <a:uFillTx/>
              <a:latin typeface="Times New Roman"/>
            </a:endParaRPr>
          </a:p>
        </p:txBody>
      </p:sp>
      <p:sp>
        <p:nvSpPr>
          <p:cNvPr id="65" name="PlaceHolder 4"/>
          <p:cNvSpPr>
            <a:spLocks noGrp="1"/>
          </p:cNvSpPr>
          <p:nvPr>
            <p:ph type="ftr" idx="3"/>
          </p:nvPr>
        </p:nvSpPr>
        <p:spPr>
          <a:xfrm>
            <a:off x="684360" y="6172200"/>
            <a:ext cx="7543440" cy="364680"/>
          </a:xfrm>
          <a:prstGeom prst="rect">
            <a:avLst/>
          </a:prstGeom>
          <a:noFill/>
          <a:ln w="0">
            <a:noFill/>
          </a:ln>
        </p:spPr>
        <p:txBody>
          <a:bodyPr lIns="91440" tIns="45720" rIns="91440" bIns="45720" anchor="t">
            <a:noAutofit/>
          </a:bodyPr>
          <a:lstStyle>
            <a:lvl1pPr indent="0" algn="ctr">
              <a:buNone/>
              <a:defRPr lang="es-PY" sz="1400" b="0" u="none" strike="noStrike">
                <a:solidFill>
                  <a:srgbClr val="FFFFFF"/>
                </a:solidFill>
                <a:effectLst/>
                <a:uFillTx/>
                <a:latin typeface="Times New Roman"/>
              </a:defRPr>
            </a:lvl1pPr>
          </a:lstStyle>
          <a:p>
            <a:pPr indent="0" algn="ctr">
              <a:buNone/>
            </a:pPr>
            <a:r>
              <a:rPr lang="es-PY" sz="1400" b="0" u="none" strike="noStrike">
                <a:solidFill>
                  <a:srgbClr val="FFFFFF"/>
                </a:solidFill>
                <a:effectLst/>
                <a:uFillTx/>
                <a:latin typeface="Times New Roman"/>
              </a:rPr>
              <a:t>&lt;footer&gt;</a:t>
            </a:r>
            <a:endParaRPr lang="es-PY" sz="1400" b="0" u="none" strike="noStrike">
              <a:solidFill>
                <a:srgbClr val="FFFFFF"/>
              </a:solidFill>
              <a:effectLst/>
              <a:uFillTx/>
              <a:latin typeface="Times New Roman"/>
            </a:endParaRPr>
          </a:p>
        </p:txBody>
      </p:sp>
      <p:sp>
        <p:nvSpPr>
          <p:cNvPr id="66" name="PlaceHolder 5"/>
          <p:cNvSpPr>
            <a:spLocks noGrp="1"/>
          </p:cNvSpPr>
          <p:nvPr>
            <p:ph type="sldNum" idx="4"/>
          </p:nvPr>
        </p:nvSpPr>
        <p:spPr>
          <a:xfrm>
            <a:off x="10363320" y="5578560"/>
            <a:ext cx="1141920" cy="669600"/>
          </a:xfrm>
          <a:prstGeom prst="rect">
            <a:avLst/>
          </a:prstGeom>
          <a:noFill/>
          <a:ln w="0">
            <a:noFill/>
          </a:ln>
        </p:spPr>
        <p:txBody>
          <a:bodyPr lIns="91440" tIns="45720" rIns="91440" bIns="45720" anchor="b">
            <a:noAutofit/>
          </a:bodyPr>
          <a:lstStyle>
            <a:lvl1pPr indent="0" algn="r" defTabSz="457200">
              <a:lnSpc>
                <a:spcPct val="100000"/>
              </a:lnSpc>
              <a:buNone/>
              <a:defRPr lang="en-US" sz="3200" b="0" u="none" strike="noStrike">
                <a:solidFill>
                  <a:schemeClr val="lt1"/>
                </a:solidFill>
                <a:effectLst/>
                <a:uFillTx/>
                <a:latin typeface="Century Gothic"/>
              </a:defRPr>
            </a:lvl1pPr>
          </a:lstStyle>
          <a:p>
            <a:pPr indent="0" algn="r" defTabSz="457200">
              <a:lnSpc>
                <a:spcPct val="100000"/>
              </a:lnSpc>
              <a:buNone/>
            </a:pPr>
            <a:fld id="{395EB7C7-A2F5-41C2-8BE5-F0F427212B77}" type="slidenum">
              <a:rPr lang="en-US" sz="3200" b="0" u="none" strike="noStrike">
                <a:solidFill>
                  <a:schemeClr val="lt1"/>
                </a:solidFill>
                <a:effectLst/>
                <a:uFillTx/>
                <a:latin typeface="Century Gothic"/>
              </a:rPr>
              <a:t>&lt;number&gt;</a:t>
            </a:fld>
            <a:endParaRPr lang="es-PY" sz="3200" b="0" u="none" strike="noStrike">
              <a:solidFill>
                <a:srgbClr val="FFFFFF"/>
              </a:solidFill>
              <a:effectLst/>
              <a:uFillTx/>
              <a:latin typeface="Times New Roman"/>
            </a:endParaRPr>
          </a:p>
        </p:txBody>
      </p:sp>
      <p:pic>
        <p:nvPicPr>
          <p:cNvPr id="67" name="Imagen 7"/>
          <p:cNvPicPr/>
          <p:nvPr/>
        </p:nvPicPr>
        <p:blipFill>
          <a:blip r:embed="rId2"/>
          <a:stretch/>
        </p:blipFill>
        <p:spPr>
          <a:xfrm>
            <a:off x="10934280" y="285480"/>
            <a:ext cx="743400" cy="1110600"/>
          </a:xfrm>
          <a:prstGeom prst="rect">
            <a:avLst/>
          </a:prstGeom>
          <a:noFill/>
          <a:ln w="0">
            <a:noFill/>
          </a:ln>
        </p:spPr>
      </p:pic>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Dos objetos">
    <p:bg>
      <p:bgPr>
        <a:gradFill rotWithShape="0">
          <a:gsLst>
            <a:gs pos="10000">
              <a:srgbClr val="808080"/>
            </a:gs>
            <a:gs pos="100000">
              <a:srgbClr val="0070C0"/>
            </a:gs>
          </a:gsLst>
          <a:lin ang="6120000"/>
        </a:gradFill>
      </p:bgPr>
    </p:bg>
    <p:spTree>
      <p:nvGrpSpPr>
        <p:cNvPr id="1" name=""/>
        <p:cNvGrpSpPr/>
        <p:nvPr/>
      </p:nvGrpSpPr>
      <p:grpSpPr>
        <a:xfrm>
          <a:off x="0" y="0"/>
          <a:ext cx="0" cy="0"/>
          <a:chOff x="0" y="0"/>
          <a:chExt cx="0" cy="0"/>
        </a:xfrm>
      </p:grpSpPr>
      <p:grpSp>
        <p:nvGrpSpPr>
          <p:cNvPr id="68" name="Group 6"/>
          <p:cNvGrpSpPr/>
          <p:nvPr/>
        </p:nvGrpSpPr>
        <p:grpSpPr>
          <a:xfrm>
            <a:off x="9206640" y="2963160"/>
            <a:ext cx="2981880" cy="3209040"/>
            <a:chOff x="9206640" y="2963160"/>
            <a:chExt cx="2981880" cy="3209040"/>
          </a:xfrm>
        </p:grpSpPr>
        <p:cxnSp>
          <p:nvCxnSpPr>
            <p:cNvPr id="69" name="Straight Connector 7"/>
            <p:cNvCxnSpPr/>
            <p:nvPr/>
          </p:nvCxnSpPr>
          <p:spPr>
            <a:xfrm flipH="1">
              <a:off x="11275920" y="2963160"/>
              <a:ext cx="912960" cy="913320"/>
            </a:xfrm>
            <a:prstGeom prst="straightConnector1">
              <a:avLst/>
            </a:prstGeom>
            <a:ln cap="rnd" w="9525">
              <a:solidFill>
                <a:srgbClr val="FFFFFF"/>
              </a:solidFill>
              <a:round/>
            </a:ln>
          </p:spPr>
        </p:cxnSp>
        <p:cxnSp>
          <p:nvCxnSpPr>
            <p:cNvPr id="70" name="Straight Connector 8"/>
            <p:cNvCxnSpPr/>
            <p:nvPr/>
          </p:nvCxnSpPr>
          <p:spPr>
            <a:xfrm flipH="1">
              <a:off x="9206640" y="3190320"/>
              <a:ext cx="2982240" cy="2982240"/>
            </a:xfrm>
            <a:prstGeom prst="straightConnector1">
              <a:avLst/>
            </a:prstGeom>
            <a:ln cap="rnd" w="9525">
              <a:solidFill>
                <a:srgbClr val="FFFFFF"/>
              </a:solidFill>
              <a:round/>
            </a:ln>
          </p:spPr>
        </p:cxnSp>
        <p:cxnSp>
          <p:nvCxnSpPr>
            <p:cNvPr id="71" name="Straight Connector 9"/>
            <p:cNvCxnSpPr/>
            <p:nvPr/>
          </p:nvCxnSpPr>
          <p:spPr>
            <a:xfrm flipH="1">
              <a:off x="10292040" y="3285000"/>
              <a:ext cx="1896840" cy="1896840"/>
            </a:xfrm>
            <a:prstGeom prst="straightConnector1">
              <a:avLst/>
            </a:prstGeom>
            <a:ln cap="rnd" w="9525">
              <a:solidFill>
                <a:srgbClr val="FFFFFF"/>
              </a:solidFill>
              <a:round/>
            </a:ln>
          </p:spPr>
        </p:cxnSp>
        <p:cxnSp>
          <p:nvCxnSpPr>
            <p:cNvPr id="72" name="Straight Connector 10"/>
            <p:cNvCxnSpPr/>
            <p:nvPr/>
          </p:nvCxnSpPr>
          <p:spPr>
            <a:xfrm flipH="1">
              <a:off x="10442880" y="3130920"/>
              <a:ext cx="1746000" cy="1746000"/>
            </a:xfrm>
            <a:prstGeom prst="straightConnector1">
              <a:avLst/>
            </a:prstGeom>
            <a:ln cap="rnd" w="28575">
              <a:solidFill>
                <a:srgbClr val="FFFFFF"/>
              </a:solidFill>
              <a:round/>
            </a:ln>
          </p:spPr>
        </p:cxnSp>
        <p:cxnSp>
          <p:nvCxnSpPr>
            <p:cNvPr id="73" name="Straight Connector 11"/>
            <p:cNvCxnSpPr/>
            <p:nvPr/>
          </p:nvCxnSpPr>
          <p:spPr>
            <a:xfrm flipH="1">
              <a:off x="10918800" y="3682800"/>
              <a:ext cx="1270080" cy="1270440"/>
            </a:xfrm>
            <a:prstGeom prst="straightConnector1">
              <a:avLst/>
            </a:prstGeom>
            <a:ln cap="rnd" w="28575">
              <a:solidFill>
                <a:srgbClr val="FFFFFF"/>
              </a:solidFill>
              <a:round/>
            </a:ln>
          </p:spPr>
        </p:cxnSp>
      </p:grpSp>
      <p:sp>
        <p:nvSpPr>
          <p:cNvPr id="74" name="PlaceHolder 1"/>
          <p:cNvSpPr>
            <a:spLocks noGrp="1"/>
          </p:cNvSpPr>
          <p:nvPr>
            <p:ph type="title"/>
          </p:nvPr>
        </p:nvSpPr>
        <p:spPr>
          <a:xfrm>
            <a:off x="684360" y="4487400"/>
            <a:ext cx="8534160" cy="1506600"/>
          </a:xfrm>
          <a:prstGeom prst="rect">
            <a:avLst/>
          </a:prstGeom>
          <a:noFill/>
          <a:ln w="0">
            <a:noFill/>
          </a:ln>
        </p:spPr>
        <p:txBody>
          <a:bodyPr lIns="91440" tIns="45720" rIns="91440" bIns="45720" anchor="ctr">
            <a:noAutofit/>
          </a:bodyPr>
          <a:lstStyle>
            <a:lvl1pPr indent="0" algn="l" defTabSz="457200">
              <a:lnSpc>
                <a:spcPct val="100000"/>
              </a:lnSpc>
              <a:buNone/>
              <a:defRPr lang="es-ES" sz="3600" b="0" u="none" strike="noStrike" cap="all">
                <a:solidFill>
                  <a:schemeClr val="lt1"/>
                </a:solidFill>
                <a:effectLst/>
                <a:uFillTx/>
                <a:latin typeface="Century Gothic"/>
              </a:defRPr>
            </a:lvl1pPr>
          </a:lstStyle>
          <a:p>
            <a:pPr indent="0" algn="l" defTabSz="457200">
              <a:lnSpc>
                <a:spcPct val="100000"/>
              </a:lnSpc>
              <a:buNone/>
            </a:pPr>
            <a:r>
              <a:rPr lang="es-ES" sz="3600" b="0" u="none" strike="noStrike" cap="all">
                <a:solidFill>
                  <a:schemeClr val="lt1"/>
                </a:solidFill>
                <a:effectLst/>
                <a:uFillTx/>
                <a:latin typeface="Century Gothic"/>
              </a:rPr>
              <a:t>Haga clic para modificar el estilo </a:t>
            </a:r>
            <a:r>
              <a:rPr lang="es-ES" sz="3600" b="0" u="none" strike="noStrike" cap="all">
                <a:solidFill>
                  <a:schemeClr val="lt1"/>
                </a:solidFill>
                <a:effectLst/>
                <a:uFillTx/>
                <a:latin typeface="Century Gothic"/>
              </a:rPr>
              <a:t>de título del patrón</a:t>
            </a:r>
            <a:endParaRPr lang="en-US" sz="3600" b="0" u="none" strike="noStrike" cap="all">
              <a:solidFill>
                <a:schemeClr val="lt1"/>
              </a:solidFill>
              <a:effectLst/>
              <a:uFillTx/>
              <a:latin typeface="Century Gothic"/>
            </a:endParaRPr>
          </a:p>
        </p:txBody>
      </p:sp>
      <p:sp>
        <p:nvSpPr>
          <p:cNvPr id="75" name="PlaceHolder 2"/>
          <p:cNvSpPr>
            <a:spLocks noGrp="1"/>
          </p:cNvSpPr>
          <p:nvPr>
            <p:ph type="body"/>
          </p:nvPr>
        </p:nvSpPr>
        <p:spPr>
          <a:xfrm>
            <a:off x="684360" y="685800"/>
            <a:ext cx="4937400" cy="3614760"/>
          </a:xfrm>
          <a:prstGeom prst="rect">
            <a:avLst/>
          </a:prstGeom>
          <a:noFill/>
          <a:ln w="0">
            <a:noFill/>
          </a:ln>
        </p:spPr>
        <p:txBody>
          <a:bodyPr lIns="91440" tIns="45720" rIns="91440" bIns="45720" anchor="ctr">
            <a:normAutofit/>
          </a:bodyPr>
          <a:lstStyle>
            <a:lvl1pPr algn="l" defTabSz="457200">
              <a:lnSpc>
                <a:spcPct val="100000"/>
              </a:lnSpc>
              <a:spcBef>
                <a:spcPts val="400"/>
              </a:spcBef>
              <a:spcAft>
                <a:spcPts val="601"/>
              </a:spcAft>
              <a:buClr>
                <a:srgbClr val="FFFFFF"/>
              </a:buClr>
              <a:buSzPct val="80000"/>
              <a:buFont typeface="Wingdings 3" charset="2"/>
              <a:buChar char=""/>
              <a:defRPr lang="es-ES" sz="2000" b="0" u="none" strike="noStrike">
                <a:solidFill>
                  <a:schemeClr val="lt1"/>
                </a:solidFill>
                <a:effectLst/>
                <a:uFillTx/>
                <a:latin typeface="Century Gothic"/>
              </a:defRPr>
            </a:lvl1pPr>
            <a:lvl2pPr lvl="1" algn="l" defTabSz="457200">
              <a:lnSpc>
                <a:spcPct val="100000"/>
              </a:lnSpc>
              <a:spcBef>
                <a:spcPts val="360"/>
              </a:spcBef>
              <a:spcAft>
                <a:spcPts val="601"/>
              </a:spcAft>
              <a:buClr>
                <a:srgbClr val="FFFFFF"/>
              </a:buClr>
              <a:buSzPct val="80000"/>
              <a:buFont typeface="Wingdings 3" charset="2"/>
              <a:buChar char=""/>
              <a:defRPr lang="es-ES" sz="1800" b="0" u="none" strike="noStrike">
                <a:solidFill>
                  <a:schemeClr val="lt1"/>
                </a:solidFill>
                <a:effectLst/>
                <a:uFillTx/>
                <a:latin typeface="Century Gothic"/>
              </a:defRPr>
            </a:lvl2pPr>
            <a:lvl3pPr lvl="2" algn="l" defTabSz="457200">
              <a:lnSpc>
                <a:spcPct val="100000"/>
              </a:lnSpc>
              <a:spcBef>
                <a:spcPts val="320"/>
              </a:spcBef>
              <a:spcAft>
                <a:spcPts val="601"/>
              </a:spcAft>
              <a:buClr>
                <a:srgbClr val="FFFFFF"/>
              </a:buClr>
              <a:buSzPct val="80000"/>
              <a:buFont typeface="Wingdings 3" charset="2"/>
              <a:buChar char=""/>
              <a:defRPr lang="es-ES" sz="1600" b="0" u="none" strike="noStrike">
                <a:solidFill>
                  <a:schemeClr val="lt1"/>
                </a:solidFill>
                <a:effectLst/>
                <a:uFillTx/>
                <a:latin typeface="Century Gothic"/>
              </a:defRPr>
            </a:lvl3pPr>
            <a:lvl4pPr lvl="3" algn="l" defTabSz="457200">
              <a:lnSpc>
                <a:spcPct val="100000"/>
              </a:lnSpc>
              <a:spcBef>
                <a:spcPts val="281"/>
              </a:spcBef>
              <a:spcAft>
                <a:spcPts val="601"/>
              </a:spcAft>
              <a:buClr>
                <a:srgbClr val="FFFFFF"/>
              </a:buClr>
              <a:buSzPct val="80000"/>
              <a:buFont typeface="Wingdings 3" charset="2"/>
              <a:buChar char=""/>
              <a:defRPr lang="es-ES" sz="1400" b="0" u="none" strike="noStrike">
                <a:solidFill>
                  <a:schemeClr val="lt1"/>
                </a:solidFill>
                <a:effectLst/>
                <a:uFillTx/>
                <a:latin typeface="Century Gothic"/>
              </a:defRPr>
            </a:lvl4pPr>
            <a:lvl5pPr lvl="4" algn="l" defTabSz="457200">
              <a:lnSpc>
                <a:spcPct val="100000"/>
              </a:lnSpc>
              <a:spcBef>
                <a:spcPts val="281"/>
              </a:spcBef>
              <a:spcAft>
                <a:spcPts val="601"/>
              </a:spcAft>
              <a:buClr>
                <a:srgbClr val="FFFFFF"/>
              </a:buClr>
              <a:buSzPct val="80000"/>
              <a:buFont typeface="Wingdings 3" charset="2"/>
              <a:buChar char=""/>
              <a:defRPr lang="es-ES" sz="1400" b="0" u="none" strike="noStrike">
                <a:solidFill>
                  <a:schemeClr val="lt1"/>
                </a:solidFill>
                <a:effectLst/>
                <a:uFillTx/>
                <a:latin typeface="Century Gothic"/>
              </a:defRPr>
            </a:lvl5pPr>
          </a:lstStyle>
          <a:p>
            <a:pPr marL="285840" indent="-285840" algn="l" defTabSz="457200">
              <a:lnSpc>
                <a:spcPct val="100000"/>
              </a:lnSpc>
              <a:spcBef>
                <a:spcPts val="400"/>
              </a:spcBef>
              <a:spcAft>
                <a:spcPts val="601"/>
              </a:spcAft>
              <a:buClr>
                <a:srgbClr val="FFFFFF"/>
              </a:buClr>
              <a:buSzPct val="80000"/>
              <a:buFont typeface="Wingdings 3" charset="2"/>
              <a:buChar char=""/>
            </a:pPr>
            <a:r>
              <a:rPr lang="es-ES" sz="2000" b="0" u="none" strike="noStrike">
                <a:solidFill>
                  <a:schemeClr val="lt1"/>
                </a:solidFill>
                <a:effectLst/>
                <a:uFillTx/>
                <a:latin typeface="Century Gothic"/>
              </a:rPr>
              <a:t>Haga clic para modificar el estilo de texto del patrón</a:t>
            </a:r>
            <a:endParaRPr lang="en-US" sz="2000" b="0" u="none" strike="noStrike">
              <a:solidFill>
                <a:schemeClr val="lt1"/>
              </a:solidFill>
              <a:effectLst/>
              <a:uFillTx/>
              <a:latin typeface="Century Gothic"/>
            </a:endParaRPr>
          </a:p>
          <a:p>
            <a:pPr marL="743040" lvl="1" indent="-285840" algn="l" defTabSz="457200">
              <a:lnSpc>
                <a:spcPct val="100000"/>
              </a:lnSpc>
              <a:spcBef>
                <a:spcPts val="360"/>
              </a:spcBef>
              <a:spcAft>
                <a:spcPts val="601"/>
              </a:spcAft>
              <a:buClr>
                <a:srgbClr val="FFFFFF"/>
              </a:buClr>
              <a:buSzPct val="80000"/>
              <a:buFont typeface="Wingdings 3" charset="2"/>
              <a:buChar char=""/>
            </a:pPr>
            <a:r>
              <a:rPr lang="es-ES" sz="1800" b="0" u="none" strike="noStrike">
                <a:solidFill>
                  <a:schemeClr val="lt1"/>
                </a:solidFill>
                <a:effectLst/>
                <a:uFillTx/>
                <a:latin typeface="Century Gothic"/>
              </a:rPr>
              <a:t>Segundo nivel</a:t>
            </a:r>
            <a:endParaRPr lang="en-US" sz="1800" b="0" u="none" strike="noStrike">
              <a:solidFill>
                <a:schemeClr val="lt1"/>
              </a:solidFill>
              <a:effectLst/>
              <a:uFillTx/>
              <a:latin typeface="Century Gothic"/>
            </a:endParaRPr>
          </a:p>
          <a:p>
            <a:pPr marL="1200240" lvl="2" indent="-285840" algn="l" defTabSz="457200">
              <a:lnSpc>
                <a:spcPct val="100000"/>
              </a:lnSpc>
              <a:spcBef>
                <a:spcPts val="320"/>
              </a:spcBef>
              <a:spcAft>
                <a:spcPts val="601"/>
              </a:spcAft>
              <a:buClr>
                <a:srgbClr val="FFFFFF"/>
              </a:buClr>
              <a:buSzPct val="80000"/>
              <a:buFont typeface="Wingdings 3" charset="2"/>
              <a:buChar char=""/>
            </a:pPr>
            <a:r>
              <a:rPr lang="es-ES" sz="1600" b="0" u="none" strike="noStrike">
                <a:solidFill>
                  <a:schemeClr val="lt1"/>
                </a:solidFill>
                <a:effectLst/>
                <a:uFillTx/>
                <a:latin typeface="Century Gothic"/>
              </a:rPr>
              <a:t>Tercer nivel</a:t>
            </a:r>
            <a:endParaRPr lang="en-US" sz="1600" b="0" u="none" strike="noStrike">
              <a:solidFill>
                <a:schemeClr val="lt1"/>
              </a:solidFill>
              <a:effectLst/>
              <a:uFillTx/>
              <a:latin typeface="Century Gothic"/>
            </a:endParaRPr>
          </a:p>
          <a:p>
            <a:pPr marL="1542960" lvl="3" indent="-171360" algn="l" defTabSz="457200">
              <a:lnSpc>
                <a:spcPct val="100000"/>
              </a:lnSpc>
              <a:spcBef>
                <a:spcPts val="281"/>
              </a:spcBef>
              <a:spcAft>
                <a:spcPts val="601"/>
              </a:spcAft>
              <a:buClr>
                <a:srgbClr val="FFFFFF"/>
              </a:buClr>
              <a:buSzPct val="80000"/>
              <a:buFont typeface="Wingdings 3" charset="2"/>
              <a:buChar char=""/>
            </a:pPr>
            <a:r>
              <a:rPr lang="es-ES" sz="1400" b="0" u="none" strike="noStrike">
                <a:solidFill>
                  <a:schemeClr val="lt1"/>
                </a:solidFill>
                <a:effectLst/>
                <a:uFillTx/>
                <a:latin typeface="Century Gothic"/>
              </a:rPr>
              <a:t>Cuarto nivel</a:t>
            </a:r>
            <a:endParaRPr lang="en-US" sz="1400" b="0" u="none" strike="noStrike">
              <a:solidFill>
                <a:schemeClr val="lt1"/>
              </a:solidFill>
              <a:effectLst/>
              <a:uFillTx/>
              <a:latin typeface="Century Gothic"/>
            </a:endParaRPr>
          </a:p>
          <a:p>
            <a:pPr marL="2000160" lvl="4" indent="-171360" algn="l" defTabSz="457200">
              <a:lnSpc>
                <a:spcPct val="100000"/>
              </a:lnSpc>
              <a:spcBef>
                <a:spcPts val="281"/>
              </a:spcBef>
              <a:spcAft>
                <a:spcPts val="601"/>
              </a:spcAft>
              <a:buClr>
                <a:srgbClr val="FFFFFF"/>
              </a:buClr>
              <a:buSzPct val="80000"/>
              <a:buFont typeface="Wingdings 3" charset="2"/>
              <a:buChar char=""/>
            </a:pPr>
            <a:r>
              <a:rPr lang="es-ES" sz="1400" b="0" u="none" strike="noStrike">
                <a:solidFill>
                  <a:schemeClr val="lt1"/>
                </a:solidFill>
                <a:effectLst/>
                <a:uFillTx/>
                <a:latin typeface="Century Gothic"/>
              </a:rPr>
              <a:t>Quinto nivel</a:t>
            </a:r>
            <a:endParaRPr lang="en-US" sz="1400" b="0" u="none" strike="noStrike">
              <a:solidFill>
                <a:schemeClr val="lt1"/>
              </a:solidFill>
              <a:effectLst/>
              <a:uFillTx/>
              <a:latin typeface="Century Gothic"/>
            </a:endParaRPr>
          </a:p>
        </p:txBody>
      </p:sp>
      <p:sp>
        <p:nvSpPr>
          <p:cNvPr id="76" name="PlaceHolder 3"/>
          <p:cNvSpPr>
            <a:spLocks noGrp="1"/>
          </p:cNvSpPr>
          <p:nvPr>
            <p:ph type="body"/>
          </p:nvPr>
        </p:nvSpPr>
        <p:spPr>
          <a:xfrm>
            <a:off x="5808240" y="685800"/>
            <a:ext cx="4934160" cy="3614760"/>
          </a:xfrm>
          <a:prstGeom prst="rect">
            <a:avLst/>
          </a:prstGeom>
          <a:noFill/>
          <a:ln w="0">
            <a:noFill/>
          </a:ln>
        </p:spPr>
        <p:txBody>
          <a:bodyPr lIns="91440" tIns="45720" rIns="91440" bIns="45720" anchor="ctr">
            <a:normAutofit/>
          </a:bodyPr>
          <a:lstStyle>
            <a:lvl1pPr algn="l" defTabSz="457200">
              <a:lnSpc>
                <a:spcPct val="100000"/>
              </a:lnSpc>
              <a:spcBef>
                <a:spcPts val="400"/>
              </a:spcBef>
              <a:spcAft>
                <a:spcPts val="601"/>
              </a:spcAft>
              <a:buClr>
                <a:srgbClr val="FFFFFF"/>
              </a:buClr>
              <a:buSzPct val="80000"/>
              <a:buFont typeface="Wingdings 3" charset="2"/>
              <a:buChar char=""/>
              <a:defRPr lang="es-ES" sz="2000" b="0" u="none" strike="noStrike">
                <a:solidFill>
                  <a:schemeClr val="lt1"/>
                </a:solidFill>
                <a:effectLst/>
                <a:uFillTx/>
                <a:latin typeface="Century Gothic"/>
              </a:defRPr>
            </a:lvl1pPr>
            <a:lvl2pPr lvl="1" algn="l" defTabSz="457200">
              <a:lnSpc>
                <a:spcPct val="100000"/>
              </a:lnSpc>
              <a:spcBef>
                <a:spcPts val="360"/>
              </a:spcBef>
              <a:spcAft>
                <a:spcPts val="601"/>
              </a:spcAft>
              <a:buClr>
                <a:srgbClr val="FFFFFF"/>
              </a:buClr>
              <a:buSzPct val="80000"/>
              <a:buFont typeface="Wingdings 3" charset="2"/>
              <a:buChar char=""/>
              <a:defRPr lang="es-ES" sz="1800" b="0" u="none" strike="noStrike">
                <a:solidFill>
                  <a:schemeClr val="lt1"/>
                </a:solidFill>
                <a:effectLst/>
                <a:uFillTx/>
                <a:latin typeface="Century Gothic"/>
              </a:defRPr>
            </a:lvl2pPr>
            <a:lvl3pPr lvl="2" algn="l" defTabSz="457200">
              <a:lnSpc>
                <a:spcPct val="100000"/>
              </a:lnSpc>
              <a:spcBef>
                <a:spcPts val="320"/>
              </a:spcBef>
              <a:spcAft>
                <a:spcPts val="601"/>
              </a:spcAft>
              <a:buClr>
                <a:srgbClr val="FFFFFF"/>
              </a:buClr>
              <a:buSzPct val="80000"/>
              <a:buFont typeface="Wingdings 3" charset="2"/>
              <a:buChar char=""/>
              <a:defRPr lang="es-ES" sz="1600" b="0" u="none" strike="noStrike">
                <a:solidFill>
                  <a:schemeClr val="lt1"/>
                </a:solidFill>
                <a:effectLst/>
                <a:uFillTx/>
                <a:latin typeface="Century Gothic"/>
              </a:defRPr>
            </a:lvl3pPr>
            <a:lvl4pPr lvl="3" algn="l" defTabSz="457200">
              <a:lnSpc>
                <a:spcPct val="100000"/>
              </a:lnSpc>
              <a:spcBef>
                <a:spcPts val="281"/>
              </a:spcBef>
              <a:spcAft>
                <a:spcPts val="601"/>
              </a:spcAft>
              <a:buClr>
                <a:srgbClr val="FFFFFF"/>
              </a:buClr>
              <a:buSzPct val="80000"/>
              <a:buFont typeface="Wingdings 3" charset="2"/>
              <a:buChar char=""/>
              <a:defRPr lang="es-ES" sz="1400" b="0" u="none" strike="noStrike">
                <a:solidFill>
                  <a:schemeClr val="lt1"/>
                </a:solidFill>
                <a:effectLst/>
                <a:uFillTx/>
                <a:latin typeface="Century Gothic"/>
              </a:defRPr>
            </a:lvl4pPr>
            <a:lvl5pPr lvl="4" algn="l" defTabSz="457200">
              <a:lnSpc>
                <a:spcPct val="100000"/>
              </a:lnSpc>
              <a:spcBef>
                <a:spcPts val="281"/>
              </a:spcBef>
              <a:spcAft>
                <a:spcPts val="601"/>
              </a:spcAft>
              <a:buClr>
                <a:srgbClr val="FFFFFF"/>
              </a:buClr>
              <a:buSzPct val="80000"/>
              <a:buFont typeface="Wingdings 3" charset="2"/>
              <a:buChar char=""/>
              <a:defRPr lang="es-ES" sz="1400" b="0" u="none" strike="noStrike">
                <a:solidFill>
                  <a:schemeClr val="lt1"/>
                </a:solidFill>
                <a:effectLst/>
                <a:uFillTx/>
                <a:latin typeface="Century Gothic"/>
              </a:defRPr>
            </a:lvl5pPr>
          </a:lstStyle>
          <a:p>
            <a:pPr marL="285840" indent="-285840" algn="l" defTabSz="457200">
              <a:lnSpc>
                <a:spcPct val="100000"/>
              </a:lnSpc>
              <a:spcBef>
                <a:spcPts val="400"/>
              </a:spcBef>
              <a:spcAft>
                <a:spcPts val="601"/>
              </a:spcAft>
              <a:buClr>
                <a:srgbClr val="FFFFFF"/>
              </a:buClr>
              <a:buSzPct val="80000"/>
              <a:buFont typeface="Wingdings 3" charset="2"/>
              <a:buChar char=""/>
            </a:pPr>
            <a:r>
              <a:rPr lang="es-ES" sz="2000" b="0" u="none" strike="noStrike">
                <a:solidFill>
                  <a:schemeClr val="lt1"/>
                </a:solidFill>
                <a:effectLst/>
                <a:uFillTx/>
                <a:latin typeface="Century Gothic"/>
              </a:rPr>
              <a:t>Haga clic para modificar el estilo de texto del patrón</a:t>
            </a:r>
            <a:endParaRPr lang="en-US" sz="2000" b="0" u="none" strike="noStrike">
              <a:solidFill>
                <a:schemeClr val="lt1"/>
              </a:solidFill>
              <a:effectLst/>
              <a:uFillTx/>
              <a:latin typeface="Century Gothic"/>
            </a:endParaRPr>
          </a:p>
          <a:p>
            <a:pPr marL="743040" lvl="1" indent="-285840" algn="l" defTabSz="457200">
              <a:lnSpc>
                <a:spcPct val="100000"/>
              </a:lnSpc>
              <a:spcBef>
                <a:spcPts val="360"/>
              </a:spcBef>
              <a:spcAft>
                <a:spcPts val="601"/>
              </a:spcAft>
              <a:buClr>
                <a:srgbClr val="FFFFFF"/>
              </a:buClr>
              <a:buSzPct val="80000"/>
              <a:buFont typeface="Wingdings 3" charset="2"/>
              <a:buChar char=""/>
            </a:pPr>
            <a:r>
              <a:rPr lang="es-ES" sz="1800" b="0" u="none" strike="noStrike">
                <a:solidFill>
                  <a:schemeClr val="lt1"/>
                </a:solidFill>
                <a:effectLst/>
                <a:uFillTx/>
                <a:latin typeface="Century Gothic"/>
              </a:rPr>
              <a:t>Segundo nivel</a:t>
            </a:r>
            <a:endParaRPr lang="en-US" sz="1800" b="0" u="none" strike="noStrike">
              <a:solidFill>
                <a:schemeClr val="lt1"/>
              </a:solidFill>
              <a:effectLst/>
              <a:uFillTx/>
              <a:latin typeface="Century Gothic"/>
            </a:endParaRPr>
          </a:p>
          <a:p>
            <a:pPr marL="1200240" lvl="2" indent="-285840" algn="l" defTabSz="457200">
              <a:lnSpc>
                <a:spcPct val="100000"/>
              </a:lnSpc>
              <a:spcBef>
                <a:spcPts val="320"/>
              </a:spcBef>
              <a:spcAft>
                <a:spcPts val="601"/>
              </a:spcAft>
              <a:buClr>
                <a:srgbClr val="FFFFFF"/>
              </a:buClr>
              <a:buSzPct val="80000"/>
              <a:buFont typeface="Wingdings 3" charset="2"/>
              <a:buChar char=""/>
            </a:pPr>
            <a:r>
              <a:rPr lang="es-ES" sz="1600" b="0" u="none" strike="noStrike">
                <a:solidFill>
                  <a:schemeClr val="lt1"/>
                </a:solidFill>
                <a:effectLst/>
                <a:uFillTx/>
                <a:latin typeface="Century Gothic"/>
              </a:rPr>
              <a:t>Tercer nivel</a:t>
            </a:r>
            <a:endParaRPr lang="en-US" sz="1600" b="0" u="none" strike="noStrike">
              <a:solidFill>
                <a:schemeClr val="lt1"/>
              </a:solidFill>
              <a:effectLst/>
              <a:uFillTx/>
              <a:latin typeface="Century Gothic"/>
            </a:endParaRPr>
          </a:p>
          <a:p>
            <a:pPr marL="1542960" lvl="3" indent="-171360" algn="l" defTabSz="457200">
              <a:lnSpc>
                <a:spcPct val="100000"/>
              </a:lnSpc>
              <a:spcBef>
                <a:spcPts val="281"/>
              </a:spcBef>
              <a:spcAft>
                <a:spcPts val="601"/>
              </a:spcAft>
              <a:buClr>
                <a:srgbClr val="FFFFFF"/>
              </a:buClr>
              <a:buSzPct val="80000"/>
              <a:buFont typeface="Wingdings 3" charset="2"/>
              <a:buChar char=""/>
            </a:pPr>
            <a:r>
              <a:rPr lang="es-ES" sz="1400" b="0" u="none" strike="noStrike">
                <a:solidFill>
                  <a:schemeClr val="lt1"/>
                </a:solidFill>
                <a:effectLst/>
                <a:uFillTx/>
                <a:latin typeface="Century Gothic"/>
              </a:rPr>
              <a:t>Cuarto nivel</a:t>
            </a:r>
            <a:endParaRPr lang="en-US" sz="1400" b="0" u="none" strike="noStrike">
              <a:solidFill>
                <a:schemeClr val="lt1"/>
              </a:solidFill>
              <a:effectLst/>
              <a:uFillTx/>
              <a:latin typeface="Century Gothic"/>
            </a:endParaRPr>
          </a:p>
          <a:p>
            <a:pPr marL="2000160" lvl="4" indent="-171360" algn="l" defTabSz="457200">
              <a:lnSpc>
                <a:spcPct val="100000"/>
              </a:lnSpc>
              <a:spcBef>
                <a:spcPts val="281"/>
              </a:spcBef>
              <a:spcAft>
                <a:spcPts val="601"/>
              </a:spcAft>
              <a:buClr>
                <a:srgbClr val="FFFFFF"/>
              </a:buClr>
              <a:buSzPct val="80000"/>
              <a:buFont typeface="Wingdings 3" charset="2"/>
              <a:buChar char=""/>
            </a:pPr>
            <a:r>
              <a:rPr lang="es-ES" sz="1400" b="0" u="none" strike="noStrike">
                <a:solidFill>
                  <a:schemeClr val="lt1"/>
                </a:solidFill>
                <a:effectLst/>
                <a:uFillTx/>
                <a:latin typeface="Century Gothic"/>
              </a:rPr>
              <a:t>Quinto nivel</a:t>
            </a:r>
            <a:endParaRPr lang="en-US" sz="1400" b="0" u="none" strike="noStrike">
              <a:solidFill>
                <a:schemeClr val="lt1"/>
              </a:solidFill>
              <a:effectLst/>
              <a:uFillTx/>
              <a:latin typeface="Century Gothic"/>
            </a:endParaRPr>
          </a:p>
        </p:txBody>
      </p:sp>
      <p:sp>
        <p:nvSpPr>
          <p:cNvPr id="77" name="PlaceHolder 4"/>
          <p:cNvSpPr>
            <a:spLocks noGrp="1"/>
          </p:cNvSpPr>
          <p:nvPr>
            <p:ph type="dt" idx="5"/>
          </p:nvPr>
        </p:nvSpPr>
        <p:spPr>
          <a:xfrm>
            <a:off x="9904320" y="6172200"/>
            <a:ext cx="1599840" cy="364680"/>
          </a:xfrm>
          <a:prstGeom prst="rect">
            <a:avLst/>
          </a:prstGeom>
          <a:noFill/>
          <a:ln w="0">
            <a:noFill/>
          </a:ln>
        </p:spPr>
        <p:txBody>
          <a:bodyPr lIns="91440" tIns="45720" rIns="91440" bIns="45720" anchor="t">
            <a:noAutofit/>
          </a:bodyPr>
          <a:lstStyle>
            <a:lvl1pPr indent="0" algn="r" defTabSz="457200">
              <a:lnSpc>
                <a:spcPct val="100000"/>
              </a:lnSpc>
              <a:buNone/>
              <a:defRPr lang="en-US" sz="1000" b="0" u="none" strike="noStrike">
                <a:solidFill>
                  <a:schemeClr val="lt1"/>
                </a:solidFill>
                <a:effectLst/>
                <a:uFillTx/>
                <a:latin typeface="Century Gothic"/>
              </a:defRPr>
            </a:lvl1pPr>
          </a:lstStyle>
          <a:p>
            <a:pPr indent="0" algn="r" defTabSz="457200">
              <a:lnSpc>
                <a:spcPct val="100000"/>
              </a:lnSpc>
              <a:buNone/>
            </a:pPr>
            <a:r>
              <a:rPr lang="en-US" sz="1000" b="0" u="none" strike="noStrike">
                <a:solidFill>
                  <a:schemeClr val="lt1"/>
                </a:solidFill>
                <a:effectLst/>
                <a:uFillTx/>
                <a:latin typeface="Century Gothic"/>
              </a:rPr>
              <a:t>&lt;date/time&gt;</a:t>
            </a:r>
            <a:endParaRPr lang="es-PY" sz="1000" b="0" u="none" strike="noStrike">
              <a:solidFill>
                <a:srgbClr val="FFFFFF"/>
              </a:solidFill>
              <a:effectLst/>
              <a:uFillTx/>
              <a:latin typeface="Times New Roman"/>
            </a:endParaRPr>
          </a:p>
        </p:txBody>
      </p:sp>
      <p:sp>
        <p:nvSpPr>
          <p:cNvPr id="78" name="PlaceHolder 5"/>
          <p:cNvSpPr>
            <a:spLocks noGrp="1"/>
          </p:cNvSpPr>
          <p:nvPr>
            <p:ph type="ftr" idx="6"/>
          </p:nvPr>
        </p:nvSpPr>
        <p:spPr>
          <a:xfrm>
            <a:off x="684360" y="6172200"/>
            <a:ext cx="7543440" cy="364680"/>
          </a:xfrm>
          <a:prstGeom prst="rect">
            <a:avLst/>
          </a:prstGeom>
          <a:noFill/>
          <a:ln w="0">
            <a:noFill/>
          </a:ln>
        </p:spPr>
        <p:txBody>
          <a:bodyPr lIns="91440" tIns="45720" rIns="91440" bIns="45720" anchor="t">
            <a:noAutofit/>
          </a:bodyPr>
          <a:lstStyle>
            <a:lvl1pPr indent="0" algn="ctr">
              <a:buNone/>
              <a:defRPr lang="es-PY" sz="1400" b="0" u="none" strike="noStrike">
                <a:solidFill>
                  <a:srgbClr val="FFFFFF"/>
                </a:solidFill>
                <a:effectLst/>
                <a:uFillTx/>
                <a:latin typeface="Times New Roman"/>
              </a:defRPr>
            </a:lvl1pPr>
          </a:lstStyle>
          <a:p>
            <a:pPr indent="0" algn="ctr">
              <a:buNone/>
            </a:pPr>
            <a:r>
              <a:rPr lang="es-PY" sz="1400" b="0" u="none" strike="noStrike">
                <a:solidFill>
                  <a:srgbClr val="FFFFFF"/>
                </a:solidFill>
                <a:effectLst/>
                <a:uFillTx/>
                <a:latin typeface="Times New Roman"/>
              </a:rPr>
              <a:t>&lt;footer&gt;</a:t>
            </a:r>
            <a:endParaRPr lang="es-PY" sz="1400" b="0" u="none" strike="noStrike">
              <a:solidFill>
                <a:srgbClr val="FFFFFF"/>
              </a:solidFill>
              <a:effectLst/>
              <a:uFillTx/>
              <a:latin typeface="Times New Roman"/>
            </a:endParaRPr>
          </a:p>
        </p:txBody>
      </p:sp>
      <p:sp>
        <p:nvSpPr>
          <p:cNvPr id="79" name="PlaceHolder 6"/>
          <p:cNvSpPr>
            <a:spLocks noGrp="1"/>
          </p:cNvSpPr>
          <p:nvPr>
            <p:ph type="sldNum" idx="7"/>
          </p:nvPr>
        </p:nvSpPr>
        <p:spPr>
          <a:xfrm>
            <a:off x="10363320" y="5578560"/>
            <a:ext cx="1141920" cy="669600"/>
          </a:xfrm>
          <a:prstGeom prst="rect">
            <a:avLst/>
          </a:prstGeom>
          <a:noFill/>
          <a:ln w="0">
            <a:noFill/>
          </a:ln>
        </p:spPr>
        <p:txBody>
          <a:bodyPr lIns="91440" tIns="45720" rIns="91440" bIns="45720" anchor="b">
            <a:noAutofit/>
          </a:bodyPr>
          <a:lstStyle>
            <a:lvl1pPr indent="0" algn="r" defTabSz="457200">
              <a:lnSpc>
                <a:spcPct val="100000"/>
              </a:lnSpc>
              <a:buNone/>
              <a:defRPr lang="en-US" sz="3200" b="0" u="none" strike="noStrike">
                <a:solidFill>
                  <a:schemeClr val="lt1"/>
                </a:solidFill>
                <a:effectLst/>
                <a:uFillTx/>
                <a:latin typeface="Century Gothic"/>
              </a:defRPr>
            </a:lvl1pPr>
          </a:lstStyle>
          <a:p>
            <a:pPr indent="0" algn="r" defTabSz="457200">
              <a:lnSpc>
                <a:spcPct val="100000"/>
              </a:lnSpc>
              <a:buNone/>
            </a:pPr>
            <a:fld id="{549D7E71-BB02-4491-AFBB-50CAD74E0947}" type="slidenum">
              <a:rPr lang="en-US" sz="3200" b="0" u="none" strike="noStrike">
                <a:solidFill>
                  <a:schemeClr val="lt1"/>
                </a:solidFill>
                <a:effectLst/>
                <a:uFillTx/>
                <a:latin typeface="Century Gothic"/>
              </a:rPr>
              <a:t>&lt;number&gt;</a:t>
            </a:fld>
            <a:endParaRPr lang="es-PY" sz="3200" b="0" u="none" strike="noStrike">
              <a:solidFill>
                <a:srgbClr val="FFFFFF"/>
              </a:solidFill>
              <a:effectLst/>
              <a:uFillTx/>
              <a:latin typeface="Times New Roman"/>
            </a:endParaRPr>
          </a:p>
        </p:txBody>
      </p:sp>
      <p:pic>
        <p:nvPicPr>
          <p:cNvPr id="80" name="Imagen 8"/>
          <p:cNvPicPr/>
          <p:nvPr/>
        </p:nvPicPr>
        <p:blipFill>
          <a:blip r:embed="rId2"/>
          <a:stretch/>
        </p:blipFill>
        <p:spPr>
          <a:xfrm>
            <a:off x="11132640" y="221040"/>
            <a:ext cx="743400" cy="1110600"/>
          </a:xfrm>
          <a:prstGeom prst="rect">
            <a:avLst/>
          </a:prstGeom>
          <a:noFill/>
          <a:ln w="0">
            <a:noFill/>
          </a:ln>
        </p:spPr>
      </p:pic>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En blanco">
    <p:bg>
      <p:bgPr>
        <a:gradFill rotWithShape="0">
          <a:gsLst>
            <a:gs pos="10000">
              <a:srgbClr val="808080"/>
            </a:gs>
            <a:gs pos="100000">
              <a:srgbClr val="0070C0"/>
            </a:gs>
          </a:gsLst>
          <a:lin ang="6120000"/>
        </a:gradFill>
      </p:bgPr>
    </p:bg>
    <p:spTree>
      <p:nvGrpSpPr>
        <p:cNvPr id="1" name=""/>
        <p:cNvGrpSpPr/>
        <p:nvPr/>
      </p:nvGrpSpPr>
      <p:grpSpPr>
        <a:xfrm>
          <a:off x="0" y="0"/>
          <a:ext cx="0" cy="0"/>
          <a:chOff x="0" y="0"/>
          <a:chExt cx="0" cy="0"/>
        </a:xfrm>
      </p:grpSpPr>
      <p:grpSp>
        <p:nvGrpSpPr>
          <p:cNvPr id="81" name="Group 6"/>
          <p:cNvGrpSpPr/>
          <p:nvPr/>
        </p:nvGrpSpPr>
        <p:grpSpPr>
          <a:xfrm>
            <a:off x="9206640" y="2963160"/>
            <a:ext cx="2981880" cy="3209040"/>
            <a:chOff x="9206640" y="2963160"/>
            <a:chExt cx="2981880" cy="3209040"/>
          </a:xfrm>
        </p:grpSpPr>
        <p:cxnSp>
          <p:nvCxnSpPr>
            <p:cNvPr id="82" name="Straight Connector 7"/>
            <p:cNvCxnSpPr/>
            <p:nvPr/>
          </p:nvCxnSpPr>
          <p:spPr>
            <a:xfrm flipH="1">
              <a:off x="11275920" y="2963160"/>
              <a:ext cx="912960" cy="913320"/>
            </a:xfrm>
            <a:prstGeom prst="straightConnector1">
              <a:avLst/>
            </a:prstGeom>
            <a:ln cap="rnd" w="9525">
              <a:solidFill>
                <a:srgbClr val="FFFFFF"/>
              </a:solidFill>
              <a:round/>
            </a:ln>
          </p:spPr>
        </p:cxnSp>
        <p:cxnSp>
          <p:nvCxnSpPr>
            <p:cNvPr id="83" name="Straight Connector 8"/>
            <p:cNvCxnSpPr/>
            <p:nvPr/>
          </p:nvCxnSpPr>
          <p:spPr>
            <a:xfrm flipH="1">
              <a:off x="9206640" y="3190320"/>
              <a:ext cx="2982240" cy="2982240"/>
            </a:xfrm>
            <a:prstGeom prst="straightConnector1">
              <a:avLst/>
            </a:prstGeom>
            <a:ln cap="rnd" w="9525">
              <a:solidFill>
                <a:srgbClr val="FFFFFF"/>
              </a:solidFill>
              <a:round/>
            </a:ln>
          </p:spPr>
        </p:cxnSp>
        <p:cxnSp>
          <p:nvCxnSpPr>
            <p:cNvPr id="84" name="Straight Connector 9"/>
            <p:cNvCxnSpPr/>
            <p:nvPr/>
          </p:nvCxnSpPr>
          <p:spPr>
            <a:xfrm flipH="1">
              <a:off x="10292040" y="3285000"/>
              <a:ext cx="1896840" cy="1896840"/>
            </a:xfrm>
            <a:prstGeom prst="straightConnector1">
              <a:avLst/>
            </a:prstGeom>
            <a:ln cap="rnd" w="9525">
              <a:solidFill>
                <a:srgbClr val="FFFFFF"/>
              </a:solidFill>
              <a:round/>
            </a:ln>
          </p:spPr>
        </p:cxnSp>
        <p:cxnSp>
          <p:nvCxnSpPr>
            <p:cNvPr id="85" name="Straight Connector 10"/>
            <p:cNvCxnSpPr/>
            <p:nvPr/>
          </p:nvCxnSpPr>
          <p:spPr>
            <a:xfrm flipH="1">
              <a:off x="10442880" y="3130920"/>
              <a:ext cx="1746000" cy="1746000"/>
            </a:xfrm>
            <a:prstGeom prst="straightConnector1">
              <a:avLst/>
            </a:prstGeom>
            <a:ln cap="rnd" w="28575">
              <a:solidFill>
                <a:srgbClr val="FFFFFF"/>
              </a:solidFill>
              <a:round/>
            </a:ln>
          </p:spPr>
        </p:cxnSp>
        <p:cxnSp>
          <p:nvCxnSpPr>
            <p:cNvPr id="86" name="Straight Connector 11"/>
            <p:cNvCxnSpPr/>
            <p:nvPr/>
          </p:nvCxnSpPr>
          <p:spPr>
            <a:xfrm flipH="1">
              <a:off x="10918800" y="3682800"/>
              <a:ext cx="1270080" cy="1270440"/>
            </a:xfrm>
            <a:prstGeom prst="straightConnector1">
              <a:avLst/>
            </a:prstGeom>
            <a:ln cap="rnd" w="28575">
              <a:solidFill>
                <a:srgbClr val="FFFFFF"/>
              </a:solidFill>
              <a:round/>
            </a:ln>
          </p:spPr>
        </p:cxnSp>
      </p:grpSp>
      <p:pic>
        <p:nvPicPr>
          <p:cNvPr id="87" name="Imagen 6"/>
          <p:cNvPicPr/>
          <p:nvPr/>
        </p:nvPicPr>
        <p:blipFill>
          <a:blip r:embed="rId2"/>
          <a:stretch/>
        </p:blipFill>
        <p:spPr>
          <a:xfrm>
            <a:off x="0" y="-180360"/>
            <a:ext cx="12191760" cy="1857240"/>
          </a:xfrm>
          <a:prstGeom prst="rect">
            <a:avLst/>
          </a:prstGeom>
          <a:noFill/>
          <a:ln w="0">
            <a:noFill/>
          </a:ln>
        </p:spPr>
      </p:pic>
      <p:pic>
        <p:nvPicPr>
          <p:cNvPr id="88" name="Imagen 3"/>
          <p:cNvPicPr/>
          <p:nvPr/>
        </p:nvPicPr>
        <p:blipFill>
          <a:blip r:embed="rId3"/>
          <a:stretch/>
        </p:blipFill>
        <p:spPr>
          <a:xfrm>
            <a:off x="10922400" y="192960"/>
            <a:ext cx="743400" cy="1110600"/>
          </a:xfrm>
          <a:prstGeom prst="rect">
            <a:avLst/>
          </a:prstGeom>
          <a:noFill/>
          <a:ln w="0">
            <a:noFill/>
          </a:ln>
        </p:spPr>
      </p:pic>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Imagen con título">
    <p:bg>
      <p:bgPr>
        <a:gradFill rotWithShape="0">
          <a:gsLst>
            <a:gs pos="10000">
              <a:srgbClr val="808080"/>
            </a:gs>
            <a:gs pos="100000">
              <a:srgbClr val="0070C0"/>
            </a:gs>
          </a:gsLst>
          <a:lin ang="6120000"/>
        </a:gradFill>
      </p:bgPr>
    </p:bg>
    <p:spTree>
      <p:nvGrpSpPr>
        <p:cNvPr id="1" name=""/>
        <p:cNvGrpSpPr/>
        <p:nvPr/>
      </p:nvGrpSpPr>
      <p:grpSpPr>
        <a:xfrm>
          <a:off x="0" y="0"/>
          <a:ext cx="0" cy="0"/>
          <a:chOff x="0" y="0"/>
          <a:chExt cx="0" cy="0"/>
        </a:xfrm>
      </p:grpSpPr>
      <p:grpSp>
        <p:nvGrpSpPr>
          <p:cNvPr id="89" name="Group 6"/>
          <p:cNvGrpSpPr/>
          <p:nvPr/>
        </p:nvGrpSpPr>
        <p:grpSpPr>
          <a:xfrm>
            <a:off x="9206640" y="2963160"/>
            <a:ext cx="2981880" cy="3209040"/>
            <a:chOff x="9206640" y="2963160"/>
            <a:chExt cx="2981880" cy="3209040"/>
          </a:xfrm>
        </p:grpSpPr>
        <p:cxnSp>
          <p:nvCxnSpPr>
            <p:cNvPr id="90" name="Straight Connector 7"/>
            <p:cNvCxnSpPr/>
            <p:nvPr/>
          </p:nvCxnSpPr>
          <p:spPr>
            <a:xfrm flipH="1">
              <a:off x="11275920" y="2963160"/>
              <a:ext cx="912960" cy="913320"/>
            </a:xfrm>
            <a:prstGeom prst="straightConnector1">
              <a:avLst/>
            </a:prstGeom>
            <a:ln cap="rnd" w="9525">
              <a:solidFill>
                <a:srgbClr val="FFFFFF"/>
              </a:solidFill>
              <a:round/>
            </a:ln>
          </p:spPr>
        </p:cxnSp>
        <p:cxnSp>
          <p:nvCxnSpPr>
            <p:cNvPr id="91" name="Straight Connector 8"/>
            <p:cNvCxnSpPr/>
            <p:nvPr/>
          </p:nvCxnSpPr>
          <p:spPr>
            <a:xfrm flipH="1">
              <a:off x="9206640" y="3190320"/>
              <a:ext cx="2982240" cy="2982240"/>
            </a:xfrm>
            <a:prstGeom prst="straightConnector1">
              <a:avLst/>
            </a:prstGeom>
            <a:ln cap="rnd" w="9525">
              <a:solidFill>
                <a:srgbClr val="FFFFFF"/>
              </a:solidFill>
              <a:round/>
            </a:ln>
          </p:spPr>
        </p:cxnSp>
        <p:cxnSp>
          <p:nvCxnSpPr>
            <p:cNvPr id="92" name="Straight Connector 9"/>
            <p:cNvCxnSpPr/>
            <p:nvPr/>
          </p:nvCxnSpPr>
          <p:spPr>
            <a:xfrm flipH="1">
              <a:off x="10292040" y="3285000"/>
              <a:ext cx="1896840" cy="1896840"/>
            </a:xfrm>
            <a:prstGeom prst="straightConnector1">
              <a:avLst/>
            </a:prstGeom>
            <a:ln cap="rnd" w="9525">
              <a:solidFill>
                <a:srgbClr val="FFFFFF"/>
              </a:solidFill>
              <a:round/>
            </a:ln>
          </p:spPr>
        </p:cxnSp>
        <p:cxnSp>
          <p:nvCxnSpPr>
            <p:cNvPr id="93" name="Straight Connector 10"/>
            <p:cNvCxnSpPr/>
            <p:nvPr/>
          </p:nvCxnSpPr>
          <p:spPr>
            <a:xfrm flipH="1">
              <a:off x="10442880" y="3130920"/>
              <a:ext cx="1746000" cy="1746000"/>
            </a:xfrm>
            <a:prstGeom prst="straightConnector1">
              <a:avLst/>
            </a:prstGeom>
            <a:ln cap="rnd" w="28575">
              <a:solidFill>
                <a:srgbClr val="FFFFFF"/>
              </a:solidFill>
              <a:round/>
            </a:ln>
          </p:spPr>
        </p:cxnSp>
        <p:cxnSp>
          <p:nvCxnSpPr>
            <p:cNvPr id="94" name="Straight Connector 11"/>
            <p:cNvCxnSpPr/>
            <p:nvPr/>
          </p:nvCxnSpPr>
          <p:spPr>
            <a:xfrm flipH="1">
              <a:off x="10918800" y="3682800"/>
              <a:ext cx="1270080" cy="1270440"/>
            </a:xfrm>
            <a:prstGeom prst="straightConnector1">
              <a:avLst/>
            </a:prstGeom>
            <a:ln cap="rnd" w="28575">
              <a:solidFill>
                <a:srgbClr val="FFFFFF"/>
              </a:solidFill>
              <a:round/>
            </a:ln>
          </p:spPr>
        </p:cxnSp>
      </p:grpSp>
      <p:sp>
        <p:nvSpPr>
          <p:cNvPr id="95" name="PlaceHolder 1"/>
          <p:cNvSpPr>
            <a:spLocks noGrp="1"/>
          </p:cNvSpPr>
          <p:nvPr>
            <p:ph type="title"/>
          </p:nvPr>
        </p:nvSpPr>
        <p:spPr>
          <a:xfrm>
            <a:off x="4722840" y="1447920"/>
            <a:ext cx="6019560" cy="1142640"/>
          </a:xfrm>
          <a:prstGeom prst="rect">
            <a:avLst/>
          </a:prstGeom>
          <a:noFill/>
          <a:ln w="0">
            <a:noFill/>
          </a:ln>
        </p:spPr>
        <p:txBody>
          <a:bodyPr lIns="91440" tIns="45720" rIns="91440" bIns="45720" anchor="b">
            <a:normAutofit/>
          </a:bodyPr>
          <a:lstStyle>
            <a:lvl1pPr indent="0" algn="l" defTabSz="457200">
              <a:lnSpc>
                <a:spcPct val="100000"/>
              </a:lnSpc>
              <a:buNone/>
              <a:defRPr lang="es-ES" sz="2800" b="0" u="none" strike="noStrike" cap="all">
                <a:solidFill>
                  <a:schemeClr val="lt1"/>
                </a:solidFill>
                <a:effectLst/>
                <a:uFillTx/>
                <a:latin typeface="Century Gothic"/>
              </a:defRPr>
            </a:lvl1pPr>
          </a:lstStyle>
          <a:p>
            <a:pPr indent="0" algn="l" defTabSz="457200">
              <a:lnSpc>
                <a:spcPct val="100000"/>
              </a:lnSpc>
              <a:buNone/>
            </a:pPr>
            <a:r>
              <a:rPr lang="es-ES" sz="2800" b="0" u="none" strike="noStrike" cap="all">
                <a:solidFill>
                  <a:schemeClr val="lt1"/>
                </a:solidFill>
                <a:effectLst/>
                <a:uFillTx/>
                <a:latin typeface="Century Gothic"/>
              </a:rPr>
              <a:t>Haga clic para modificar el estilo de título del patrón</a:t>
            </a:r>
            <a:endParaRPr lang="en-US" sz="2800" b="0" u="none" strike="noStrike" cap="all">
              <a:solidFill>
                <a:schemeClr val="lt1"/>
              </a:solidFill>
              <a:effectLst/>
              <a:uFillTx/>
              <a:latin typeface="Century Gothic"/>
            </a:endParaRPr>
          </a:p>
        </p:txBody>
      </p:sp>
      <p:sp>
        <p:nvSpPr>
          <p:cNvPr id="96" name="PlaceHolder 2"/>
          <p:cNvSpPr>
            <a:spLocks noGrp="1"/>
          </p:cNvSpPr>
          <p:nvPr>
            <p:ph type="body"/>
          </p:nvPr>
        </p:nvSpPr>
        <p:spPr>
          <a:xfrm>
            <a:off x="988920" y="914400"/>
            <a:ext cx="3280680" cy="4571640"/>
          </a:xfrm>
          <a:prstGeom prst="rect">
            <a:avLst/>
          </a:prstGeom>
          <a:noFill/>
          <a:ln w="15840">
            <a:solidFill>
              <a:schemeClr val="dk1">
                <a:alpha val="40000"/>
              </a:schemeClr>
            </a:solidFill>
            <a:round/>
          </a:ln>
        </p:spPr>
        <p:txBody>
          <a:bodyPr lIns="90000" tIns="45000" rIns="90000" bIns="45000" anchor="t">
            <a:normAutofit/>
          </a:bodyPr>
          <a:lstStyle>
            <a:lvl1pPr indent="0" algn="ctr" defTabSz="457200">
              <a:lnSpc>
                <a:spcPct val="100000"/>
              </a:lnSpc>
              <a:buNone/>
              <a:tabLst>
                <a:tab pos="0" algn="l"/>
              </a:tabLst>
              <a:defRPr lang="es-ES" sz="1600" b="0" u="none" strike="noStrike">
                <a:solidFill>
                  <a:schemeClr val="lt1"/>
                </a:solidFill>
                <a:effectLst/>
                <a:uFillTx/>
                <a:latin typeface="Century Gothic"/>
              </a:defRPr>
            </a:lvl1pPr>
          </a:lstStyle>
          <a:p>
            <a:pPr indent="0" algn="ctr" defTabSz="457200">
              <a:lnSpc>
                <a:spcPct val="100000"/>
              </a:lnSpc>
              <a:buNone/>
              <a:tabLst>
                <a:tab pos="0" algn="l"/>
              </a:tabLst>
            </a:pPr>
            <a:r>
              <a:rPr lang="es-ES" sz="1600" b="0" u="none" strike="noStrike">
                <a:solidFill>
                  <a:schemeClr val="lt1"/>
                </a:solidFill>
                <a:effectLst/>
                <a:uFillTx/>
                <a:latin typeface="Century Gothic"/>
              </a:rPr>
              <a:t>Haga clic en el icono para agregar una imagen</a:t>
            </a:r>
            <a:endParaRPr lang="en-US" sz="1600" b="0" u="none" strike="noStrike">
              <a:solidFill>
                <a:schemeClr val="lt1"/>
              </a:solidFill>
              <a:effectLst/>
              <a:uFillTx/>
              <a:latin typeface="Century Gothic"/>
            </a:endParaRPr>
          </a:p>
        </p:txBody>
      </p:sp>
      <p:sp>
        <p:nvSpPr>
          <p:cNvPr id="97" name="PlaceHolder 3"/>
          <p:cNvSpPr>
            <a:spLocks noGrp="1"/>
          </p:cNvSpPr>
          <p:nvPr>
            <p:ph type="body"/>
          </p:nvPr>
        </p:nvSpPr>
        <p:spPr>
          <a:xfrm>
            <a:off x="4722840" y="2777040"/>
            <a:ext cx="6021000" cy="2048400"/>
          </a:xfrm>
          <a:prstGeom prst="rect">
            <a:avLst/>
          </a:prstGeom>
          <a:noFill/>
          <a:ln w="0">
            <a:noFill/>
          </a:ln>
        </p:spPr>
        <p:txBody>
          <a:bodyPr lIns="91440" tIns="45720" rIns="91440" bIns="45720" anchor="t">
            <a:normAutofit/>
          </a:bodyPr>
          <a:lstStyle>
            <a:lvl1pPr indent="0" algn="l" defTabSz="457200">
              <a:lnSpc>
                <a:spcPct val="100000"/>
              </a:lnSpc>
              <a:spcBef>
                <a:spcPts val="360"/>
              </a:spcBef>
              <a:spcAft>
                <a:spcPts val="601"/>
              </a:spcAft>
              <a:buNone/>
              <a:tabLst>
                <a:tab pos="0" algn="l"/>
              </a:tabLst>
              <a:defRPr lang="es-ES" sz="1800" b="0" u="none" strike="noStrike">
                <a:solidFill>
                  <a:schemeClr val="lt1"/>
                </a:solidFill>
                <a:effectLst/>
                <a:uFillTx/>
                <a:latin typeface="Century Gothic"/>
              </a:defRPr>
            </a:lvl1pPr>
          </a:lstStyle>
          <a:p>
            <a:pPr indent="0" algn="l" defTabSz="457200">
              <a:lnSpc>
                <a:spcPct val="100000"/>
              </a:lnSpc>
              <a:spcBef>
                <a:spcPts val="360"/>
              </a:spcBef>
              <a:spcAft>
                <a:spcPts val="601"/>
              </a:spcAft>
              <a:buNone/>
              <a:tabLst>
                <a:tab pos="0" algn="l"/>
              </a:tabLst>
            </a:pPr>
            <a:r>
              <a:rPr lang="es-ES" sz="1800" b="0" u="none" strike="noStrike">
                <a:solidFill>
                  <a:schemeClr val="lt1"/>
                </a:solidFill>
                <a:effectLst/>
                <a:uFillTx/>
                <a:latin typeface="Century Gothic"/>
              </a:rPr>
              <a:t>Haga clic para modificar el estilo de texto del patrón</a:t>
            </a:r>
            <a:endParaRPr lang="en-US" sz="1800" b="0" u="none" strike="noStrike">
              <a:solidFill>
                <a:schemeClr val="lt1"/>
              </a:solidFill>
              <a:effectLst/>
              <a:uFillTx/>
              <a:latin typeface="Century Gothic"/>
            </a:endParaRPr>
          </a:p>
        </p:txBody>
      </p:sp>
      <p:sp>
        <p:nvSpPr>
          <p:cNvPr id="98" name="PlaceHolder 4"/>
          <p:cNvSpPr>
            <a:spLocks noGrp="1"/>
          </p:cNvSpPr>
          <p:nvPr>
            <p:ph type="dt" idx="8"/>
          </p:nvPr>
        </p:nvSpPr>
        <p:spPr>
          <a:xfrm>
            <a:off x="9904320" y="6172200"/>
            <a:ext cx="1599840" cy="364680"/>
          </a:xfrm>
          <a:prstGeom prst="rect">
            <a:avLst/>
          </a:prstGeom>
          <a:noFill/>
          <a:ln w="0">
            <a:noFill/>
          </a:ln>
        </p:spPr>
        <p:txBody>
          <a:bodyPr lIns="91440" tIns="45720" rIns="91440" bIns="45720" anchor="t">
            <a:noAutofit/>
          </a:bodyPr>
          <a:lstStyle>
            <a:lvl1pPr indent="0" algn="r" defTabSz="457200">
              <a:lnSpc>
                <a:spcPct val="100000"/>
              </a:lnSpc>
              <a:buNone/>
              <a:defRPr lang="en-US" sz="1000" b="0" u="none" strike="noStrike">
                <a:solidFill>
                  <a:schemeClr val="lt1"/>
                </a:solidFill>
                <a:effectLst/>
                <a:uFillTx/>
                <a:latin typeface="Century Gothic"/>
              </a:defRPr>
            </a:lvl1pPr>
          </a:lstStyle>
          <a:p>
            <a:pPr indent="0" algn="r" defTabSz="457200">
              <a:lnSpc>
                <a:spcPct val="100000"/>
              </a:lnSpc>
              <a:buNone/>
            </a:pPr>
            <a:r>
              <a:rPr lang="en-US" sz="1000" b="0" u="none" strike="noStrike">
                <a:solidFill>
                  <a:schemeClr val="lt1"/>
                </a:solidFill>
                <a:effectLst/>
                <a:uFillTx/>
                <a:latin typeface="Century Gothic"/>
              </a:rPr>
              <a:t>&lt;date/time&gt;</a:t>
            </a:r>
            <a:endParaRPr lang="es-PY" sz="1000" b="0" u="none" strike="noStrike">
              <a:solidFill>
                <a:srgbClr val="FFFFFF"/>
              </a:solidFill>
              <a:effectLst/>
              <a:uFillTx/>
              <a:latin typeface="Times New Roman"/>
            </a:endParaRPr>
          </a:p>
        </p:txBody>
      </p:sp>
      <p:sp>
        <p:nvSpPr>
          <p:cNvPr id="99" name="PlaceHolder 5"/>
          <p:cNvSpPr>
            <a:spLocks noGrp="1"/>
          </p:cNvSpPr>
          <p:nvPr>
            <p:ph type="ftr" idx="9"/>
          </p:nvPr>
        </p:nvSpPr>
        <p:spPr>
          <a:xfrm>
            <a:off x="684360" y="6172200"/>
            <a:ext cx="7543440" cy="364680"/>
          </a:xfrm>
          <a:prstGeom prst="rect">
            <a:avLst/>
          </a:prstGeom>
          <a:noFill/>
          <a:ln w="0">
            <a:noFill/>
          </a:ln>
        </p:spPr>
        <p:txBody>
          <a:bodyPr lIns="91440" tIns="45720" rIns="91440" bIns="45720" anchor="t">
            <a:noAutofit/>
          </a:bodyPr>
          <a:lstStyle>
            <a:lvl1pPr indent="0" algn="ctr">
              <a:buNone/>
              <a:defRPr lang="es-PY" sz="1400" b="0" u="none" strike="noStrike">
                <a:solidFill>
                  <a:srgbClr val="FFFFFF"/>
                </a:solidFill>
                <a:effectLst/>
                <a:uFillTx/>
                <a:latin typeface="Times New Roman"/>
              </a:defRPr>
            </a:lvl1pPr>
          </a:lstStyle>
          <a:p>
            <a:pPr indent="0" algn="ctr">
              <a:buNone/>
            </a:pPr>
            <a:r>
              <a:rPr lang="es-PY" sz="1400" b="0" u="none" strike="noStrike">
                <a:solidFill>
                  <a:srgbClr val="FFFFFF"/>
                </a:solidFill>
                <a:effectLst/>
                <a:uFillTx/>
                <a:latin typeface="Times New Roman"/>
              </a:rPr>
              <a:t>&lt;footer&gt;</a:t>
            </a:r>
            <a:endParaRPr lang="es-PY" sz="1400" b="0" u="none" strike="noStrike">
              <a:solidFill>
                <a:srgbClr val="FFFFFF"/>
              </a:solidFill>
              <a:effectLst/>
              <a:uFillTx/>
              <a:latin typeface="Times New Roman"/>
            </a:endParaRPr>
          </a:p>
        </p:txBody>
      </p:sp>
      <p:sp>
        <p:nvSpPr>
          <p:cNvPr id="100" name="PlaceHolder 6"/>
          <p:cNvSpPr>
            <a:spLocks noGrp="1"/>
          </p:cNvSpPr>
          <p:nvPr>
            <p:ph type="sldNum" idx="10"/>
          </p:nvPr>
        </p:nvSpPr>
        <p:spPr>
          <a:xfrm>
            <a:off x="10363320" y="5578560"/>
            <a:ext cx="1141920" cy="669600"/>
          </a:xfrm>
          <a:prstGeom prst="rect">
            <a:avLst/>
          </a:prstGeom>
          <a:noFill/>
          <a:ln w="0">
            <a:noFill/>
          </a:ln>
        </p:spPr>
        <p:txBody>
          <a:bodyPr lIns="91440" tIns="45720" rIns="91440" bIns="45720" anchor="b">
            <a:noAutofit/>
          </a:bodyPr>
          <a:lstStyle>
            <a:lvl1pPr indent="0" algn="r" defTabSz="457200">
              <a:lnSpc>
                <a:spcPct val="100000"/>
              </a:lnSpc>
              <a:buNone/>
              <a:defRPr lang="en-US" sz="3200" b="0" u="none" strike="noStrike">
                <a:solidFill>
                  <a:schemeClr val="lt1"/>
                </a:solidFill>
                <a:effectLst/>
                <a:uFillTx/>
                <a:latin typeface="Century Gothic"/>
              </a:defRPr>
            </a:lvl1pPr>
          </a:lstStyle>
          <a:p>
            <a:pPr indent="0" algn="r" defTabSz="457200">
              <a:lnSpc>
                <a:spcPct val="100000"/>
              </a:lnSpc>
              <a:buNone/>
            </a:pPr>
            <a:fld id="{22834FE9-D36E-421B-B9AA-042C860AB5F7}" type="slidenum">
              <a:rPr lang="en-US" sz="3200" b="0" u="none" strike="noStrike">
                <a:solidFill>
                  <a:schemeClr val="lt1"/>
                </a:solidFill>
                <a:effectLst/>
                <a:uFillTx/>
                <a:latin typeface="Century Gothic"/>
              </a:rPr>
              <a:t>&lt;number&gt;</a:t>
            </a:fld>
            <a:endParaRPr lang="es-PY" sz="3200" b="0" u="none" strike="noStrike">
              <a:solidFill>
                <a:srgbClr val="FFFFFF"/>
              </a:solidFill>
              <a:effectLst/>
              <a:uFillTx/>
              <a:latin typeface="Times New Roman"/>
            </a:endParaRPr>
          </a:p>
        </p:txBody>
      </p:sp>
      <p:pic>
        <p:nvPicPr>
          <p:cNvPr id="101" name="Imagen 8"/>
          <p:cNvPicPr/>
          <p:nvPr/>
        </p:nvPicPr>
        <p:blipFill>
          <a:blip r:embed="rId2"/>
          <a:stretch/>
        </p:blipFill>
        <p:spPr>
          <a:xfrm>
            <a:off x="10825200" y="4375440"/>
            <a:ext cx="743400" cy="1110600"/>
          </a:xfrm>
          <a:prstGeom prst="rect">
            <a:avLst/>
          </a:prstGeom>
          <a:noFill/>
          <a:ln w="0">
            <a:noFill/>
          </a:ln>
        </p:spPr>
      </p:pic>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Imagen panorámica con descripción">
    <p:bg>
      <p:bgPr>
        <a:gradFill rotWithShape="0">
          <a:gsLst>
            <a:gs pos="10000">
              <a:srgbClr val="808080"/>
            </a:gs>
            <a:gs pos="100000">
              <a:srgbClr val="0070C0"/>
            </a:gs>
          </a:gsLst>
          <a:lin ang="6120000"/>
        </a:gradFill>
      </p:bgPr>
    </p:bg>
    <p:spTree>
      <p:nvGrpSpPr>
        <p:cNvPr id="1" name=""/>
        <p:cNvGrpSpPr/>
        <p:nvPr/>
      </p:nvGrpSpPr>
      <p:grpSpPr>
        <a:xfrm>
          <a:off x="0" y="0"/>
          <a:ext cx="0" cy="0"/>
          <a:chOff x="0" y="0"/>
          <a:chExt cx="0" cy="0"/>
        </a:xfrm>
      </p:grpSpPr>
      <p:grpSp>
        <p:nvGrpSpPr>
          <p:cNvPr id="102" name="Group 6"/>
          <p:cNvGrpSpPr/>
          <p:nvPr/>
        </p:nvGrpSpPr>
        <p:grpSpPr>
          <a:xfrm>
            <a:off x="9206640" y="2963160"/>
            <a:ext cx="2981880" cy="3209040"/>
            <a:chOff x="9206640" y="2963160"/>
            <a:chExt cx="2981880" cy="3209040"/>
          </a:xfrm>
        </p:grpSpPr>
        <p:cxnSp>
          <p:nvCxnSpPr>
            <p:cNvPr id="103" name="Straight Connector 7"/>
            <p:cNvCxnSpPr/>
            <p:nvPr/>
          </p:nvCxnSpPr>
          <p:spPr>
            <a:xfrm flipH="1">
              <a:off x="11275920" y="2963160"/>
              <a:ext cx="912960" cy="913320"/>
            </a:xfrm>
            <a:prstGeom prst="straightConnector1">
              <a:avLst/>
            </a:prstGeom>
            <a:ln cap="rnd" w="9525">
              <a:solidFill>
                <a:srgbClr val="FFFFFF"/>
              </a:solidFill>
              <a:round/>
            </a:ln>
          </p:spPr>
        </p:cxnSp>
        <p:cxnSp>
          <p:nvCxnSpPr>
            <p:cNvPr id="104" name="Straight Connector 8"/>
            <p:cNvCxnSpPr/>
            <p:nvPr/>
          </p:nvCxnSpPr>
          <p:spPr>
            <a:xfrm flipH="1">
              <a:off x="9206640" y="3190320"/>
              <a:ext cx="2982240" cy="2982240"/>
            </a:xfrm>
            <a:prstGeom prst="straightConnector1">
              <a:avLst/>
            </a:prstGeom>
            <a:ln cap="rnd" w="9525">
              <a:solidFill>
                <a:srgbClr val="FFFFFF"/>
              </a:solidFill>
              <a:round/>
            </a:ln>
          </p:spPr>
        </p:cxnSp>
        <p:cxnSp>
          <p:nvCxnSpPr>
            <p:cNvPr id="105" name="Straight Connector 9"/>
            <p:cNvCxnSpPr/>
            <p:nvPr/>
          </p:nvCxnSpPr>
          <p:spPr>
            <a:xfrm flipH="1">
              <a:off x="10292040" y="3285000"/>
              <a:ext cx="1896840" cy="1896840"/>
            </a:xfrm>
            <a:prstGeom prst="straightConnector1">
              <a:avLst/>
            </a:prstGeom>
            <a:ln cap="rnd" w="9525">
              <a:solidFill>
                <a:srgbClr val="FFFFFF"/>
              </a:solidFill>
              <a:round/>
            </a:ln>
          </p:spPr>
        </p:cxnSp>
        <p:cxnSp>
          <p:nvCxnSpPr>
            <p:cNvPr id="106" name="Straight Connector 10"/>
            <p:cNvCxnSpPr/>
            <p:nvPr/>
          </p:nvCxnSpPr>
          <p:spPr>
            <a:xfrm flipH="1">
              <a:off x="10442880" y="3130920"/>
              <a:ext cx="1746000" cy="1746000"/>
            </a:xfrm>
            <a:prstGeom prst="straightConnector1">
              <a:avLst/>
            </a:prstGeom>
            <a:ln cap="rnd" w="28575">
              <a:solidFill>
                <a:srgbClr val="FFFFFF"/>
              </a:solidFill>
              <a:round/>
            </a:ln>
          </p:spPr>
        </p:cxnSp>
        <p:cxnSp>
          <p:nvCxnSpPr>
            <p:cNvPr id="107" name="Straight Connector 11"/>
            <p:cNvCxnSpPr/>
            <p:nvPr/>
          </p:nvCxnSpPr>
          <p:spPr>
            <a:xfrm flipH="1">
              <a:off x="10918800" y="3682800"/>
              <a:ext cx="1270080" cy="1270440"/>
            </a:xfrm>
            <a:prstGeom prst="straightConnector1">
              <a:avLst/>
            </a:prstGeom>
            <a:ln cap="rnd" w="28575">
              <a:solidFill>
                <a:srgbClr val="FFFFFF"/>
              </a:solidFill>
              <a:round/>
            </a:ln>
          </p:spPr>
        </p:cxnSp>
      </p:grpSp>
      <p:sp>
        <p:nvSpPr>
          <p:cNvPr id="108" name="PlaceHolder 1"/>
          <p:cNvSpPr>
            <a:spLocks noGrp="1"/>
          </p:cNvSpPr>
          <p:nvPr>
            <p:ph type="title"/>
          </p:nvPr>
        </p:nvSpPr>
        <p:spPr>
          <a:xfrm>
            <a:off x="684360" y="4487400"/>
            <a:ext cx="8534160" cy="1506600"/>
          </a:xfrm>
          <a:prstGeom prst="rect">
            <a:avLst/>
          </a:prstGeom>
          <a:noFill/>
          <a:ln w="0">
            <a:noFill/>
          </a:ln>
        </p:spPr>
        <p:txBody>
          <a:bodyPr lIns="91440" tIns="45720" rIns="91440" bIns="45720" anchor="ctr">
            <a:noAutofit/>
          </a:bodyPr>
          <a:lstStyle>
            <a:lvl1pPr indent="0" algn="l" defTabSz="457200">
              <a:lnSpc>
                <a:spcPct val="100000"/>
              </a:lnSpc>
              <a:buNone/>
              <a:defRPr lang="es-ES" sz="3600" b="0" u="none" strike="noStrike" cap="all">
                <a:solidFill>
                  <a:schemeClr val="lt1"/>
                </a:solidFill>
                <a:effectLst/>
                <a:uFillTx/>
                <a:latin typeface="Century Gothic"/>
              </a:defRPr>
            </a:lvl1pPr>
          </a:lstStyle>
          <a:p>
            <a:pPr indent="0" algn="l" defTabSz="457200">
              <a:lnSpc>
                <a:spcPct val="100000"/>
              </a:lnSpc>
              <a:buNone/>
            </a:pPr>
            <a:r>
              <a:rPr lang="es-ES" sz="3600" b="0" u="none" strike="noStrike" cap="all">
                <a:solidFill>
                  <a:schemeClr val="lt1"/>
                </a:solidFill>
                <a:effectLst/>
                <a:uFillTx/>
                <a:latin typeface="Century Gothic"/>
              </a:rPr>
              <a:t>Haga clic para modificar el estilo de título del patrón</a:t>
            </a:r>
            <a:endParaRPr lang="en-US" sz="3600" b="0" u="none" strike="noStrike" cap="all">
              <a:solidFill>
                <a:schemeClr val="lt1"/>
              </a:solidFill>
              <a:effectLst/>
              <a:uFillTx/>
              <a:latin typeface="Century Gothic"/>
            </a:endParaRPr>
          </a:p>
        </p:txBody>
      </p:sp>
      <p:sp>
        <p:nvSpPr>
          <p:cNvPr id="109" name="PlaceHolder 2"/>
          <p:cNvSpPr>
            <a:spLocks noGrp="1"/>
          </p:cNvSpPr>
          <p:nvPr>
            <p:ph type="body"/>
          </p:nvPr>
        </p:nvSpPr>
        <p:spPr>
          <a:xfrm>
            <a:off x="685800" y="533520"/>
            <a:ext cx="10818360" cy="3123720"/>
          </a:xfrm>
          <a:prstGeom prst="rect">
            <a:avLst/>
          </a:prstGeom>
          <a:noFill/>
          <a:ln w="15840">
            <a:solidFill>
              <a:schemeClr val="dk1">
                <a:alpha val="40000"/>
              </a:schemeClr>
            </a:solidFill>
            <a:round/>
          </a:ln>
        </p:spPr>
        <p:txBody>
          <a:bodyPr lIns="90000" tIns="45000" rIns="90000" bIns="45000" anchor="t">
            <a:normAutofit/>
          </a:bodyPr>
          <a:lstStyle>
            <a:lvl1pPr indent="0" algn="ctr" defTabSz="457200">
              <a:lnSpc>
                <a:spcPct val="100000"/>
              </a:lnSpc>
              <a:buNone/>
              <a:tabLst>
                <a:tab pos="0" algn="l"/>
              </a:tabLst>
              <a:defRPr lang="es-ES" sz="1600" b="0" u="none" strike="noStrike">
                <a:solidFill>
                  <a:schemeClr val="lt1"/>
                </a:solidFill>
                <a:effectLst/>
                <a:uFillTx/>
                <a:latin typeface="Century Gothic"/>
              </a:defRPr>
            </a:lvl1pPr>
          </a:lstStyle>
          <a:p>
            <a:pPr indent="0" algn="ctr" defTabSz="457200">
              <a:lnSpc>
                <a:spcPct val="100000"/>
              </a:lnSpc>
              <a:buNone/>
              <a:tabLst>
                <a:tab pos="0" algn="l"/>
              </a:tabLst>
            </a:pPr>
            <a:r>
              <a:rPr lang="es-ES" sz="1600" b="0" u="none" strike="noStrike">
                <a:solidFill>
                  <a:schemeClr val="lt1"/>
                </a:solidFill>
                <a:effectLst/>
                <a:uFillTx/>
                <a:latin typeface="Century Gothic"/>
              </a:rPr>
              <a:t>Haga clic en el icono para agregar una imagen</a:t>
            </a:r>
            <a:endParaRPr lang="en-US" sz="1600" b="0" u="none" strike="noStrike">
              <a:solidFill>
                <a:schemeClr val="lt1"/>
              </a:solidFill>
              <a:effectLst/>
              <a:uFillTx/>
              <a:latin typeface="Century Gothic"/>
            </a:endParaRPr>
          </a:p>
        </p:txBody>
      </p:sp>
      <p:sp>
        <p:nvSpPr>
          <p:cNvPr id="110" name="PlaceHolder 3"/>
          <p:cNvSpPr>
            <a:spLocks noGrp="1"/>
          </p:cNvSpPr>
          <p:nvPr>
            <p:ph type="body"/>
          </p:nvPr>
        </p:nvSpPr>
        <p:spPr>
          <a:xfrm>
            <a:off x="914400" y="3843720"/>
            <a:ext cx="8303760" cy="456840"/>
          </a:xfrm>
          <a:prstGeom prst="rect">
            <a:avLst/>
          </a:prstGeom>
          <a:noFill/>
          <a:ln w="0">
            <a:noFill/>
          </a:ln>
        </p:spPr>
        <p:txBody>
          <a:bodyPr lIns="91440" tIns="45720" rIns="91440" bIns="45720" anchor="t">
            <a:normAutofit/>
          </a:bodyPr>
          <a:lstStyle>
            <a:lvl1pPr indent="0" algn="l" defTabSz="457200">
              <a:lnSpc>
                <a:spcPct val="100000"/>
              </a:lnSpc>
              <a:spcBef>
                <a:spcPts val="320"/>
              </a:spcBef>
              <a:spcAft>
                <a:spcPts val="601"/>
              </a:spcAft>
              <a:buNone/>
              <a:tabLst>
                <a:tab pos="0" algn="l"/>
              </a:tabLst>
              <a:defRPr lang="es-ES" sz="1600" b="0" u="none" strike="noStrike">
                <a:solidFill>
                  <a:schemeClr val="lt1"/>
                </a:solidFill>
                <a:effectLst/>
                <a:uFillTx/>
                <a:latin typeface="Century Gothic"/>
              </a:defRPr>
            </a:lvl1pPr>
          </a:lstStyle>
          <a:p>
            <a:pPr indent="0" algn="l" defTabSz="457200">
              <a:lnSpc>
                <a:spcPct val="100000"/>
              </a:lnSpc>
              <a:spcBef>
                <a:spcPts val="320"/>
              </a:spcBef>
              <a:spcAft>
                <a:spcPts val="601"/>
              </a:spcAft>
              <a:buNone/>
              <a:tabLst>
                <a:tab pos="0" algn="l"/>
              </a:tabLst>
            </a:pPr>
            <a:r>
              <a:rPr lang="es-ES" sz="1600" b="0" u="none" strike="noStrike">
                <a:solidFill>
                  <a:schemeClr val="lt1"/>
                </a:solidFill>
                <a:effectLst/>
                <a:uFillTx/>
                <a:latin typeface="Century Gothic"/>
              </a:rPr>
              <a:t>Haga clic para modificar el estilo de texto del patrón</a:t>
            </a:r>
            <a:endParaRPr lang="en-US" sz="1600" b="0" u="none" strike="noStrike">
              <a:solidFill>
                <a:schemeClr val="lt1"/>
              </a:solidFill>
              <a:effectLst/>
              <a:uFillTx/>
              <a:latin typeface="Century Gothic"/>
            </a:endParaRPr>
          </a:p>
        </p:txBody>
      </p:sp>
      <p:sp>
        <p:nvSpPr>
          <p:cNvPr id="111" name="PlaceHolder 4"/>
          <p:cNvSpPr>
            <a:spLocks noGrp="1"/>
          </p:cNvSpPr>
          <p:nvPr>
            <p:ph type="dt" idx="11"/>
          </p:nvPr>
        </p:nvSpPr>
        <p:spPr>
          <a:xfrm>
            <a:off x="9904320" y="6172200"/>
            <a:ext cx="1599840" cy="364680"/>
          </a:xfrm>
          <a:prstGeom prst="rect">
            <a:avLst/>
          </a:prstGeom>
          <a:noFill/>
          <a:ln w="0">
            <a:noFill/>
          </a:ln>
        </p:spPr>
        <p:txBody>
          <a:bodyPr lIns="91440" tIns="45720" rIns="91440" bIns="45720" anchor="t">
            <a:noAutofit/>
          </a:bodyPr>
          <a:lstStyle>
            <a:lvl1pPr indent="0" algn="r" defTabSz="457200">
              <a:lnSpc>
                <a:spcPct val="100000"/>
              </a:lnSpc>
              <a:buNone/>
              <a:defRPr lang="en-US" sz="1000" b="0" u="none" strike="noStrike">
                <a:solidFill>
                  <a:schemeClr val="lt1"/>
                </a:solidFill>
                <a:effectLst/>
                <a:uFillTx/>
                <a:latin typeface="Century Gothic"/>
              </a:defRPr>
            </a:lvl1pPr>
          </a:lstStyle>
          <a:p>
            <a:pPr indent="0" algn="r" defTabSz="457200">
              <a:lnSpc>
                <a:spcPct val="100000"/>
              </a:lnSpc>
              <a:buNone/>
            </a:pPr>
            <a:r>
              <a:rPr lang="en-US" sz="1000" b="0" u="none" strike="noStrike">
                <a:solidFill>
                  <a:schemeClr val="lt1"/>
                </a:solidFill>
                <a:effectLst/>
                <a:uFillTx/>
                <a:latin typeface="Century Gothic"/>
              </a:rPr>
              <a:t>&lt;date/time&gt;</a:t>
            </a:r>
            <a:endParaRPr lang="es-PY" sz="1000" b="0" u="none" strike="noStrike">
              <a:solidFill>
                <a:srgbClr val="FFFFFF"/>
              </a:solidFill>
              <a:effectLst/>
              <a:uFillTx/>
              <a:latin typeface="Times New Roman"/>
            </a:endParaRPr>
          </a:p>
        </p:txBody>
      </p:sp>
      <p:sp>
        <p:nvSpPr>
          <p:cNvPr id="112" name="PlaceHolder 5"/>
          <p:cNvSpPr>
            <a:spLocks noGrp="1"/>
          </p:cNvSpPr>
          <p:nvPr>
            <p:ph type="ftr" idx="12"/>
          </p:nvPr>
        </p:nvSpPr>
        <p:spPr>
          <a:xfrm>
            <a:off x="684360" y="6172200"/>
            <a:ext cx="7543440" cy="364680"/>
          </a:xfrm>
          <a:prstGeom prst="rect">
            <a:avLst/>
          </a:prstGeom>
          <a:noFill/>
          <a:ln w="0">
            <a:noFill/>
          </a:ln>
        </p:spPr>
        <p:txBody>
          <a:bodyPr lIns="91440" tIns="45720" rIns="91440" bIns="45720" anchor="t">
            <a:noAutofit/>
          </a:bodyPr>
          <a:lstStyle>
            <a:lvl1pPr indent="0" algn="ctr">
              <a:buNone/>
              <a:defRPr lang="es-PY" sz="1400" b="0" u="none" strike="noStrike">
                <a:solidFill>
                  <a:srgbClr val="FFFFFF"/>
                </a:solidFill>
                <a:effectLst/>
                <a:uFillTx/>
                <a:latin typeface="Times New Roman"/>
              </a:defRPr>
            </a:lvl1pPr>
          </a:lstStyle>
          <a:p>
            <a:pPr indent="0" algn="ctr">
              <a:buNone/>
            </a:pPr>
            <a:r>
              <a:rPr lang="es-PY" sz="1400" b="0" u="none" strike="noStrike">
                <a:solidFill>
                  <a:srgbClr val="FFFFFF"/>
                </a:solidFill>
                <a:effectLst/>
                <a:uFillTx/>
                <a:latin typeface="Times New Roman"/>
              </a:rPr>
              <a:t>&lt;footer&gt;</a:t>
            </a:r>
            <a:endParaRPr lang="es-PY" sz="1400" b="0" u="none" strike="noStrike">
              <a:solidFill>
                <a:srgbClr val="FFFFFF"/>
              </a:solidFill>
              <a:effectLst/>
              <a:uFillTx/>
              <a:latin typeface="Times New Roman"/>
            </a:endParaRPr>
          </a:p>
        </p:txBody>
      </p:sp>
      <p:sp>
        <p:nvSpPr>
          <p:cNvPr id="113" name="PlaceHolder 6"/>
          <p:cNvSpPr>
            <a:spLocks noGrp="1"/>
          </p:cNvSpPr>
          <p:nvPr>
            <p:ph type="sldNum" idx="13"/>
          </p:nvPr>
        </p:nvSpPr>
        <p:spPr>
          <a:xfrm>
            <a:off x="10363320" y="5578560"/>
            <a:ext cx="1141920" cy="669600"/>
          </a:xfrm>
          <a:prstGeom prst="rect">
            <a:avLst/>
          </a:prstGeom>
          <a:noFill/>
          <a:ln w="0">
            <a:noFill/>
          </a:ln>
        </p:spPr>
        <p:txBody>
          <a:bodyPr lIns="91440" tIns="45720" rIns="91440" bIns="45720" anchor="b">
            <a:noAutofit/>
          </a:bodyPr>
          <a:lstStyle>
            <a:lvl1pPr indent="0" algn="r" defTabSz="457200">
              <a:lnSpc>
                <a:spcPct val="100000"/>
              </a:lnSpc>
              <a:buNone/>
              <a:defRPr lang="en-US" sz="3200" b="0" u="none" strike="noStrike">
                <a:solidFill>
                  <a:schemeClr val="lt1"/>
                </a:solidFill>
                <a:effectLst/>
                <a:uFillTx/>
                <a:latin typeface="Century Gothic"/>
              </a:defRPr>
            </a:lvl1pPr>
          </a:lstStyle>
          <a:p>
            <a:pPr indent="0" algn="r" defTabSz="457200">
              <a:lnSpc>
                <a:spcPct val="100000"/>
              </a:lnSpc>
              <a:buNone/>
            </a:pPr>
            <a:fld id="{7E1D4EA8-4914-4AF2-B7A0-80E1C337B4F9}" type="slidenum">
              <a:rPr lang="en-US" sz="3200" b="0" u="none" strike="noStrike">
                <a:solidFill>
                  <a:schemeClr val="lt1"/>
                </a:solidFill>
                <a:effectLst/>
                <a:uFillTx/>
                <a:latin typeface="Century Gothic"/>
              </a:rPr>
              <a:t>&lt;number&gt;</a:t>
            </a:fld>
            <a:endParaRPr lang="es-PY" sz="3200" b="0" u="none" strike="noStrike">
              <a:solidFill>
                <a:srgbClr val="FFFFFF"/>
              </a:solidFill>
              <a:effectLst/>
              <a:uFillTx/>
              <a:latin typeface="Times New Roman"/>
            </a:endParaRPr>
          </a:p>
        </p:txBody>
      </p:sp>
      <p:pic>
        <p:nvPicPr>
          <p:cNvPr id="114" name="Imagen 5"/>
          <p:cNvPicPr/>
          <p:nvPr/>
        </p:nvPicPr>
        <p:blipFill>
          <a:blip r:embed="rId2"/>
          <a:stretch/>
        </p:blipFill>
        <p:spPr>
          <a:xfrm>
            <a:off x="10704600" y="4487400"/>
            <a:ext cx="1045440" cy="1003680"/>
          </a:xfrm>
          <a:prstGeom prst="rect">
            <a:avLst/>
          </a:prstGeom>
          <a:noFill/>
          <a:ln w="0">
            <a:noFill/>
          </a:ln>
        </p:spPr>
      </p:pic>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Título vertical y texto">
    <p:bg>
      <p:bgPr>
        <a:gradFill rotWithShape="0">
          <a:gsLst>
            <a:gs pos="10000">
              <a:srgbClr val="808080"/>
            </a:gs>
            <a:gs pos="100000">
              <a:srgbClr val="0070C0"/>
            </a:gs>
          </a:gsLst>
          <a:lin ang="6120000"/>
        </a:gradFill>
      </p:bgPr>
    </p:bg>
    <p:spTree>
      <p:nvGrpSpPr>
        <p:cNvPr id="1" name=""/>
        <p:cNvGrpSpPr/>
        <p:nvPr/>
      </p:nvGrpSpPr>
      <p:grpSpPr>
        <a:xfrm>
          <a:off x="0" y="0"/>
          <a:ext cx="0" cy="0"/>
          <a:chOff x="0" y="0"/>
          <a:chExt cx="0" cy="0"/>
        </a:xfrm>
      </p:grpSpPr>
      <p:grpSp>
        <p:nvGrpSpPr>
          <p:cNvPr id="115" name="Group 6"/>
          <p:cNvGrpSpPr/>
          <p:nvPr/>
        </p:nvGrpSpPr>
        <p:grpSpPr>
          <a:xfrm>
            <a:off x="9206640" y="2963160"/>
            <a:ext cx="2981880" cy="3209040"/>
            <a:chOff x="9206640" y="2963160"/>
            <a:chExt cx="2981880" cy="3209040"/>
          </a:xfrm>
        </p:grpSpPr>
        <p:cxnSp>
          <p:nvCxnSpPr>
            <p:cNvPr id="116" name="Straight Connector 7"/>
            <p:cNvCxnSpPr/>
            <p:nvPr/>
          </p:nvCxnSpPr>
          <p:spPr>
            <a:xfrm flipH="1">
              <a:off x="11275920" y="2963160"/>
              <a:ext cx="912960" cy="913320"/>
            </a:xfrm>
            <a:prstGeom prst="straightConnector1">
              <a:avLst/>
            </a:prstGeom>
            <a:ln cap="rnd" w="9525">
              <a:solidFill>
                <a:srgbClr val="FFFFFF"/>
              </a:solidFill>
              <a:round/>
            </a:ln>
          </p:spPr>
        </p:cxnSp>
        <p:cxnSp>
          <p:nvCxnSpPr>
            <p:cNvPr id="117" name="Straight Connector 8"/>
            <p:cNvCxnSpPr/>
            <p:nvPr/>
          </p:nvCxnSpPr>
          <p:spPr>
            <a:xfrm flipH="1">
              <a:off x="9206640" y="3190320"/>
              <a:ext cx="2982240" cy="2982240"/>
            </a:xfrm>
            <a:prstGeom prst="straightConnector1">
              <a:avLst/>
            </a:prstGeom>
            <a:ln cap="rnd" w="9525">
              <a:solidFill>
                <a:srgbClr val="FFFFFF"/>
              </a:solidFill>
              <a:round/>
            </a:ln>
          </p:spPr>
        </p:cxnSp>
        <p:cxnSp>
          <p:nvCxnSpPr>
            <p:cNvPr id="118" name="Straight Connector 9"/>
            <p:cNvCxnSpPr/>
            <p:nvPr/>
          </p:nvCxnSpPr>
          <p:spPr>
            <a:xfrm flipH="1">
              <a:off x="10292040" y="3285000"/>
              <a:ext cx="1896840" cy="1896840"/>
            </a:xfrm>
            <a:prstGeom prst="straightConnector1">
              <a:avLst/>
            </a:prstGeom>
            <a:ln cap="rnd" w="9525">
              <a:solidFill>
                <a:srgbClr val="FFFFFF"/>
              </a:solidFill>
              <a:round/>
            </a:ln>
          </p:spPr>
        </p:cxnSp>
        <p:cxnSp>
          <p:nvCxnSpPr>
            <p:cNvPr id="119" name="Straight Connector 10"/>
            <p:cNvCxnSpPr/>
            <p:nvPr/>
          </p:nvCxnSpPr>
          <p:spPr>
            <a:xfrm flipH="1">
              <a:off x="10442880" y="3130920"/>
              <a:ext cx="1746000" cy="1746000"/>
            </a:xfrm>
            <a:prstGeom prst="straightConnector1">
              <a:avLst/>
            </a:prstGeom>
            <a:ln cap="rnd" w="28575">
              <a:solidFill>
                <a:srgbClr val="FFFFFF"/>
              </a:solidFill>
              <a:round/>
            </a:ln>
          </p:spPr>
        </p:cxnSp>
        <p:cxnSp>
          <p:nvCxnSpPr>
            <p:cNvPr id="120" name="Straight Connector 11"/>
            <p:cNvCxnSpPr/>
            <p:nvPr/>
          </p:nvCxnSpPr>
          <p:spPr>
            <a:xfrm flipH="1">
              <a:off x="10918800" y="3682800"/>
              <a:ext cx="1270080" cy="1270440"/>
            </a:xfrm>
            <a:prstGeom prst="straightConnector1">
              <a:avLst/>
            </a:prstGeom>
            <a:ln cap="rnd" w="28575">
              <a:solidFill>
                <a:srgbClr val="FFFFFF"/>
              </a:solidFill>
              <a:round/>
            </a:ln>
          </p:spPr>
        </p:cxnSp>
      </p:grpSp>
      <p:sp>
        <p:nvSpPr>
          <p:cNvPr id="121" name="PlaceHolder 1"/>
          <p:cNvSpPr>
            <a:spLocks noGrp="1"/>
          </p:cNvSpPr>
          <p:nvPr>
            <p:ph type="title"/>
          </p:nvPr>
        </p:nvSpPr>
        <p:spPr>
          <a:xfrm>
            <a:off x="8685360" y="685800"/>
            <a:ext cx="2057040" cy="4571640"/>
          </a:xfrm>
          <a:prstGeom prst="rect">
            <a:avLst/>
          </a:prstGeom>
          <a:noFill/>
          <a:ln w="0">
            <a:noFill/>
          </a:ln>
        </p:spPr>
        <p:txBody>
          <a:bodyPr lIns="91440" tIns="45720" rIns="91440" bIns="45720" anchor="ctr" vert="eaVert">
            <a:noAutofit/>
          </a:bodyPr>
          <a:lstStyle>
            <a:lvl1pPr indent="0" algn="l" defTabSz="457200">
              <a:lnSpc>
                <a:spcPct val="100000"/>
              </a:lnSpc>
              <a:buNone/>
              <a:defRPr lang="es-ES" sz="3600" b="0" u="none" strike="noStrike" cap="all">
                <a:solidFill>
                  <a:schemeClr val="lt1"/>
                </a:solidFill>
                <a:effectLst/>
                <a:uFillTx/>
                <a:latin typeface="Century Gothic"/>
              </a:defRPr>
            </a:lvl1pPr>
          </a:lstStyle>
          <a:p>
            <a:pPr indent="0" algn="l" defTabSz="457200">
              <a:lnSpc>
                <a:spcPct val="100000"/>
              </a:lnSpc>
              <a:buNone/>
            </a:pPr>
            <a:r>
              <a:rPr lang="es-ES" sz="3600" b="0" u="none" strike="noStrike" cap="all">
                <a:solidFill>
                  <a:schemeClr val="lt1"/>
                </a:solidFill>
                <a:effectLst/>
                <a:uFillTx/>
                <a:latin typeface="Century Gothic"/>
              </a:rPr>
              <a:t>Haga clic para modificar el estilo de título del patrón</a:t>
            </a:r>
            <a:endParaRPr lang="en-US" sz="3600" b="0" u="none" strike="noStrike" cap="all">
              <a:solidFill>
                <a:schemeClr val="lt1"/>
              </a:solidFill>
              <a:effectLst/>
              <a:uFillTx/>
              <a:latin typeface="Century Gothic"/>
            </a:endParaRPr>
          </a:p>
        </p:txBody>
      </p:sp>
      <p:sp>
        <p:nvSpPr>
          <p:cNvPr id="122" name="PlaceHolder 2"/>
          <p:cNvSpPr>
            <a:spLocks noGrp="1"/>
          </p:cNvSpPr>
          <p:nvPr>
            <p:ph type="body"/>
          </p:nvPr>
        </p:nvSpPr>
        <p:spPr>
          <a:xfrm>
            <a:off x="685800" y="685800"/>
            <a:ext cx="7822800" cy="5308200"/>
          </a:xfrm>
          <a:prstGeom prst="rect">
            <a:avLst/>
          </a:prstGeom>
          <a:noFill/>
          <a:ln w="0">
            <a:noFill/>
          </a:ln>
        </p:spPr>
        <p:txBody>
          <a:bodyPr lIns="91440" tIns="45720" rIns="91440" bIns="45720" anchor="t" vert="eaVert">
            <a:noAutofit/>
          </a:bodyPr>
          <a:lstStyle>
            <a:lvl1pPr algn="l" defTabSz="457200">
              <a:lnSpc>
                <a:spcPct val="100000"/>
              </a:lnSpc>
              <a:spcBef>
                <a:spcPts val="400"/>
              </a:spcBef>
              <a:spcAft>
                <a:spcPts val="601"/>
              </a:spcAft>
              <a:buClr>
                <a:srgbClr val="FFFFFF"/>
              </a:buClr>
              <a:buSzPct val="80000"/>
              <a:buFont typeface="Wingdings 3" charset="2"/>
              <a:buChar char=""/>
              <a:defRPr lang="es-ES" sz="2000" b="0" u="none" strike="noStrike">
                <a:solidFill>
                  <a:schemeClr val="lt1"/>
                </a:solidFill>
                <a:effectLst/>
                <a:uFillTx/>
                <a:latin typeface="Century Gothic"/>
              </a:defRPr>
            </a:lvl1pPr>
            <a:lvl2pPr lvl="1" algn="l" defTabSz="457200">
              <a:lnSpc>
                <a:spcPct val="100000"/>
              </a:lnSpc>
              <a:spcBef>
                <a:spcPts val="360"/>
              </a:spcBef>
              <a:spcAft>
                <a:spcPts val="601"/>
              </a:spcAft>
              <a:buClr>
                <a:srgbClr val="FFFFFF"/>
              </a:buClr>
              <a:buSzPct val="80000"/>
              <a:buFont typeface="Wingdings 3" charset="2"/>
              <a:buChar char=""/>
              <a:defRPr lang="es-ES" sz="1800" b="0" u="none" strike="noStrike">
                <a:solidFill>
                  <a:schemeClr val="lt1"/>
                </a:solidFill>
                <a:effectLst/>
                <a:uFillTx/>
                <a:latin typeface="Century Gothic"/>
              </a:defRPr>
            </a:lvl2pPr>
            <a:lvl3pPr lvl="2" algn="l" defTabSz="457200">
              <a:lnSpc>
                <a:spcPct val="100000"/>
              </a:lnSpc>
              <a:spcBef>
                <a:spcPts val="320"/>
              </a:spcBef>
              <a:spcAft>
                <a:spcPts val="601"/>
              </a:spcAft>
              <a:buClr>
                <a:srgbClr val="FFFFFF"/>
              </a:buClr>
              <a:buSzPct val="80000"/>
              <a:buFont typeface="Wingdings 3" charset="2"/>
              <a:buChar char=""/>
              <a:defRPr lang="es-ES" sz="1600" b="0" u="none" strike="noStrike">
                <a:solidFill>
                  <a:schemeClr val="lt1"/>
                </a:solidFill>
                <a:effectLst/>
                <a:uFillTx/>
                <a:latin typeface="Century Gothic"/>
              </a:defRPr>
            </a:lvl3pPr>
            <a:lvl4pPr lvl="3" algn="l" defTabSz="457200">
              <a:lnSpc>
                <a:spcPct val="100000"/>
              </a:lnSpc>
              <a:spcBef>
                <a:spcPts val="281"/>
              </a:spcBef>
              <a:spcAft>
                <a:spcPts val="601"/>
              </a:spcAft>
              <a:buClr>
                <a:srgbClr val="FFFFFF"/>
              </a:buClr>
              <a:buSzPct val="80000"/>
              <a:buFont typeface="Wingdings 3" charset="2"/>
              <a:buChar char=""/>
              <a:defRPr lang="es-ES" sz="1400" b="0" u="none" strike="noStrike">
                <a:solidFill>
                  <a:schemeClr val="lt1"/>
                </a:solidFill>
                <a:effectLst/>
                <a:uFillTx/>
                <a:latin typeface="Century Gothic"/>
              </a:defRPr>
            </a:lvl4pPr>
            <a:lvl5pPr lvl="4" algn="l" defTabSz="457200">
              <a:lnSpc>
                <a:spcPct val="100000"/>
              </a:lnSpc>
              <a:spcBef>
                <a:spcPts val="281"/>
              </a:spcBef>
              <a:spcAft>
                <a:spcPts val="601"/>
              </a:spcAft>
              <a:buClr>
                <a:srgbClr val="FFFFFF"/>
              </a:buClr>
              <a:buSzPct val="80000"/>
              <a:buFont typeface="Wingdings 3" charset="2"/>
              <a:buChar char=""/>
              <a:defRPr lang="es-ES" sz="1400" b="0" u="none" strike="noStrike">
                <a:solidFill>
                  <a:schemeClr val="lt1"/>
                </a:solidFill>
                <a:effectLst/>
                <a:uFillTx/>
                <a:latin typeface="Century Gothic"/>
              </a:defRPr>
            </a:lvl5pPr>
          </a:lstStyle>
          <a:p>
            <a:pPr marL="285840" indent="-285840" algn="l" defTabSz="457200">
              <a:lnSpc>
                <a:spcPct val="100000"/>
              </a:lnSpc>
              <a:spcBef>
                <a:spcPts val="400"/>
              </a:spcBef>
              <a:spcAft>
                <a:spcPts val="601"/>
              </a:spcAft>
              <a:buClr>
                <a:srgbClr val="FFFFFF"/>
              </a:buClr>
              <a:buSzPct val="80000"/>
              <a:buFont typeface="Wingdings 3" charset="2"/>
              <a:buChar char=""/>
            </a:pPr>
            <a:r>
              <a:rPr lang="es-ES" sz="2000" b="0" u="none" strike="noStrike">
                <a:solidFill>
                  <a:schemeClr val="lt1"/>
                </a:solidFill>
                <a:effectLst/>
                <a:uFillTx/>
                <a:latin typeface="Century Gothic"/>
              </a:rPr>
              <a:t>Haga clic para modificar el estilo de texto del patrón</a:t>
            </a:r>
            <a:endParaRPr lang="en-US" sz="2000" b="0" u="none" strike="noStrike">
              <a:solidFill>
                <a:schemeClr val="lt1"/>
              </a:solidFill>
              <a:effectLst/>
              <a:uFillTx/>
              <a:latin typeface="Century Gothic"/>
            </a:endParaRPr>
          </a:p>
          <a:p>
            <a:pPr marL="743040" lvl="1" indent="-285840" algn="l" defTabSz="457200">
              <a:lnSpc>
                <a:spcPct val="100000"/>
              </a:lnSpc>
              <a:spcBef>
                <a:spcPts val="360"/>
              </a:spcBef>
              <a:spcAft>
                <a:spcPts val="601"/>
              </a:spcAft>
              <a:buClr>
                <a:srgbClr val="FFFFFF"/>
              </a:buClr>
              <a:buSzPct val="80000"/>
              <a:buFont typeface="Wingdings 3" charset="2"/>
              <a:buChar char=""/>
            </a:pPr>
            <a:r>
              <a:rPr lang="es-ES" sz="1800" b="0" u="none" strike="noStrike">
                <a:solidFill>
                  <a:schemeClr val="lt1"/>
                </a:solidFill>
                <a:effectLst/>
                <a:uFillTx/>
                <a:latin typeface="Century Gothic"/>
              </a:rPr>
              <a:t>Segundo nivel</a:t>
            </a:r>
            <a:endParaRPr lang="en-US" sz="1800" b="0" u="none" strike="noStrike">
              <a:solidFill>
                <a:schemeClr val="lt1"/>
              </a:solidFill>
              <a:effectLst/>
              <a:uFillTx/>
              <a:latin typeface="Century Gothic"/>
            </a:endParaRPr>
          </a:p>
          <a:p>
            <a:pPr marL="1200240" lvl="2" indent="-285840" algn="l" defTabSz="457200">
              <a:lnSpc>
                <a:spcPct val="100000"/>
              </a:lnSpc>
              <a:spcBef>
                <a:spcPts val="320"/>
              </a:spcBef>
              <a:spcAft>
                <a:spcPts val="601"/>
              </a:spcAft>
              <a:buClr>
                <a:srgbClr val="FFFFFF"/>
              </a:buClr>
              <a:buSzPct val="80000"/>
              <a:buFont typeface="Wingdings 3" charset="2"/>
              <a:buChar char=""/>
            </a:pPr>
            <a:r>
              <a:rPr lang="es-ES" sz="1600" b="0" u="none" strike="noStrike">
                <a:solidFill>
                  <a:schemeClr val="lt1"/>
                </a:solidFill>
                <a:effectLst/>
                <a:uFillTx/>
                <a:latin typeface="Century Gothic"/>
              </a:rPr>
              <a:t>Tercer nivel</a:t>
            </a:r>
            <a:endParaRPr lang="en-US" sz="1600" b="0" u="none" strike="noStrike">
              <a:solidFill>
                <a:schemeClr val="lt1"/>
              </a:solidFill>
              <a:effectLst/>
              <a:uFillTx/>
              <a:latin typeface="Century Gothic"/>
            </a:endParaRPr>
          </a:p>
          <a:p>
            <a:pPr marL="1542960" lvl="3" indent="-171360" algn="l" defTabSz="457200">
              <a:lnSpc>
                <a:spcPct val="100000"/>
              </a:lnSpc>
              <a:spcBef>
                <a:spcPts val="281"/>
              </a:spcBef>
              <a:spcAft>
                <a:spcPts val="601"/>
              </a:spcAft>
              <a:buClr>
                <a:srgbClr val="FFFFFF"/>
              </a:buClr>
              <a:buSzPct val="80000"/>
              <a:buFont typeface="Wingdings 3" charset="2"/>
              <a:buChar char=""/>
            </a:pPr>
            <a:r>
              <a:rPr lang="es-ES" sz="1400" b="0" u="none" strike="noStrike">
                <a:solidFill>
                  <a:schemeClr val="lt1"/>
                </a:solidFill>
                <a:effectLst/>
                <a:uFillTx/>
                <a:latin typeface="Century Gothic"/>
              </a:rPr>
              <a:t>Cuarto nivel</a:t>
            </a:r>
            <a:endParaRPr lang="en-US" sz="1400" b="0" u="none" strike="noStrike">
              <a:solidFill>
                <a:schemeClr val="lt1"/>
              </a:solidFill>
              <a:effectLst/>
              <a:uFillTx/>
              <a:latin typeface="Century Gothic"/>
            </a:endParaRPr>
          </a:p>
          <a:p>
            <a:pPr marL="2000160" lvl="4" indent="-171360" algn="l" defTabSz="457200">
              <a:lnSpc>
                <a:spcPct val="100000"/>
              </a:lnSpc>
              <a:spcBef>
                <a:spcPts val="281"/>
              </a:spcBef>
              <a:spcAft>
                <a:spcPts val="601"/>
              </a:spcAft>
              <a:buClr>
                <a:srgbClr val="FFFFFF"/>
              </a:buClr>
              <a:buSzPct val="80000"/>
              <a:buFont typeface="Wingdings 3" charset="2"/>
              <a:buChar char=""/>
            </a:pPr>
            <a:r>
              <a:rPr lang="es-ES" sz="1400" b="0" u="none" strike="noStrike">
                <a:solidFill>
                  <a:schemeClr val="lt1"/>
                </a:solidFill>
                <a:effectLst/>
                <a:uFillTx/>
                <a:latin typeface="Century Gothic"/>
              </a:rPr>
              <a:t>Quinto nivel</a:t>
            </a:r>
            <a:endParaRPr lang="en-US" sz="1400" b="0" u="none" strike="noStrike">
              <a:solidFill>
                <a:schemeClr val="lt1"/>
              </a:solidFill>
              <a:effectLst/>
              <a:uFillTx/>
              <a:latin typeface="Century Gothic"/>
            </a:endParaRPr>
          </a:p>
        </p:txBody>
      </p:sp>
      <p:sp>
        <p:nvSpPr>
          <p:cNvPr id="123" name="PlaceHolder 3"/>
          <p:cNvSpPr>
            <a:spLocks noGrp="1"/>
          </p:cNvSpPr>
          <p:nvPr>
            <p:ph type="dt" idx="14"/>
          </p:nvPr>
        </p:nvSpPr>
        <p:spPr>
          <a:xfrm>
            <a:off x="9904320" y="6172200"/>
            <a:ext cx="1599840" cy="364680"/>
          </a:xfrm>
          <a:prstGeom prst="rect">
            <a:avLst/>
          </a:prstGeom>
          <a:noFill/>
          <a:ln w="0">
            <a:noFill/>
          </a:ln>
        </p:spPr>
        <p:txBody>
          <a:bodyPr lIns="91440" tIns="45720" rIns="91440" bIns="45720" anchor="t">
            <a:noAutofit/>
          </a:bodyPr>
          <a:lstStyle>
            <a:lvl1pPr indent="0" algn="r" defTabSz="457200">
              <a:lnSpc>
                <a:spcPct val="100000"/>
              </a:lnSpc>
              <a:buNone/>
              <a:defRPr lang="en-US" sz="1000" b="0" u="none" strike="noStrike">
                <a:solidFill>
                  <a:schemeClr val="lt1"/>
                </a:solidFill>
                <a:effectLst/>
                <a:uFillTx/>
                <a:latin typeface="Century Gothic"/>
              </a:defRPr>
            </a:lvl1pPr>
          </a:lstStyle>
          <a:p>
            <a:pPr indent="0" algn="r" defTabSz="457200">
              <a:lnSpc>
                <a:spcPct val="100000"/>
              </a:lnSpc>
              <a:buNone/>
            </a:pPr>
            <a:r>
              <a:rPr lang="en-US" sz="1000" b="0" u="none" strike="noStrike">
                <a:solidFill>
                  <a:schemeClr val="lt1"/>
                </a:solidFill>
                <a:effectLst/>
                <a:uFillTx/>
                <a:latin typeface="Century Gothic"/>
              </a:rPr>
              <a:t>&lt;date/time&gt;</a:t>
            </a:r>
            <a:endParaRPr lang="es-PY" sz="1000" b="0" u="none" strike="noStrike">
              <a:solidFill>
                <a:srgbClr val="FFFFFF"/>
              </a:solidFill>
              <a:effectLst/>
              <a:uFillTx/>
              <a:latin typeface="Times New Roman"/>
            </a:endParaRPr>
          </a:p>
        </p:txBody>
      </p:sp>
      <p:sp>
        <p:nvSpPr>
          <p:cNvPr id="124" name="PlaceHolder 4"/>
          <p:cNvSpPr>
            <a:spLocks noGrp="1"/>
          </p:cNvSpPr>
          <p:nvPr>
            <p:ph type="ftr" idx="15"/>
          </p:nvPr>
        </p:nvSpPr>
        <p:spPr>
          <a:xfrm>
            <a:off x="684360" y="6172200"/>
            <a:ext cx="7543440" cy="364680"/>
          </a:xfrm>
          <a:prstGeom prst="rect">
            <a:avLst/>
          </a:prstGeom>
          <a:noFill/>
          <a:ln w="0">
            <a:noFill/>
          </a:ln>
        </p:spPr>
        <p:txBody>
          <a:bodyPr lIns="91440" tIns="45720" rIns="91440" bIns="45720" anchor="t">
            <a:noAutofit/>
          </a:bodyPr>
          <a:lstStyle>
            <a:lvl1pPr indent="0" algn="ctr">
              <a:buNone/>
              <a:defRPr lang="es-PY" sz="1400" b="0" u="none" strike="noStrike">
                <a:solidFill>
                  <a:srgbClr val="FFFFFF"/>
                </a:solidFill>
                <a:effectLst/>
                <a:uFillTx/>
                <a:latin typeface="Times New Roman"/>
              </a:defRPr>
            </a:lvl1pPr>
          </a:lstStyle>
          <a:p>
            <a:pPr indent="0" algn="ctr">
              <a:buNone/>
            </a:pPr>
            <a:r>
              <a:rPr lang="es-PY" sz="1400" b="0" u="none" strike="noStrike">
                <a:solidFill>
                  <a:srgbClr val="FFFFFF"/>
                </a:solidFill>
                <a:effectLst/>
                <a:uFillTx/>
                <a:latin typeface="Times New Roman"/>
              </a:rPr>
              <a:t>&lt;footer&gt;</a:t>
            </a:r>
            <a:endParaRPr lang="es-PY" sz="1400" b="0" u="none" strike="noStrike">
              <a:solidFill>
                <a:srgbClr val="FFFFFF"/>
              </a:solidFill>
              <a:effectLst/>
              <a:uFillTx/>
              <a:latin typeface="Times New Roman"/>
            </a:endParaRPr>
          </a:p>
        </p:txBody>
      </p:sp>
      <p:sp>
        <p:nvSpPr>
          <p:cNvPr id="125" name="PlaceHolder 5"/>
          <p:cNvSpPr>
            <a:spLocks noGrp="1"/>
          </p:cNvSpPr>
          <p:nvPr>
            <p:ph type="sldNum" idx="16"/>
          </p:nvPr>
        </p:nvSpPr>
        <p:spPr>
          <a:xfrm>
            <a:off x="10363320" y="5578560"/>
            <a:ext cx="1141920" cy="669600"/>
          </a:xfrm>
          <a:prstGeom prst="rect">
            <a:avLst/>
          </a:prstGeom>
          <a:noFill/>
          <a:ln w="0">
            <a:noFill/>
          </a:ln>
        </p:spPr>
        <p:txBody>
          <a:bodyPr lIns="91440" tIns="45720" rIns="91440" bIns="45720" anchor="b">
            <a:noAutofit/>
          </a:bodyPr>
          <a:lstStyle>
            <a:lvl1pPr indent="0" algn="r" defTabSz="457200">
              <a:lnSpc>
                <a:spcPct val="100000"/>
              </a:lnSpc>
              <a:buNone/>
              <a:defRPr lang="en-US" sz="3200" b="0" u="none" strike="noStrike">
                <a:solidFill>
                  <a:schemeClr val="lt1"/>
                </a:solidFill>
                <a:effectLst/>
                <a:uFillTx/>
                <a:latin typeface="Century Gothic"/>
              </a:defRPr>
            </a:lvl1pPr>
          </a:lstStyle>
          <a:p>
            <a:pPr indent="0" algn="r" defTabSz="457200">
              <a:lnSpc>
                <a:spcPct val="100000"/>
              </a:lnSpc>
              <a:buNone/>
            </a:pPr>
            <a:fld id="{DA12AC5A-0AF1-4201-AD9D-DEA28D886515}" type="slidenum">
              <a:rPr lang="en-US" sz="3200" b="0" u="none" strike="noStrike">
                <a:solidFill>
                  <a:schemeClr val="lt1"/>
                </a:solidFill>
                <a:effectLst/>
                <a:uFillTx/>
                <a:latin typeface="Century Gothic"/>
              </a:rPr>
              <a:t>&lt;number&gt;</a:t>
            </a:fld>
            <a:endParaRPr lang="es-PY" sz="3200" b="0" u="none" strike="noStrike">
              <a:solidFill>
                <a:srgbClr val="FFFFFF"/>
              </a:solidFill>
              <a:effectLst/>
              <a:uFillTx/>
              <a:latin typeface="Times New Roman"/>
            </a:endParaRPr>
          </a:p>
        </p:txBody>
      </p:sp>
      <p:pic>
        <p:nvPicPr>
          <p:cNvPr id="126" name="Imagen 8"/>
          <p:cNvPicPr/>
          <p:nvPr/>
        </p:nvPicPr>
        <p:blipFill>
          <a:blip r:embed="rId2"/>
          <a:stretch/>
        </p:blipFill>
        <p:spPr>
          <a:xfrm>
            <a:off x="10934280" y="298080"/>
            <a:ext cx="743400" cy="1110600"/>
          </a:xfrm>
          <a:prstGeom prst="rect">
            <a:avLst/>
          </a:prstGeom>
          <a:noFill/>
          <a:ln w="0">
            <a:noFill/>
          </a:ln>
        </p:spPr>
      </p:pic>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10000">
              <a:srgbClr val="A6A6A6"/>
            </a:gs>
            <a:gs pos="100000">
              <a:srgbClr val="0070C0"/>
            </a:gs>
          </a:gsLst>
          <a:lin ang="6120000"/>
        </a:gradFill>
      </p:bgPr>
    </p:bg>
    <p:spTree>
      <p:nvGrpSpPr>
        <p:cNvPr id="1" name=""/>
        <p:cNvGrpSpPr/>
        <p:nvPr/>
      </p:nvGrpSpPr>
      <p:grpSpPr>
        <a:xfrm>
          <a:off x="0" y="0"/>
          <a:ext cx="0" cy="0"/>
          <a:chOff x="0" y="0"/>
          <a:chExt cx="0" cy="0"/>
        </a:xfrm>
      </p:grpSpPr>
      <p:grpSp>
        <p:nvGrpSpPr>
          <p:cNvPr id="2" name="Group 6"/>
          <p:cNvGrpSpPr/>
          <p:nvPr/>
        </p:nvGrpSpPr>
        <p:grpSpPr>
          <a:xfrm>
            <a:off x="9206640" y="2963160"/>
            <a:ext cx="2981880" cy="3209040"/>
            <a:chOff x="9206640" y="2963160"/>
            <a:chExt cx="2981880" cy="3209040"/>
          </a:xfrm>
        </p:grpSpPr>
        <p:cxnSp>
          <p:nvCxnSpPr>
            <p:cNvPr id="3" name="Straight Connector 7"/>
            <p:cNvCxnSpPr/>
            <p:nvPr/>
          </p:nvCxnSpPr>
          <p:spPr>
            <a:xfrm flipH="1">
              <a:off x="11275920" y="2963160"/>
              <a:ext cx="912960" cy="913320"/>
            </a:xfrm>
            <a:prstGeom prst="straightConnector1">
              <a:avLst/>
            </a:prstGeom>
            <a:ln cap="rnd" w="9525">
              <a:solidFill>
                <a:srgbClr val="FFFFFF"/>
              </a:solidFill>
              <a:round/>
            </a:ln>
          </p:spPr>
        </p:cxnSp>
        <p:cxnSp>
          <p:nvCxnSpPr>
            <p:cNvPr id="4" name="Straight Connector 8"/>
            <p:cNvCxnSpPr/>
            <p:nvPr/>
          </p:nvCxnSpPr>
          <p:spPr>
            <a:xfrm flipH="1">
              <a:off x="9206640" y="3190320"/>
              <a:ext cx="2982240" cy="2982240"/>
            </a:xfrm>
            <a:prstGeom prst="straightConnector1">
              <a:avLst/>
            </a:prstGeom>
            <a:ln cap="rnd" w="9525">
              <a:solidFill>
                <a:srgbClr val="FFFFFF"/>
              </a:solidFill>
              <a:round/>
            </a:ln>
          </p:spPr>
        </p:cxnSp>
        <p:cxnSp>
          <p:nvCxnSpPr>
            <p:cNvPr id="5" name="Straight Connector 9"/>
            <p:cNvCxnSpPr/>
            <p:nvPr/>
          </p:nvCxnSpPr>
          <p:spPr>
            <a:xfrm flipH="1">
              <a:off x="10292040" y="3285000"/>
              <a:ext cx="1896840" cy="1896840"/>
            </a:xfrm>
            <a:prstGeom prst="straightConnector1">
              <a:avLst/>
            </a:prstGeom>
            <a:ln cap="rnd" w="9525">
              <a:solidFill>
                <a:srgbClr val="FFFFFF"/>
              </a:solidFill>
              <a:round/>
            </a:ln>
          </p:spPr>
        </p:cxnSp>
        <p:cxnSp>
          <p:nvCxnSpPr>
            <p:cNvPr id="6" name="Straight Connector 10"/>
            <p:cNvCxnSpPr/>
            <p:nvPr/>
          </p:nvCxnSpPr>
          <p:spPr>
            <a:xfrm flipH="1">
              <a:off x="10442880" y="3130920"/>
              <a:ext cx="1746000" cy="1746000"/>
            </a:xfrm>
            <a:prstGeom prst="straightConnector1">
              <a:avLst/>
            </a:prstGeom>
            <a:ln cap="rnd" w="28575">
              <a:solidFill>
                <a:srgbClr val="FFFFFF"/>
              </a:solidFill>
              <a:round/>
            </a:ln>
          </p:spPr>
        </p:cxnSp>
        <p:cxnSp>
          <p:nvCxnSpPr>
            <p:cNvPr id="7" name="Straight Connector 11"/>
            <p:cNvCxnSpPr/>
            <p:nvPr/>
          </p:nvCxnSpPr>
          <p:spPr>
            <a:xfrm flipH="1">
              <a:off x="10918800" y="3682800"/>
              <a:ext cx="1270080" cy="1270440"/>
            </a:xfrm>
            <a:prstGeom prst="straightConnector1">
              <a:avLst/>
            </a:prstGeom>
            <a:ln cap="rnd" w="28575">
              <a:solidFill>
                <a:srgbClr val="FFFFFF"/>
              </a:solidFill>
              <a:round/>
            </a:ln>
          </p:spPr>
        </p:cxnSp>
      </p:grpSp>
      <p:sp>
        <p:nvSpPr>
          <p:cNvPr id="8" name="PlaceHolder 1"/>
          <p:cNvSpPr>
            <a:spLocks noGrp="1"/>
          </p:cNvSpPr>
          <p:nvPr>
            <p:ph type="title"/>
          </p:nvPr>
        </p:nvSpPr>
        <p:spPr>
          <a:xfrm>
            <a:off x="684360" y="685800"/>
            <a:ext cx="10058040" cy="2742840"/>
          </a:xfrm>
          <a:prstGeom prst="rect">
            <a:avLst/>
          </a:prstGeom>
          <a:solidFill>
            <a:schemeClr val="lt1"/>
          </a:solidFill>
          <a:ln cap="rnd" w="15840">
            <a:solidFill>
              <a:schemeClr val="accent1"/>
            </a:solidFill>
            <a:round/>
          </a:ln>
        </p:spPr>
        <p:txBody>
          <a:bodyPr lIns="91440" tIns="45720" rIns="91440" bIns="45720" anchor="ctr">
            <a:normAutofit/>
          </a:bodyPr>
          <a:lstStyle>
            <a:lvl1pPr indent="0" algn="l" defTabSz="457200">
              <a:lnSpc>
                <a:spcPct val="100000"/>
              </a:lnSpc>
              <a:buNone/>
              <a:defRPr lang="es-ES" sz="4000" b="0" u="none" strike="noStrike" cap="all">
                <a:solidFill>
                  <a:srgbClr val="002060"/>
                </a:solidFill>
                <a:effectLst/>
                <a:uFillTx/>
                <a:latin typeface="Century Gothic"/>
              </a:defRPr>
            </a:lvl1pPr>
          </a:lstStyle>
          <a:p>
            <a:pPr indent="0" algn="l" defTabSz="457200">
              <a:lnSpc>
                <a:spcPct val="100000"/>
              </a:lnSpc>
              <a:buNone/>
            </a:pPr>
            <a:r>
              <a:rPr lang="es-ES" sz="4000" b="0" u="none" strike="noStrike" cap="all">
                <a:solidFill>
                  <a:srgbClr val="002060"/>
                </a:solidFill>
                <a:effectLst/>
                <a:uFillTx/>
                <a:latin typeface="Century Gothic"/>
              </a:rPr>
              <a:t>Haga clic para modificar el estilo </a:t>
            </a:r>
            <a:r>
              <a:rPr lang="es-ES" sz="4000" b="0" u="none" strike="noStrike" cap="all">
                <a:solidFill>
                  <a:srgbClr val="002060"/>
                </a:solidFill>
                <a:effectLst/>
                <a:uFillTx/>
                <a:latin typeface="Century Gothic"/>
              </a:rPr>
              <a:t>de título del patrón</a:t>
            </a:r>
            <a:endParaRPr lang="en-US" sz="4000" b="0" u="none" strike="noStrike" cap="all">
              <a:solidFill>
                <a:srgbClr val="002060"/>
              </a:solidFill>
              <a:effectLst/>
              <a:uFillTx/>
              <a:latin typeface="Century Gothic"/>
            </a:endParaRPr>
          </a:p>
        </p:txBody>
      </p:sp>
      <p:sp>
        <p:nvSpPr>
          <p:cNvPr id="9" name="PlaceHolder 2"/>
          <p:cNvSpPr>
            <a:spLocks noGrp="1"/>
          </p:cNvSpPr>
          <p:nvPr>
            <p:ph type="body"/>
          </p:nvPr>
        </p:nvSpPr>
        <p:spPr>
          <a:xfrm>
            <a:off x="684360" y="3671280"/>
            <a:ext cx="8535600" cy="1016280"/>
          </a:xfrm>
          <a:prstGeom prst="rect">
            <a:avLst/>
          </a:prstGeom>
          <a:noFill/>
          <a:ln w="0">
            <a:noFill/>
          </a:ln>
        </p:spPr>
        <p:txBody>
          <a:bodyPr lIns="91440" tIns="45720" rIns="91440" bIns="45720" anchor="ctr">
            <a:normAutofit/>
          </a:bodyPr>
          <a:lstStyle>
            <a:lvl1pPr indent="0" algn="l" defTabSz="457200">
              <a:lnSpc>
                <a:spcPct val="100000"/>
              </a:lnSpc>
              <a:spcBef>
                <a:spcPts val="400"/>
              </a:spcBef>
              <a:spcAft>
                <a:spcPts val="601"/>
              </a:spcAft>
              <a:buNone/>
              <a:tabLst>
                <a:tab pos="0" algn="l"/>
              </a:tabLst>
              <a:defRPr lang="es-ES" sz="2000" b="0" u="none" strike="noStrike">
                <a:solidFill>
                  <a:schemeClr val="lt1"/>
                </a:solidFill>
                <a:effectLst/>
                <a:uFillTx/>
                <a:latin typeface="Century Gothic"/>
              </a:defRPr>
            </a:lvl1pPr>
          </a:lstStyle>
          <a:p>
            <a:pPr indent="0" algn="l" defTabSz="457200">
              <a:lnSpc>
                <a:spcPct val="100000"/>
              </a:lnSpc>
              <a:spcBef>
                <a:spcPts val="400"/>
              </a:spcBef>
              <a:spcAft>
                <a:spcPts val="601"/>
              </a:spcAft>
              <a:buNone/>
              <a:tabLst>
                <a:tab pos="0" algn="l"/>
              </a:tabLst>
            </a:pPr>
            <a:r>
              <a:rPr lang="es-ES" sz="2000" b="0" u="none" strike="noStrike">
                <a:solidFill>
                  <a:schemeClr val="lt1"/>
                </a:solidFill>
                <a:effectLst/>
                <a:uFillTx/>
                <a:latin typeface="Century Gothic"/>
              </a:rPr>
              <a:t>Haga clic para modificar el estilo de texto del patrón</a:t>
            </a:r>
            <a:endParaRPr lang="en-US" sz="2000" b="0" u="none" strike="noStrike">
              <a:solidFill>
                <a:schemeClr val="lt1"/>
              </a:solidFill>
              <a:effectLst/>
              <a:uFillTx/>
              <a:latin typeface="Century Gothic"/>
            </a:endParaRPr>
          </a:p>
        </p:txBody>
      </p:sp>
      <p:sp>
        <p:nvSpPr>
          <p:cNvPr id="10" name="PlaceHolder 3"/>
          <p:cNvSpPr>
            <a:spLocks noGrp="1"/>
          </p:cNvSpPr>
          <p:nvPr>
            <p:ph type="dt" idx="1"/>
          </p:nvPr>
        </p:nvSpPr>
        <p:spPr>
          <a:xfrm>
            <a:off x="9904320" y="6172200"/>
            <a:ext cx="1599840" cy="364680"/>
          </a:xfrm>
          <a:prstGeom prst="rect">
            <a:avLst/>
          </a:prstGeom>
          <a:noFill/>
          <a:ln w="0">
            <a:noFill/>
          </a:ln>
        </p:spPr>
        <p:txBody>
          <a:bodyPr lIns="91440" tIns="45720" rIns="91440" bIns="45720" anchor="t">
            <a:noAutofit/>
          </a:bodyPr>
          <a:lstStyle>
            <a:lvl1pPr indent="0" algn="r" defTabSz="457200">
              <a:lnSpc>
                <a:spcPct val="100000"/>
              </a:lnSpc>
              <a:buNone/>
              <a:defRPr lang="en-US" sz="1000" b="0" u="none" strike="noStrike">
                <a:solidFill>
                  <a:schemeClr val="lt1"/>
                </a:solidFill>
                <a:effectLst/>
                <a:uFillTx/>
                <a:latin typeface="Century Gothic"/>
              </a:defRPr>
            </a:lvl1pPr>
          </a:lstStyle>
          <a:p>
            <a:pPr indent="0" algn="r" defTabSz="457200">
              <a:lnSpc>
                <a:spcPct val="100000"/>
              </a:lnSpc>
              <a:buNone/>
            </a:pPr>
            <a:r>
              <a:rPr lang="en-US" sz="1000" b="0" u="none" strike="noStrike">
                <a:solidFill>
                  <a:schemeClr val="lt1"/>
                </a:solidFill>
                <a:effectLst/>
                <a:uFillTx/>
                <a:latin typeface="Century Gothic"/>
              </a:rPr>
              <a:t>&lt;date/time&gt;</a:t>
            </a:r>
            <a:endParaRPr lang="es-PY" sz="1000" b="0" u="none" strike="noStrike">
              <a:solidFill>
                <a:srgbClr val="FFFFFF"/>
              </a:solidFill>
              <a:effectLst/>
              <a:uFillTx/>
              <a:latin typeface="Times New Roman"/>
            </a:endParaRPr>
          </a:p>
        </p:txBody>
      </p:sp>
      <p:pic>
        <p:nvPicPr>
          <p:cNvPr id="11" name="Imagen 8"/>
          <p:cNvPicPr/>
          <p:nvPr/>
        </p:nvPicPr>
        <p:blipFill>
          <a:blip r:embed="rId2"/>
          <a:stretch/>
        </p:blipFill>
        <p:spPr>
          <a:xfrm>
            <a:off x="0" y="5024880"/>
            <a:ext cx="12191760" cy="1857240"/>
          </a:xfrm>
          <a:prstGeom prst="rect">
            <a:avLst/>
          </a:prstGeom>
          <a:noFill/>
          <a:ln w="0">
            <a:noFill/>
          </a:ln>
        </p:spPr>
      </p:pic>
      <p:pic>
        <p:nvPicPr>
          <p:cNvPr id="12" name="Imagen 9"/>
          <p:cNvPicPr/>
          <p:nvPr/>
        </p:nvPicPr>
        <p:blipFill>
          <a:blip r:embed="rId3"/>
          <a:stretch/>
        </p:blipFill>
        <p:spPr>
          <a:xfrm>
            <a:off x="10767960" y="5243760"/>
            <a:ext cx="743400" cy="1110600"/>
          </a:xfrm>
          <a:prstGeom prst="rect">
            <a:avLst/>
          </a:prstGeom>
          <a:noFill/>
          <a:ln w="0">
            <a:noFill/>
          </a:ln>
        </p:spPr>
      </p:pic>
    </p:spTree>
  </p:cSld>
  <p:clrMap bg1="dk1" tx1="lt1" bg2="dk2" tx2="lt2" accent1="accent1" accent2="accent2" accent3="accent3" accent4="accent4" accent5="accent5" accent6="accent6" hlink="hlink" folHlink="folHlink"/>
  <p:sldLayoutIdLst>
    <p:sldLayoutId id="2147483649" r:id="rId4"/>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dk1" tx1="lt1" bg2="dk2" tx2="lt2" accent1="accent1" accent2="accent2" accent3="accent3" accent4="accent4" accent5="accent5" accent6="accent6" hlink="hlink" folHlink="folHlink"/>
  <p:sldLayoutIdLst>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4.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4.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4.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4.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5.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
<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 name="PlaceHolder 1"/>
          <p:cNvSpPr>
            <a:spLocks noGrp="1"/>
          </p:cNvSpPr>
          <p:nvPr>
            <p:ph type="title"/>
          </p:nvPr>
        </p:nvSpPr>
        <p:spPr>
          <a:xfrm>
            <a:off x="684360" y="1527840"/>
            <a:ext cx="8000640" cy="2971440"/>
          </a:xfrm>
          <a:prstGeom prst="rect">
            <a:avLst/>
          </a:prstGeom>
          <a:noFill/>
          <a:ln w="0">
            <a:noFill/>
          </a:ln>
        </p:spPr>
        <p:txBody>
          <a:bodyPr lIns="91440" tIns="45720" rIns="91440" bIns="45720" anchor="b">
            <a:noAutofit/>
          </a:bodyPr>
          <a:p>
            <a:pPr indent="0" algn="l" defTabSz="457200">
              <a:lnSpc>
                <a:spcPct val="100000"/>
              </a:lnSpc>
              <a:buNone/>
            </a:pPr>
            <a:r>
              <a:rPr lang="en-US" sz="4800" b="0" u="none" strike="noStrike" cap="all">
                <a:solidFill>
                  <a:srgbClr val="002060"/>
                </a:solidFill>
                <a:effectLst/>
                <a:uFillTx/>
                <a:latin typeface="Century Gothic"/>
              </a:rPr>
              <a:t>INGENIERÍA DE</a:t>
            </a:r>
            <a:br>
              <a:rPr sz="4800"/>
            </a:br>
            <a:r>
              <a:rPr lang="en-US" sz="4800" b="0" u="none" strike="noStrike" cap="all">
                <a:solidFill>
                  <a:srgbClr val="002060"/>
                </a:solidFill>
                <a:effectLst/>
                <a:uFillTx/>
                <a:latin typeface="Century Gothic"/>
              </a:rPr>
              <a:t>SOFTWARE I</a:t>
            </a:r>
            <a:endParaRPr lang="en-US" sz="4800" b="0" u="none" strike="noStrike" cap="all">
              <a:solidFill>
                <a:srgbClr val="002060"/>
              </a:solidFill>
              <a:effectLst/>
              <a:uFillTx/>
              <a:latin typeface="Century Gothic"/>
            </a:endParaRPr>
          </a:p>
        </p:txBody>
      </p:sp>
      <p:sp>
        <p:nvSpPr>
          <p:cNvPr id="128" name="PlaceHolder 2"/>
          <p:cNvSpPr>
            <a:spLocks noGrp="1"/>
          </p:cNvSpPr>
          <p:nvPr>
            <p:ph type="subTitle"/>
          </p:nvPr>
        </p:nvSpPr>
        <p:spPr>
          <a:xfrm>
            <a:off x="684360" y="4635720"/>
            <a:ext cx="10470960" cy="767160"/>
          </a:xfrm>
          <a:prstGeom prst="rect">
            <a:avLst/>
          </a:prstGeom>
          <a:noFill/>
          <a:ln w="0">
            <a:noFill/>
          </a:ln>
        </p:spPr>
        <p:txBody>
          <a:bodyPr lIns="91440" tIns="45720" rIns="91440" bIns="45720" anchor="t">
            <a:noAutofit/>
          </a:bodyPr>
          <a:p>
            <a:pPr indent="0" algn="l" defTabSz="457200">
              <a:lnSpc>
                <a:spcPct val="100000"/>
              </a:lnSpc>
              <a:spcBef>
                <a:spcPts val="420"/>
              </a:spcBef>
              <a:spcAft>
                <a:spcPts val="601"/>
              </a:spcAft>
              <a:buNone/>
              <a:tabLst>
                <a:tab pos="0" algn="l"/>
              </a:tabLst>
            </a:pPr>
            <a:r>
              <a:rPr lang="es-ES" sz="2100" b="0" u="none" strike="noStrike">
                <a:solidFill>
                  <a:srgbClr val="002060"/>
                </a:solidFill>
                <a:effectLst/>
                <a:uFillTx/>
                <a:latin typeface="Century Gothic"/>
              </a:rPr>
              <a:t>UNIDAD II – MODELOS DE DESARROLLO DE SOFTWARE Y </a:t>
            </a:r>
            <a:r>
              <a:rPr lang="en-GB" sz="2100" b="0" u="none" strike="noStrike">
                <a:solidFill>
                  <a:srgbClr val="002060"/>
                </a:solidFill>
                <a:effectLst/>
                <a:uFillTx/>
                <a:latin typeface="Century Gothic"/>
              </a:rPr>
              <a:t>DESARROLLO RÁPIDO DEL SOFTWARE</a:t>
            </a:r>
            <a:endParaRPr lang="es-PY" sz="2100" b="0" u="none" strike="noStrike">
              <a:solidFill>
                <a:srgbClr val="002060"/>
              </a:solidFill>
              <a:effectLst/>
              <a:uFillTx/>
              <a:latin typeface="Century Gothic"/>
            </a:endParaRPr>
          </a:p>
        </p:txBody>
      </p:sp>
      <p:sp>
        <p:nvSpPr>
          <p:cNvPr id="129" name="5 CuadroTexto"/>
          <p:cNvSpPr/>
          <p:nvPr/>
        </p:nvSpPr>
        <p:spPr>
          <a:xfrm>
            <a:off x="729000" y="5547960"/>
            <a:ext cx="6350400" cy="3690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s-ES" sz="1800" b="0" u="none" strike="noStrike">
                <a:solidFill>
                  <a:srgbClr val="002060"/>
                </a:solidFill>
                <a:effectLst/>
                <a:uFillTx/>
                <a:latin typeface="Century Gothic"/>
              </a:rPr>
              <a:t>Prof. Ing. Julia Talavera</a:t>
            </a:r>
            <a:endParaRPr lang="es-PY"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Autofit/>
          </a:bodyPr>
          <a:p>
            <a:pPr indent="0" algn="l" defTabSz="457200">
              <a:lnSpc>
                <a:spcPct val="100000"/>
              </a:lnSpc>
              <a:spcBef>
                <a:spcPts val="420"/>
              </a:spcBef>
              <a:spcAft>
                <a:spcPts val="601"/>
              </a:spcAft>
              <a:buNone/>
              <a:tabLst>
                <a:tab pos="0" algn="l"/>
              </a:tabLst>
            </a:pPr>
            <a:r>
              <a:rPr lang="es-ES" sz="2100" b="0" u="none" strike="noStrike">
                <a:solidFill>
                  <a:srgbClr val="002060"/>
                </a:solidFill>
                <a:effectLst/>
                <a:uFillTx/>
                <a:latin typeface="Century Gothic"/>
              </a:rPr>
              <a:t>OBJETIVOS</a:t>
            </a:r>
            <a:endParaRPr lang="es-PY" sz="2100" b="0" u="none" strike="noStrike">
              <a:solidFill>
                <a:srgbClr val="002060"/>
              </a:solidFill>
              <a:effectLst/>
              <a:uFillTx/>
              <a:latin typeface="Century Gothic"/>
            </a:endParaRPr>
          </a:p>
        </p:txBody>
      </p:sp>
      <p:sp>
        <p:nvSpPr>
          <p:cNvPr id="131" name="3 CuadroTexto"/>
          <p:cNvSpPr/>
          <p:nvPr/>
        </p:nvSpPr>
        <p:spPr>
          <a:xfrm>
            <a:off x="748080" y="2312280"/>
            <a:ext cx="10858320" cy="1701360"/>
          </a:xfrm>
          <a:prstGeom prst="rect">
            <a:avLst/>
          </a:prstGeom>
          <a:noFill/>
          <a:ln w="0">
            <a:noFill/>
          </a:ln>
        </p:spPr>
        <p:style>
          <a:lnRef idx="0"/>
          <a:fillRef idx="0"/>
          <a:effectRef idx="0"/>
          <a:fontRef idx="minor"/>
        </p:style>
        <p:txBody>
          <a:bodyPr lIns="90000" tIns="45000" rIns="90000" bIns="45000" anchor="t">
            <a:spAutoFit/>
          </a:bodyPr>
          <a:p>
            <a:pPr marL="266760" indent="-26676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Entender las diferencias entre los métodos tradicionales de desarrollo y los métodos ágiles.</a:t>
            </a:r>
            <a:endParaRPr lang="es-PY" sz="1800" b="0" u="none" strike="noStrike">
              <a:solidFill>
                <a:srgbClr val="000000"/>
              </a:solidFill>
              <a:effectLst/>
              <a:uFillTx/>
              <a:latin typeface="Arial"/>
            </a:endParaRPr>
          </a:p>
          <a:p>
            <a:pPr marL="266760" indent="-26676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Conocer principios, prácticas y limitaciones de los métodos ágiles.</a:t>
            </a:r>
            <a:endParaRPr lang="es-PY" sz="1800" b="0" u="none" strike="noStrike">
              <a:solidFill>
                <a:srgbClr val="000000"/>
              </a:solidFill>
              <a:effectLst/>
              <a:uFillTx/>
              <a:latin typeface="Arial"/>
            </a:endParaRPr>
          </a:p>
          <a:p>
            <a:pPr marL="266760" indent="-26676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Entender como un enfoque de desarrollo de software iterativo e incremental conduce a una entrega más rápida.</a:t>
            </a:r>
            <a:endParaRPr lang="es-PY"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Autofit/>
          </a:bodyPr>
          <a:p>
            <a:pPr indent="0" algn="l" defTabSz="457200">
              <a:lnSpc>
                <a:spcPct val="100000"/>
              </a:lnSpc>
              <a:spcBef>
                <a:spcPts val="420"/>
              </a:spcBef>
              <a:spcAft>
                <a:spcPts val="601"/>
              </a:spcAft>
              <a:buNone/>
              <a:tabLst>
                <a:tab pos="0" algn="l"/>
              </a:tabLst>
            </a:pPr>
            <a:r>
              <a:rPr lang="es-ES" sz="2100" b="0" u="none" strike="noStrike">
                <a:solidFill>
                  <a:srgbClr val="002060"/>
                </a:solidFill>
                <a:effectLst/>
                <a:uFillTx/>
                <a:latin typeface="Century Gothic"/>
              </a:rPr>
              <a:t>CONTENIDO</a:t>
            </a:r>
            <a:endParaRPr lang="es-PY" sz="2100" b="0" u="none" strike="noStrike">
              <a:solidFill>
                <a:srgbClr val="002060"/>
              </a:solidFill>
              <a:effectLst/>
              <a:uFillTx/>
              <a:latin typeface="Century Gothic"/>
            </a:endParaRPr>
          </a:p>
        </p:txBody>
      </p:sp>
      <p:sp>
        <p:nvSpPr>
          <p:cNvPr id="133" name="4 CuadroTexto"/>
          <p:cNvSpPr/>
          <p:nvPr/>
        </p:nvSpPr>
        <p:spPr>
          <a:xfrm>
            <a:off x="748080" y="2312280"/>
            <a:ext cx="10858320" cy="2947680"/>
          </a:xfrm>
          <a:prstGeom prst="rect">
            <a:avLst/>
          </a:prstGeom>
          <a:noFill/>
          <a:ln w="0">
            <a:noFill/>
          </a:ln>
        </p:spPr>
        <p:style>
          <a:lnRef idx="0"/>
          <a:fillRef idx="0"/>
          <a:effectRef idx="0"/>
          <a:fontRef idx="minor"/>
        </p:style>
        <p:txBody>
          <a:bodyPr lIns="90000" tIns="45000" rIns="90000" bIns="45000" anchor="t">
            <a:spAutoFit/>
          </a:bodyPr>
          <a:p>
            <a:pPr marL="266760" indent="-26676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Introducción</a:t>
            </a:r>
            <a:endParaRPr lang="es-PY" sz="1800" b="0" u="none" strike="noStrike">
              <a:solidFill>
                <a:srgbClr val="000000"/>
              </a:solidFill>
              <a:effectLst/>
              <a:uFillTx/>
              <a:latin typeface="Arial"/>
            </a:endParaRPr>
          </a:p>
          <a:p>
            <a:pPr marL="266760" indent="-26676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Características</a:t>
            </a:r>
            <a:endParaRPr lang="es-PY" sz="1800" b="0" u="none" strike="noStrike">
              <a:solidFill>
                <a:srgbClr val="000000"/>
              </a:solidFill>
              <a:effectLst/>
              <a:uFillTx/>
              <a:latin typeface="Arial"/>
            </a:endParaRPr>
          </a:p>
          <a:p>
            <a:pPr marL="266760" indent="-26676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Manifiesto ágil</a:t>
            </a:r>
            <a:endParaRPr lang="es-PY" sz="1800" b="0" u="none" strike="noStrike">
              <a:solidFill>
                <a:srgbClr val="000000"/>
              </a:solidFill>
              <a:effectLst/>
              <a:uFillTx/>
              <a:latin typeface="Arial"/>
            </a:endParaRPr>
          </a:p>
          <a:p>
            <a:pPr marL="266760" indent="-26676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Principales metodologías ágiles</a:t>
            </a:r>
            <a:endParaRPr lang="es-PY" sz="1800" b="0" u="none" strike="noStrike">
              <a:solidFill>
                <a:srgbClr val="000000"/>
              </a:solidFill>
              <a:effectLst/>
              <a:uFillTx/>
              <a:latin typeface="Arial"/>
            </a:endParaRPr>
          </a:p>
          <a:p>
            <a:pPr marL="723960" lvl="1" indent="-26676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Adaptive Software Development (ASD)</a:t>
            </a:r>
            <a:endParaRPr lang="es-PY" sz="1800" b="0" u="none" strike="noStrike">
              <a:solidFill>
                <a:srgbClr val="000000"/>
              </a:solidFill>
              <a:effectLst/>
              <a:uFillTx/>
              <a:latin typeface="Arial"/>
            </a:endParaRPr>
          </a:p>
          <a:p>
            <a:pPr marL="723960" lvl="1" indent="-26676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Scrum</a:t>
            </a:r>
            <a:endParaRPr lang="es-PY" sz="1800" b="0" u="none" strike="noStrike">
              <a:solidFill>
                <a:srgbClr val="000000"/>
              </a:solidFill>
              <a:effectLst/>
              <a:uFillTx/>
              <a:latin typeface="Arial"/>
            </a:endParaRPr>
          </a:p>
          <a:p>
            <a:pPr marL="723960" lvl="1" indent="-26676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XP</a:t>
            </a:r>
            <a:endParaRPr lang="es-PY"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 name="PlaceHolder 1"/>
          <p:cNvSpPr>
            <a:spLocks noGrp="1"/>
          </p:cNvSpPr>
          <p:nvPr>
            <p:ph type="subTitle"/>
          </p:nvPr>
        </p:nvSpPr>
        <p:spPr>
          <a:xfrm>
            <a:off x="324000" y="10749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CL" sz="2100" b="0" u="none" strike="noStrike">
                <a:solidFill>
                  <a:srgbClr val="002060"/>
                </a:solidFill>
                <a:effectLst/>
                <a:uFillTx/>
                <a:latin typeface="Century Gothic"/>
              </a:rPr>
              <a:t>Ingeniería de Software</a:t>
            </a:r>
            <a:endParaRPr lang="es-PY" sz="2100" b="0" u="none" strike="noStrike">
              <a:solidFill>
                <a:srgbClr val="002060"/>
              </a:solidFill>
              <a:effectLst/>
              <a:uFillTx/>
              <a:latin typeface="Century Gothic"/>
            </a:endParaRPr>
          </a:p>
        </p:txBody>
      </p:sp>
      <p:sp>
        <p:nvSpPr>
          <p:cNvPr id="135" name="4 CuadroTexto"/>
          <p:cNvSpPr/>
          <p:nvPr/>
        </p:nvSpPr>
        <p:spPr>
          <a:xfrm>
            <a:off x="387720" y="1807560"/>
            <a:ext cx="10941840" cy="2640240"/>
          </a:xfrm>
          <a:prstGeom prst="rect">
            <a:avLst/>
          </a:prstGeom>
          <a:noFill/>
          <a:ln w="0">
            <a:noFill/>
          </a:ln>
        </p:spPr>
        <p:style>
          <a:lnRef idx="0"/>
          <a:fillRef idx="0"/>
          <a:effectRef idx="0"/>
          <a:fontRef idx="minor"/>
        </p:style>
        <p:txBody>
          <a:bodyPr lIns="90000" tIns="45000" rIns="90000" bIns="45000" anchor="t">
            <a:spAutoFit/>
          </a:bodyPr>
          <a:p>
            <a:pPr algn="just" defTabSz="457200">
              <a:lnSpc>
                <a:spcPct val="80000"/>
              </a:lnSpc>
              <a:tabLst>
                <a:tab pos="4838760" algn="l"/>
              </a:tabLst>
            </a:pPr>
            <a:r>
              <a:rPr lang="es-ES" sz="1800" b="0" u="none" strike="noStrike">
                <a:solidFill>
                  <a:srgbClr val="002060"/>
                </a:solidFill>
                <a:effectLst/>
                <a:uFillTx/>
                <a:latin typeface="Century Gothic"/>
              </a:rPr>
              <a:t>A pesar haber transcurrido casi 40 años, la calidad del software, las metodologías y la madurez de los entornos de desarrollo siguen siendo temas de discusión y estudio.</a:t>
            </a:r>
            <a:endParaRPr lang="es-PY" sz="1800" b="0" u="none" strike="noStrike">
              <a:solidFill>
                <a:srgbClr val="000000"/>
              </a:solidFill>
              <a:effectLst/>
              <a:uFillTx/>
              <a:latin typeface="Arial"/>
            </a:endParaRPr>
          </a:p>
          <a:p>
            <a:pPr algn="just" defTabSz="457200">
              <a:lnSpc>
                <a:spcPct val="80000"/>
              </a:lnSpc>
              <a:tabLst>
                <a:tab pos="4838760" algn="l"/>
              </a:tabLst>
            </a:pPr>
            <a:endParaRPr lang="es-PY" sz="1800" b="0" u="none" strike="noStrike">
              <a:solidFill>
                <a:srgbClr val="000000"/>
              </a:solidFill>
              <a:effectLst/>
              <a:uFillTx/>
              <a:latin typeface="Arial"/>
            </a:endParaRPr>
          </a:p>
          <a:p>
            <a:pPr defTabSz="457200">
              <a:lnSpc>
                <a:spcPct val="150000"/>
              </a:lnSpc>
              <a:tabLst>
                <a:tab pos="4838760" algn="l"/>
              </a:tabLst>
            </a:pPr>
            <a:r>
              <a:rPr lang="es-ES" sz="1800" b="1" u="none" strike="noStrike">
                <a:solidFill>
                  <a:srgbClr val="002060"/>
                </a:solidFill>
                <a:effectLst/>
                <a:uFillTx/>
                <a:latin typeface="Century Gothic"/>
              </a:rPr>
              <a:t>Objetivos </a:t>
            </a:r>
            <a:endParaRPr lang="es-PY" sz="1800" b="0" u="none" strike="noStrike">
              <a:solidFill>
                <a:srgbClr val="000000"/>
              </a:solidFill>
              <a:effectLst/>
              <a:uFillTx/>
              <a:latin typeface="Arial"/>
            </a:endParaRPr>
          </a:p>
          <a:p>
            <a:pPr indent="-216000" defTabSz="457200">
              <a:lnSpc>
                <a:spcPct val="150000"/>
              </a:lnSpc>
              <a:buClr>
                <a:srgbClr val="002060"/>
              </a:buClr>
              <a:buFont typeface="Wingdings" charset="2"/>
              <a:buChar char=""/>
              <a:tabLst>
                <a:tab pos="4838760" algn="l"/>
              </a:tabLst>
            </a:pPr>
            <a:r>
              <a:rPr lang="es-ES" sz="1800" b="0" u="none" strike="noStrike">
                <a:solidFill>
                  <a:srgbClr val="002060"/>
                </a:solidFill>
                <a:effectLst/>
                <a:uFillTx/>
                <a:latin typeface="Century Gothic"/>
              </a:rPr>
              <a:t>Maximizar calidad</a:t>
            </a:r>
            <a:endParaRPr lang="es-PY" sz="1800" b="0" u="none" strike="noStrike">
              <a:solidFill>
                <a:srgbClr val="000000"/>
              </a:solidFill>
              <a:effectLst/>
              <a:uFillTx/>
              <a:latin typeface="Arial"/>
            </a:endParaRPr>
          </a:p>
          <a:p>
            <a:pPr indent="-216000" defTabSz="457200">
              <a:lnSpc>
                <a:spcPct val="150000"/>
              </a:lnSpc>
              <a:buClr>
                <a:srgbClr val="002060"/>
              </a:buClr>
              <a:buFont typeface="Wingdings" charset="2"/>
              <a:buChar char=""/>
              <a:tabLst>
                <a:tab pos="4838760" algn="l"/>
              </a:tabLst>
            </a:pPr>
            <a:r>
              <a:rPr lang="es-ES" sz="1800" b="0" u="none" strike="noStrike">
                <a:solidFill>
                  <a:srgbClr val="002060"/>
                </a:solidFill>
                <a:effectLst/>
                <a:uFillTx/>
                <a:latin typeface="Century Gothic"/>
              </a:rPr>
              <a:t>Maximizar productividad</a:t>
            </a:r>
            <a:endParaRPr lang="es-PY" sz="1800" b="0" u="none" strike="noStrike">
              <a:solidFill>
                <a:srgbClr val="000000"/>
              </a:solidFill>
              <a:effectLst/>
              <a:uFillTx/>
              <a:latin typeface="Arial"/>
            </a:endParaRPr>
          </a:p>
          <a:p>
            <a:pPr indent="-216000" defTabSz="457200">
              <a:lnSpc>
                <a:spcPct val="150000"/>
              </a:lnSpc>
              <a:buClr>
                <a:srgbClr val="002060"/>
              </a:buClr>
              <a:buFont typeface="Wingdings" charset="2"/>
              <a:buChar char=""/>
              <a:tabLst>
                <a:tab pos="4838760" algn="l"/>
              </a:tabLst>
            </a:pPr>
            <a:r>
              <a:rPr lang="es-ES" sz="1800" b="0" u="none" strike="noStrike">
                <a:solidFill>
                  <a:srgbClr val="002060"/>
                </a:solidFill>
                <a:effectLst/>
                <a:uFillTx/>
                <a:latin typeface="Century Gothic"/>
              </a:rPr>
              <a:t>Minimizar riesgos</a:t>
            </a:r>
            <a:endParaRPr lang="es-PY" sz="1800" b="0" u="none" strike="noStrike">
              <a:solidFill>
                <a:srgbClr val="000000"/>
              </a:solidFill>
              <a:effectLst/>
              <a:uFillTx/>
              <a:latin typeface="Arial"/>
            </a:endParaRPr>
          </a:p>
          <a:p>
            <a:pPr algn="just" defTabSz="457200">
              <a:lnSpc>
                <a:spcPct val="80000"/>
              </a:lnSpc>
              <a:tabLst>
                <a:tab pos="4838760" algn="l"/>
              </a:tabLst>
            </a:pPr>
            <a:endParaRPr lang="es-PY"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6"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ES" sz="2100" b="0" u="none" strike="noStrike">
                <a:solidFill>
                  <a:srgbClr val="002060"/>
                </a:solidFill>
                <a:effectLst/>
                <a:uFillTx/>
                <a:latin typeface="Century Gothic"/>
              </a:rPr>
              <a:t>Dificultades en Producción de Software</a:t>
            </a:r>
            <a:endParaRPr lang="es-PY" sz="2100" b="0" u="none" strike="noStrike">
              <a:solidFill>
                <a:srgbClr val="002060"/>
              </a:solidFill>
              <a:effectLst/>
              <a:uFillTx/>
              <a:latin typeface="Century Gothic"/>
            </a:endParaRPr>
          </a:p>
        </p:txBody>
      </p:sp>
      <p:sp>
        <p:nvSpPr>
          <p:cNvPr id="137" name="4 CuadroTexto"/>
          <p:cNvSpPr/>
          <p:nvPr/>
        </p:nvSpPr>
        <p:spPr>
          <a:xfrm>
            <a:off x="443160" y="1832400"/>
            <a:ext cx="10903320" cy="2116800"/>
          </a:xfrm>
          <a:prstGeom prst="rect">
            <a:avLst/>
          </a:prstGeom>
          <a:noFill/>
          <a:ln w="0">
            <a:noFill/>
          </a:ln>
        </p:spPr>
        <p:style>
          <a:lnRef idx="0"/>
          <a:fillRef idx="0"/>
          <a:effectRef idx="0"/>
          <a:fontRef idx="minor"/>
        </p:style>
        <p:txBody>
          <a:bodyPr lIns="90000" tIns="45000" rIns="90000" bIns="45000" anchor="t">
            <a:spAutoFit/>
          </a:bodyPr>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Esencia</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complejidad</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conformidad</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necesidad de cambios</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invisibilidad</a:t>
            </a:r>
            <a:endParaRPr lang="es-PY"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CL" sz="2100" b="0" u="none" strike="noStrike">
                <a:solidFill>
                  <a:srgbClr val="002060"/>
                </a:solidFill>
                <a:effectLst/>
                <a:uFillTx/>
                <a:latin typeface="Century Gothic"/>
              </a:rPr>
              <a:t>Proceso de Software</a:t>
            </a:r>
            <a:endParaRPr lang="es-PY" sz="2100" b="0" u="none" strike="noStrike">
              <a:solidFill>
                <a:srgbClr val="002060"/>
              </a:solidFill>
              <a:effectLst/>
              <a:uFillTx/>
              <a:latin typeface="Century Gothic"/>
            </a:endParaRPr>
          </a:p>
        </p:txBody>
      </p:sp>
      <p:sp>
        <p:nvSpPr>
          <p:cNvPr id="139" name="4 CuadroTexto"/>
          <p:cNvSpPr/>
          <p:nvPr/>
        </p:nvSpPr>
        <p:spPr>
          <a:xfrm>
            <a:off x="429120" y="1972440"/>
            <a:ext cx="10903320" cy="870480"/>
          </a:xfrm>
          <a:prstGeom prst="rect">
            <a:avLst/>
          </a:prstGeom>
          <a:noFill/>
          <a:ln w="0">
            <a:noFill/>
          </a:ln>
        </p:spPr>
        <p:style>
          <a:lnRef idx="0"/>
          <a:fillRef idx="0"/>
          <a:effectRef idx="0"/>
          <a:fontRef idx="minor"/>
        </p:style>
        <p:txBody>
          <a:bodyPr lIns="90000" tIns="45000" rIns="90000" bIns="45000" anchor="t">
            <a:spAutoFit/>
          </a:bodyPr>
          <a:p>
            <a:pPr marL="272880" indent="-272880" defTabSz="457200">
              <a:lnSpc>
                <a:spcPct val="150000"/>
              </a:lnSpc>
              <a:tabLst>
                <a:tab pos="0" algn="l"/>
              </a:tabLst>
            </a:pPr>
            <a:r>
              <a:rPr lang="es-ES" sz="1800" b="0" u="none" strike="noStrike">
                <a:solidFill>
                  <a:srgbClr val="002060"/>
                </a:solidFill>
                <a:effectLst/>
                <a:uFillTx/>
                <a:latin typeface="Century Gothic"/>
              </a:rPr>
              <a:t>“Conjunto relacionado de actividades y tareas implicadas en el desarrollo y evolución de un sistema software” </a:t>
            </a:r>
            <a:r>
              <a:rPr lang="es-ES" sz="1800" b="0" u="none" strike="noStrike">
                <a:solidFill>
                  <a:srgbClr val="002060"/>
                </a:solidFill>
                <a:effectLst/>
                <a:uFillTx/>
                <a:latin typeface="Century Gothic"/>
              </a:rPr>
              <a:t>	</a:t>
            </a:r>
            <a:r>
              <a:rPr lang="es-ES" sz="1800" b="0" u="none" strike="noStrike">
                <a:solidFill>
                  <a:srgbClr val="002060"/>
                </a:solidFill>
                <a:effectLst/>
                <a:uFillTx/>
                <a:latin typeface="Century Gothic"/>
              </a:rPr>
              <a:t>[Sommerville]</a:t>
            </a:r>
            <a:endParaRPr lang="es-PY"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0"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CL" sz="2100" b="0" u="none" strike="noStrike">
                <a:solidFill>
                  <a:srgbClr val="002060"/>
                </a:solidFill>
                <a:effectLst/>
                <a:uFillTx/>
                <a:latin typeface="Century Gothic"/>
              </a:rPr>
              <a:t>Modelos de Procesos de Software</a:t>
            </a:r>
            <a:endParaRPr lang="es-PY" sz="2100" b="0" u="none" strike="noStrike">
              <a:solidFill>
                <a:srgbClr val="002060"/>
              </a:solidFill>
              <a:effectLst/>
              <a:uFillTx/>
              <a:latin typeface="Century Gothic"/>
            </a:endParaRPr>
          </a:p>
        </p:txBody>
      </p:sp>
      <p:sp>
        <p:nvSpPr>
          <p:cNvPr id="141" name="31 CuadroTexto"/>
          <p:cNvSpPr/>
          <p:nvPr/>
        </p:nvSpPr>
        <p:spPr>
          <a:xfrm>
            <a:off x="443160" y="1825920"/>
            <a:ext cx="11443680" cy="4085280"/>
          </a:xfrm>
          <a:prstGeom prst="rect">
            <a:avLst/>
          </a:prstGeom>
          <a:noFill/>
          <a:ln w="0">
            <a:noFill/>
          </a:ln>
        </p:spPr>
        <p:style>
          <a:lnRef idx="0"/>
          <a:fillRef idx="0"/>
          <a:effectRef idx="0"/>
          <a:fontRef idx="minor"/>
        </p:style>
        <p:txBody>
          <a:bodyPr lIns="90000" tIns="45000" rIns="90000" bIns="45000" anchor="t">
            <a:spAutoFit/>
          </a:bodyPr>
          <a:p>
            <a:pPr marL="272880" indent="-272880" defTabSz="457200">
              <a:lnSpc>
                <a:spcPct val="150000"/>
              </a:lnSpc>
              <a:buClr>
                <a:srgbClr val="002060"/>
              </a:buClr>
              <a:buFont typeface="Wingdings" charset="2"/>
              <a:buChar char=""/>
            </a:pPr>
            <a:r>
              <a:rPr lang="es-ES" sz="1700" b="0" u="none" strike="noStrike">
                <a:solidFill>
                  <a:srgbClr val="002060"/>
                </a:solidFill>
                <a:effectLst/>
                <a:uFillTx/>
                <a:latin typeface="Century Gothic"/>
              </a:rPr>
              <a:t>Modelos Tradicionales (MTs):</a:t>
            </a:r>
            <a:endParaRPr lang="es-PY" sz="1700" b="0" u="none" strike="noStrike">
              <a:solidFill>
                <a:srgbClr val="000000"/>
              </a:solidFill>
              <a:effectLst/>
              <a:uFillTx/>
              <a:latin typeface="Arial"/>
            </a:endParaRPr>
          </a:p>
          <a:p>
            <a:pPr marL="730080" lvl="1" indent="-272880" defTabSz="457200">
              <a:lnSpc>
                <a:spcPct val="150000"/>
              </a:lnSpc>
              <a:buClr>
                <a:srgbClr val="002060"/>
              </a:buClr>
              <a:buFont typeface="Wingdings" charset="2"/>
              <a:buChar char=""/>
            </a:pPr>
            <a:r>
              <a:rPr lang="es-ES" sz="1700" b="0" u="none" strike="noStrike">
                <a:solidFill>
                  <a:srgbClr val="002060"/>
                </a:solidFill>
                <a:effectLst/>
                <a:uFillTx/>
                <a:latin typeface="Century Gothic"/>
              </a:rPr>
              <a:t>Modelo en Cascada.</a:t>
            </a:r>
            <a:endParaRPr lang="es-PY" sz="1700" b="0" u="none" strike="noStrike">
              <a:solidFill>
                <a:srgbClr val="000000"/>
              </a:solidFill>
              <a:effectLst/>
              <a:uFillTx/>
              <a:latin typeface="Arial"/>
            </a:endParaRPr>
          </a:p>
          <a:p>
            <a:pPr marL="730080" lvl="1" indent="-272880" defTabSz="457200">
              <a:lnSpc>
                <a:spcPct val="150000"/>
              </a:lnSpc>
              <a:buClr>
                <a:srgbClr val="002060"/>
              </a:buClr>
              <a:buFont typeface="Wingdings" charset="2"/>
              <a:buChar char=""/>
            </a:pPr>
            <a:r>
              <a:rPr lang="es-ES" sz="1700" b="0" u="none" strike="noStrike">
                <a:solidFill>
                  <a:srgbClr val="002060"/>
                </a:solidFill>
                <a:effectLst/>
                <a:uFillTx/>
                <a:latin typeface="Century Gothic"/>
              </a:rPr>
              <a:t>Modelo de Prototipación.</a:t>
            </a:r>
            <a:endParaRPr lang="es-PY" sz="1700" b="0" u="none" strike="noStrike">
              <a:solidFill>
                <a:srgbClr val="000000"/>
              </a:solidFill>
              <a:effectLst/>
              <a:uFillTx/>
              <a:latin typeface="Arial"/>
            </a:endParaRPr>
          </a:p>
          <a:p>
            <a:pPr marL="730080" lvl="1" indent="-272880" defTabSz="457200">
              <a:lnSpc>
                <a:spcPct val="150000"/>
              </a:lnSpc>
              <a:buClr>
                <a:srgbClr val="002060"/>
              </a:buClr>
              <a:buFont typeface="Wingdings" charset="2"/>
              <a:buChar char=""/>
            </a:pPr>
            <a:r>
              <a:rPr lang="es-ES" sz="1700" b="0" u="none" strike="noStrike">
                <a:solidFill>
                  <a:srgbClr val="002060"/>
                </a:solidFill>
                <a:effectLst/>
                <a:uFillTx/>
                <a:latin typeface="Century Gothic"/>
              </a:rPr>
              <a:t>Modelo de Desarrollo en Fases.</a:t>
            </a:r>
            <a:endParaRPr lang="es-PY" sz="1700" b="0" u="none" strike="noStrike">
              <a:solidFill>
                <a:srgbClr val="000000"/>
              </a:solidFill>
              <a:effectLst/>
              <a:uFillTx/>
              <a:latin typeface="Arial"/>
            </a:endParaRPr>
          </a:p>
          <a:p>
            <a:pPr marL="730080" lvl="1" indent="-272880" defTabSz="457200">
              <a:lnSpc>
                <a:spcPct val="150000"/>
              </a:lnSpc>
              <a:buClr>
                <a:srgbClr val="002060"/>
              </a:buClr>
              <a:buFont typeface="Wingdings" charset="2"/>
              <a:buChar char=""/>
            </a:pPr>
            <a:r>
              <a:rPr lang="es-ES" sz="1700" b="0" u="none" strike="noStrike">
                <a:solidFill>
                  <a:srgbClr val="002060"/>
                </a:solidFill>
                <a:effectLst/>
                <a:uFillTx/>
                <a:latin typeface="Century Gothic"/>
              </a:rPr>
              <a:t>Modelo en Espiral.</a:t>
            </a:r>
            <a:endParaRPr lang="es-PY" sz="1700" b="0" u="none" strike="noStrike">
              <a:solidFill>
                <a:srgbClr val="000000"/>
              </a:solidFill>
              <a:effectLst/>
              <a:uFillTx/>
              <a:latin typeface="Arial"/>
            </a:endParaRPr>
          </a:p>
          <a:p>
            <a:pPr marL="730080" lvl="1" indent="-272880" defTabSz="457200">
              <a:lnSpc>
                <a:spcPct val="150000"/>
              </a:lnSpc>
              <a:buClr>
                <a:srgbClr val="002060"/>
              </a:buClr>
              <a:buFont typeface="Wingdings" charset="2"/>
              <a:buChar char=""/>
            </a:pPr>
            <a:r>
              <a:rPr lang="es-ES" sz="1700" b="0" u="none" strike="noStrike">
                <a:solidFill>
                  <a:srgbClr val="002060"/>
                </a:solidFill>
                <a:effectLst/>
                <a:uFillTx/>
                <a:latin typeface="Century Gothic"/>
              </a:rPr>
              <a:t>RUP</a:t>
            </a:r>
            <a:endParaRPr lang="es-PY" sz="17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700" b="0" u="none" strike="noStrike">
                <a:solidFill>
                  <a:srgbClr val="002060"/>
                </a:solidFill>
                <a:effectLst/>
                <a:uFillTx/>
                <a:latin typeface="Century Gothic"/>
              </a:rPr>
              <a:t>Métodos Ágiles (MAs):</a:t>
            </a:r>
            <a:endParaRPr lang="es-PY" sz="1700" b="0" u="none" strike="noStrike">
              <a:solidFill>
                <a:srgbClr val="000000"/>
              </a:solidFill>
              <a:effectLst/>
              <a:uFillTx/>
              <a:latin typeface="Arial"/>
            </a:endParaRPr>
          </a:p>
          <a:p>
            <a:pPr marL="723960" lvl="1" indent="-26676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Adaptive Software Development (ASD)</a:t>
            </a:r>
            <a:endParaRPr lang="es-PY" sz="1800" b="0" u="none" strike="noStrike">
              <a:solidFill>
                <a:srgbClr val="000000"/>
              </a:solidFill>
              <a:effectLst/>
              <a:uFillTx/>
              <a:latin typeface="Arial"/>
            </a:endParaRPr>
          </a:p>
          <a:p>
            <a:pPr marL="723960" lvl="1" indent="-26676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Scrum</a:t>
            </a:r>
            <a:endParaRPr lang="es-PY" sz="1800" b="0" u="none" strike="noStrike">
              <a:solidFill>
                <a:srgbClr val="000000"/>
              </a:solidFill>
              <a:effectLst/>
              <a:uFillTx/>
              <a:latin typeface="Arial"/>
            </a:endParaRPr>
          </a:p>
          <a:p>
            <a:pPr marL="723960" lvl="1" indent="-26676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XP</a:t>
            </a:r>
            <a:endParaRPr lang="es-PY"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2"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CL" sz="2100" b="0" u="none" strike="noStrike">
                <a:solidFill>
                  <a:srgbClr val="002060"/>
                </a:solidFill>
                <a:effectLst/>
                <a:uFillTx/>
                <a:latin typeface="Century Gothic"/>
              </a:rPr>
              <a:t>Modelo en Cascada</a:t>
            </a:r>
            <a:endParaRPr lang="es-PY" sz="2100" b="0" u="none" strike="noStrike">
              <a:solidFill>
                <a:srgbClr val="002060"/>
              </a:solidFill>
              <a:effectLst/>
              <a:uFillTx/>
              <a:latin typeface="Century Gothic"/>
            </a:endParaRPr>
          </a:p>
        </p:txBody>
      </p:sp>
      <p:sp>
        <p:nvSpPr>
          <p:cNvPr id="143" name="31 CuadroTexto"/>
          <p:cNvSpPr/>
          <p:nvPr/>
        </p:nvSpPr>
        <p:spPr>
          <a:xfrm>
            <a:off x="443160" y="2215440"/>
            <a:ext cx="5220720" cy="3000600"/>
          </a:xfrm>
          <a:prstGeom prst="rect">
            <a:avLst/>
          </a:prstGeom>
          <a:noFill/>
          <a:ln w="0">
            <a:noFill/>
          </a:ln>
        </p:spPr>
        <p:style>
          <a:lnRef idx="0"/>
          <a:fillRef idx="0"/>
          <a:effectRef idx="0"/>
          <a:fontRef idx="minor"/>
        </p:style>
        <p:txBody>
          <a:bodyPr lIns="90000" tIns="45000" rIns="90000" bIns="45000" anchor="t">
            <a:spAutoFit/>
          </a:bodyPr>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Es el más antiguo.</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Debe completarse un estado antes de comenzar el siguiente.</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Es útil para que el desarrollador visualice lo que va a hacer.</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Su principal problema es que no refleja la realidad.</a:t>
            </a:r>
            <a:endParaRPr lang="es-PY" sz="1800" b="0" u="none" strike="noStrike">
              <a:solidFill>
                <a:srgbClr val="000000"/>
              </a:solidFill>
              <a:effectLst/>
              <a:uFillTx/>
              <a:latin typeface="Arial"/>
            </a:endParaRPr>
          </a:p>
        </p:txBody>
      </p:sp>
      <p:grpSp>
        <p:nvGrpSpPr>
          <p:cNvPr id="144" name="Group 5"/>
          <p:cNvGrpSpPr/>
          <p:nvPr/>
        </p:nvGrpSpPr>
        <p:grpSpPr>
          <a:xfrm>
            <a:off x="7397280" y="1776600"/>
            <a:ext cx="3489120" cy="4373280"/>
            <a:chOff x="7397280" y="1776600"/>
            <a:chExt cx="3489120" cy="4373280"/>
          </a:xfrm>
        </p:grpSpPr>
        <p:sp>
          <p:nvSpPr>
            <p:cNvPr id="145" name="Rectangle 6"/>
            <p:cNvSpPr/>
            <p:nvPr/>
          </p:nvSpPr>
          <p:spPr>
            <a:xfrm>
              <a:off x="7544880" y="1776600"/>
              <a:ext cx="1388880" cy="417240"/>
            </a:xfrm>
            <a:prstGeom prst="rect">
              <a:avLst/>
            </a:prstGeom>
            <a:solidFill>
              <a:srgbClr val="FFCC66"/>
            </a:solidFill>
            <a:ln w="12700">
              <a:solidFill>
                <a:srgbClr val="000000"/>
              </a:solidFill>
              <a:miter/>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46" name="Rectangle 7"/>
            <p:cNvSpPr/>
            <p:nvPr/>
          </p:nvSpPr>
          <p:spPr>
            <a:xfrm>
              <a:off x="7838640" y="1805040"/>
              <a:ext cx="809280" cy="16776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100" b="0" u="none" strike="noStrike">
                  <a:solidFill>
                    <a:srgbClr val="000000"/>
                  </a:solidFill>
                  <a:effectLst/>
                  <a:uFillTx/>
                  <a:latin typeface="Tahoma"/>
                </a:rPr>
                <a:t>ANÁLISIS DE</a:t>
              </a:r>
              <a:endParaRPr lang="es-PY" sz="1100" b="0" u="none" strike="noStrike">
                <a:solidFill>
                  <a:srgbClr val="000000"/>
                </a:solidFill>
                <a:effectLst/>
                <a:uFillTx/>
                <a:latin typeface="Arial"/>
              </a:endParaRPr>
            </a:p>
          </p:txBody>
        </p:sp>
        <p:sp>
          <p:nvSpPr>
            <p:cNvPr id="147" name="Rectangle 8"/>
            <p:cNvSpPr/>
            <p:nvPr/>
          </p:nvSpPr>
          <p:spPr>
            <a:xfrm>
              <a:off x="7662240" y="1971720"/>
              <a:ext cx="1161720" cy="16776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100" b="0" u="none" strike="noStrike">
                  <a:solidFill>
                    <a:srgbClr val="000000"/>
                  </a:solidFill>
                  <a:effectLst/>
                  <a:uFillTx/>
                  <a:latin typeface="Tahoma"/>
                </a:rPr>
                <a:t>REQUERIMIENTOS</a:t>
              </a:r>
              <a:endParaRPr lang="es-PY" sz="1100" b="0" u="none" strike="noStrike">
                <a:solidFill>
                  <a:srgbClr val="000000"/>
                </a:solidFill>
                <a:effectLst/>
                <a:uFillTx/>
                <a:latin typeface="Arial"/>
              </a:endParaRPr>
            </a:p>
          </p:txBody>
        </p:sp>
        <p:sp>
          <p:nvSpPr>
            <p:cNvPr id="148" name="Rectangle 9"/>
            <p:cNvSpPr/>
            <p:nvPr/>
          </p:nvSpPr>
          <p:spPr>
            <a:xfrm>
              <a:off x="7684560" y="2332080"/>
              <a:ext cx="1387080" cy="415440"/>
            </a:xfrm>
            <a:prstGeom prst="rect">
              <a:avLst/>
            </a:prstGeom>
            <a:solidFill>
              <a:srgbClr val="FFCC66"/>
            </a:solidFill>
            <a:ln w="12700">
              <a:solidFill>
                <a:srgbClr val="000000"/>
              </a:solidFill>
              <a:miter/>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49" name="Rectangle 10"/>
            <p:cNvSpPr/>
            <p:nvPr/>
          </p:nvSpPr>
          <p:spPr>
            <a:xfrm>
              <a:off x="7989480" y="2360520"/>
              <a:ext cx="782280" cy="16776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100" b="0" u="none" strike="noStrike">
                  <a:solidFill>
                    <a:srgbClr val="000000"/>
                  </a:solidFill>
                  <a:effectLst/>
                  <a:uFillTx/>
                  <a:latin typeface="Tahoma"/>
                </a:rPr>
                <a:t>DISEÑO DEL</a:t>
              </a:r>
              <a:endParaRPr lang="es-PY" sz="1100" b="0" u="none" strike="noStrike">
                <a:solidFill>
                  <a:srgbClr val="000000"/>
                </a:solidFill>
                <a:effectLst/>
                <a:uFillTx/>
                <a:latin typeface="Arial"/>
              </a:endParaRPr>
            </a:p>
          </p:txBody>
        </p:sp>
        <p:sp>
          <p:nvSpPr>
            <p:cNvPr id="150" name="Rectangle 11"/>
            <p:cNvSpPr/>
            <p:nvPr/>
          </p:nvSpPr>
          <p:spPr>
            <a:xfrm>
              <a:off x="8100720" y="2527200"/>
              <a:ext cx="558360" cy="16776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100" b="0" u="none" strike="noStrike">
                  <a:solidFill>
                    <a:srgbClr val="000000"/>
                  </a:solidFill>
                  <a:effectLst/>
                  <a:uFillTx/>
                  <a:latin typeface="Tahoma"/>
                </a:rPr>
                <a:t>SISTEMA</a:t>
              </a:r>
              <a:endParaRPr lang="es-PY" sz="1100" b="0" u="none" strike="noStrike">
                <a:solidFill>
                  <a:srgbClr val="000000"/>
                </a:solidFill>
                <a:effectLst/>
                <a:uFillTx/>
                <a:latin typeface="Arial"/>
              </a:endParaRPr>
            </a:p>
          </p:txBody>
        </p:sp>
        <p:sp>
          <p:nvSpPr>
            <p:cNvPr id="151" name="Rectangle 12"/>
            <p:cNvSpPr/>
            <p:nvPr/>
          </p:nvSpPr>
          <p:spPr>
            <a:xfrm>
              <a:off x="7822800" y="2887560"/>
              <a:ext cx="1388880" cy="415440"/>
            </a:xfrm>
            <a:prstGeom prst="rect">
              <a:avLst/>
            </a:prstGeom>
            <a:solidFill>
              <a:srgbClr val="FFCC66"/>
            </a:solidFill>
            <a:ln w="12700">
              <a:solidFill>
                <a:srgbClr val="000000"/>
              </a:solidFill>
              <a:miter/>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52" name="Rectangle 13"/>
            <p:cNvSpPr/>
            <p:nvPr/>
          </p:nvSpPr>
          <p:spPr>
            <a:xfrm>
              <a:off x="8162640" y="2916360"/>
              <a:ext cx="712440" cy="16776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100" b="0" u="none" strike="noStrike">
                  <a:solidFill>
                    <a:srgbClr val="000000"/>
                  </a:solidFill>
                  <a:effectLst/>
                  <a:uFillTx/>
                  <a:latin typeface="Tahoma"/>
                </a:rPr>
                <a:t>DISEÑO DE</a:t>
              </a:r>
              <a:endParaRPr lang="es-PY" sz="1100" b="0" u="none" strike="noStrike">
                <a:solidFill>
                  <a:srgbClr val="000000"/>
                </a:solidFill>
                <a:effectLst/>
                <a:uFillTx/>
                <a:latin typeface="Arial"/>
              </a:endParaRPr>
            </a:p>
          </p:txBody>
        </p:sp>
        <p:sp>
          <p:nvSpPr>
            <p:cNvPr id="153" name="Rectangle 14"/>
            <p:cNvSpPr/>
            <p:nvPr/>
          </p:nvSpPr>
          <p:spPr>
            <a:xfrm>
              <a:off x="8122680" y="3081240"/>
              <a:ext cx="798120" cy="16776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100" b="0" u="none" strike="noStrike">
                  <a:solidFill>
                    <a:srgbClr val="000000"/>
                  </a:solidFill>
                  <a:effectLst/>
                  <a:uFillTx/>
                  <a:latin typeface="Tahoma"/>
                </a:rPr>
                <a:t>PROGRAMAS</a:t>
              </a:r>
              <a:endParaRPr lang="es-PY" sz="1100" b="0" u="none" strike="noStrike">
                <a:solidFill>
                  <a:srgbClr val="000000"/>
                </a:solidFill>
                <a:effectLst/>
                <a:uFillTx/>
                <a:latin typeface="Arial"/>
              </a:endParaRPr>
            </a:p>
          </p:txBody>
        </p:sp>
        <p:sp>
          <p:nvSpPr>
            <p:cNvPr id="154" name="Rectangle 15"/>
            <p:cNvSpPr/>
            <p:nvPr/>
          </p:nvSpPr>
          <p:spPr>
            <a:xfrm>
              <a:off x="7962480" y="3441600"/>
              <a:ext cx="1387080" cy="415440"/>
            </a:xfrm>
            <a:prstGeom prst="rect">
              <a:avLst/>
            </a:prstGeom>
            <a:solidFill>
              <a:srgbClr val="FFCC66"/>
            </a:solidFill>
            <a:ln w="12700">
              <a:solidFill>
                <a:srgbClr val="000000"/>
              </a:solidFill>
              <a:miter/>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55" name="Rectangle 16"/>
            <p:cNvSpPr/>
            <p:nvPr/>
          </p:nvSpPr>
          <p:spPr>
            <a:xfrm>
              <a:off x="8184600" y="3554640"/>
              <a:ext cx="952200" cy="16776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100" b="0" u="none" strike="noStrike">
                  <a:solidFill>
                    <a:srgbClr val="000000"/>
                  </a:solidFill>
                  <a:effectLst/>
                  <a:uFillTx/>
                  <a:latin typeface="Tahoma"/>
                </a:rPr>
                <a:t>CODIFICACIÓN</a:t>
              </a:r>
              <a:endParaRPr lang="es-PY" sz="1100" b="0" u="none" strike="noStrike">
                <a:solidFill>
                  <a:srgbClr val="000000"/>
                </a:solidFill>
                <a:effectLst/>
                <a:uFillTx/>
                <a:latin typeface="Arial"/>
              </a:endParaRPr>
            </a:p>
          </p:txBody>
        </p:sp>
        <p:sp>
          <p:nvSpPr>
            <p:cNvPr id="156" name="Rectangle 17"/>
            <p:cNvSpPr/>
            <p:nvPr/>
          </p:nvSpPr>
          <p:spPr>
            <a:xfrm>
              <a:off x="8100720" y="3997440"/>
              <a:ext cx="1387080" cy="415440"/>
            </a:xfrm>
            <a:prstGeom prst="rect">
              <a:avLst/>
            </a:prstGeom>
            <a:solidFill>
              <a:srgbClr val="FFCC66"/>
            </a:solidFill>
            <a:ln w="12700">
              <a:solidFill>
                <a:srgbClr val="000000"/>
              </a:solidFill>
              <a:miter/>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57" name="Rectangle 18"/>
            <p:cNvSpPr/>
            <p:nvPr/>
          </p:nvSpPr>
          <p:spPr>
            <a:xfrm>
              <a:off x="8178480" y="4025880"/>
              <a:ext cx="1242720" cy="16776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100" b="0" u="none" strike="noStrike">
                  <a:solidFill>
                    <a:srgbClr val="000000"/>
                  </a:solidFill>
                  <a:effectLst/>
                  <a:uFillTx/>
                  <a:latin typeface="Tahoma"/>
                </a:rPr>
                <a:t>TESTING UNITARIO</a:t>
              </a:r>
              <a:endParaRPr lang="es-PY" sz="1100" b="0" u="none" strike="noStrike">
                <a:solidFill>
                  <a:srgbClr val="000000"/>
                </a:solidFill>
                <a:effectLst/>
                <a:uFillTx/>
                <a:latin typeface="Arial"/>
              </a:endParaRPr>
            </a:p>
          </p:txBody>
        </p:sp>
        <p:sp>
          <p:nvSpPr>
            <p:cNvPr id="158" name="Rectangle 19"/>
            <p:cNvSpPr/>
            <p:nvPr/>
          </p:nvSpPr>
          <p:spPr>
            <a:xfrm>
              <a:off x="8356320" y="4192560"/>
              <a:ext cx="885600" cy="16776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100" b="0" u="none" strike="noStrike">
                  <a:solidFill>
                    <a:srgbClr val="000000"/>
                  </a:solidFill>
                  <a:effectLst/>
                  <a:uFillTx/>
                  <a:latin typeface="Tahoma"/>
                </a:rPr>
                <a:t>E INTEGRADO</a:t>
              </a:r>
              <a:endParaRPr lang="es-PY" sz="1100" b="0" u="none" strike="noStrike">
                <a:solidFill>
                  <a:srgbClr val="000000"/>
                </a:solidFill>
                <a:effectLst/>
                <a:uFillTx/>
                <a:latin typeface="Arial"/>
              </a:endParaRPr>
            </a:p>
          </p:txBody>
        </p:sp>
        <p:sp>
          <p:nvSpPr>
            <p:cNvPr id="159" name="Rectangle 20"/>
            <p:cNvSpPr/>
            <p:nvPr/>
          </p:nvSpPr>
          <p:spPr>
            <a:xfrm>
              <a:off x="8238600" y="4551480"/>
              <a:ext cx="1388880" cy="417240"/>
            </a:xfrm>
            <a:prstGeom prst="rect">
              <a:avLst/>
            </a:prstGeom>
            <a:solidFill>
              <a:srgbClr val="FFCC66"/>
            </a:solidFill>
            <a:ln w="12700">
              <a:solidFill>
                <a:srgbClr val="000000"/>
              </a:solidFill>
              <a:miter/>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60" name="Rectangle 21"/>
            <p:cNvSpPr/>
            <p:nvPr/>
          </p:nvSpPr>
          <p:spPr>
            <a:xfrm>
              <a:off x="8516520" y="4579920"/>
              <a:ext cx="844200" cy="16776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100" b="0" u="none" strike="noStrike">
                  <a:solidFill>
                    <a:srgbClr val="000000"/>
                  </a:solidFill>
                  <a:effectLst/>
                  <a:uFillTx/>
                  <a:latin typeface="Tahoma"/>
                </a:rPr>
                <a:t>TESTING DEL</a:t>
              </a:r>
              <a:endParaRPr lang="es-PY" sz="1100" b="0" u="none" strike="noStrike">
                <a:solidFill>
                  <a:srgbClr val="000000"/>
                </a:solidFill>
                <a:effectLst/>
                <a:uFillTx/>
                <a:latin typeface="Arial"/>
              </a:endParaRPr>
            </a:p>
          </p:txBody>
        </p:sp>
        <p:sp>
          <p:nvSpPr>
            <p:cNvPr id="161" name="Rectangle 22"/>
            <p:cNvSpPr/>
            <p:nvPr/>
          </p:nvSpPr>
          <p:spPr>
            <a:xfrm>
              <a:off x="8656200" y="4746600"/>
              <a:ext cx="558360" cy="16776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100" b="0" u="none" strike="noStrike">
                  <a:solidFill>
                    <a:srgbClr val="000000"/>
                  </a:solidFill>
                  <a:effectLst/>
                  <a:uFillTx/>
                  <a:latin typeface="Tahoma"/>
                </a:rPr>
                <a:t>SISTEMA</a:t>
              </a:r>
              <a:endParaRPr lang="es-PY" sz="1100" b="0" u="none" strike="noStrike">
                <a:solidFill>
                  <a:srgbClr val="000000"/>
                </a:solidFill>
                <a:effectLst/>
                <a:uFillTx/>
                <a:latin typeface="Arial"/>
              </a:endParaRPr>
            </a:p>
          </p:txBody>
        </p:sp>
        <p:sp>
          <p:nvSpPr>
            <p:cNvPr id="162" name="Rectangle 23"/>
            <p:cNvSpPr/>
            <p:nvPr/>
          </p:nvSpPr>
          <p:spPr>
            <a:xfrm>
              <a:off x="8378280" y="5106960"/>
              <a:ext cx="1387080" cy="415440"/>
            </a:xfrm>
            <a:prstGeom prst="rect">
              <a:avLst/>
            </a:prstGeom>
            <a:solidFill>
              <a:srgbClr val="FFCC66"/>
            </a:solidFill>
            <a:ln w="12700">
              <a:solidFill>
                <a:srgbClr val="000000"/>
              </a:solidFill>
              <a:miter/>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63" name="Rectangle 24"/>
            <p:cNvSpPr/>
            <p:nvPr/>
          </p:nvSpPr>
          <p:spPr>
            <a:xfrm>
              <a:off x="8689680" y="5135760"/>
              <a:ext cx="774360" cy="16776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100" b="0" u="none" strike="noStrike">
                  <a:solidFill>
                    <a:srgbClr val="000000"/>
                  </a:solidFill>
                  <a:effectLst/>
                  <a:uFillTx/>
                  <a:latin typeface="Tahoma"/>
                </a:rPr>
                <a:t>TESTING DE</a:t>
              </a:r>
              <a:endParaRPr lang="es-PY" sz="1100" b="0" u="none" strike="noStrike">
                <a:solidFill>
                  <a:srgbClr val="000000"/>
                </a:solidFill>
                <a:effectLst/>
                <a:uFillTx/>
                <a:latin typeface="Arial"/>
              </a:endParaRPr>
            </a:p>
          </p:txBody>
        </p:sp>
        <p:sp>
          <p:nvSpPr>
            <p:cNvPr id="164" name="Rectangle 25"/>
            <p:cNvSpPr/>
            <p:nvPr/>
          </p:nvSpPr>
          <p:spPr>
            <a:xfrm>
              <a:off x="8668800" y="5302440"/>
              <a:ext cx="817200" cy="16776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100" b="0" u="none" strike="noStrike">
                  <a:solidFill>
                    <a:srgbClr val="000000"/>
                  </a:solidFill>
                  <a:effectLst/>
                  <a:uFillTx/>
                  <a:latin typeface="Tahoma"/>
                </a:rPr>
                <a:t>ACEPTACIÓN</a:t>
              </a:r>
              <a:endParaRPr lang="es-PY" sz="1100" b="0" u="none" strike="noStrike">
                <a:solidFill>
                  <a:srgbClr val="000000"/>
                </a:solidFill>
                <a:effectLst/>
                <a:uFillTx/>
                <a:latin typeface="Arial"/>
              </a:endParaRPr>
            </a:p>
          </p:txBody>
        </p:sp>
        <p:sp>
          <p:nvSpPr>
            <p:cNvPr id="165" name="Rectangle 26"/>
            <p:cNvSpPr/>
            <p:nvPr/>
          </p:nvSpPr>
          <p:spPr>
            <a:xfrm>
              <a:off x="9497520" y="5732640"/>
              <a:ext cx="1388880" cy="417240"/>
            </a:xfrm>
            <a:prstGeom prst="rect">
              <a:avLst/>
            </a:prstGeom>
            <a:solidFill>
              <a:srgbClr val="FFCC66"/>
            </a:solidFill>
            <a:ln w="12700">
              <a:solidFill>
                <a:srgbClr val="000000"/>
              </a:solidFill>
              <a:miter/>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66" name="Rectangle 27"/>
            <p:cNvSpPr/>
            <p:nvPr/>
          </p:nvSpPr>
          <p:spPr>
            <a:xfrm>
              <a:off x="9753120" y="5761080"/>
              <a:ext cx="879120" cy="16776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100" b="0" u="none" strike="noStrike">
                  <a:solidFill>
                    <a:srgbClr val="000000"/>
                  </a:solidFill>
                  <a:effectLst/>
                  <a:uFillTx/>
                  <a:latin typeface="Tahoma"/>
                </a:rPr>
                <a:t>OPERACIÓN Y</a:t>
              </a:r>
              <a:endParaRPr lang="es-PY" sz="1100" b="0" u="none" strike="noStrike">
                <a:solidFill>
                  <a:srgbClr val="000000"/>
                </a:solidFill>
                <a:effectLst/>
                <a:uFillTx/>
                <a:latin typeface="Arial"/>
              </a:endParaRPr>
            </a:p>
          </p:txBody>
        </p:sp>
        <p:sp>
          <p:nvSpPr>
            <p:cNvPr id="167" name="Rectangle 28"/>
            <p:cNvSpPr/>
            <p:nvPr/>
          </p:nvSpPr>
          <p:spPr>
            <a:xfrm>
              <a:off x="9759600" y="5927760"/>
              <a:ext cx="866520" cy="16776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100" b="0" u="none" strike="noStrike">
                  <a:solidFill>
                    <a:srgbClr val="000000"/>
                  </a:solidFill>
                  <a:effectLst/>
                  <a:uFillTx/>
                  <a:latin typeface="Tahoma"/>
                </a:rPr>
                <a:t>MANTENCIÓN</a:t>
              </a:r>
              <a:endParaRPr lang="es-PY" sz="1100" b="0" u="none" strike="noStrike">
                <a:solidFill>
                  <a:srgbClr val="000000"/>
                </a:solidFill>
                <a:effectLst/>
                <a:uFillTx/>
                <a:latin typeface="Arial"/>
              </a:endParaRPr>
            </a:p>
          </p:txBody>
        </p:sp>
        <p:sp>
          <p:nvSpPr>
            <p:cNvPr id="168" name="Freeform 29"/>
            <p:cNvSpPr/>
            <p:nvPr/>
          </p:nvSpPr>
          <p:spPr>
            <a:xfrm>
              <a:off x="7397280" y="1987560"/>
              <a:ext cx="205920" cy="517320"/>
            </a:xfrm>
            <a:custGeom>
              <a:avLst/>
              <a:gdLst>
                <a:gd name="textAreaLeft" fmla="*/ 0 w 205920"/>
                <a:gd name="textAreaRight" fmla="*/ 206280 w 205920"/>
                <a:gd name="textAreaTop" fmla="*/ 0 h 517320"/>
                <a:gd name="textAreaBottom" fmla="*/ 517680 h 517320"/>
                <a:gd name="GluePoint1X" fmla="*/ 93 w 0"/>
                <a:gd name="GluePoint1Y" fmla="*/ 0 h 0"/>
                <a:gd name="GluePoint2X" fmla="*/ 64 w 0"/>
                <a:gd name="GluePoint2Y" fmla="*/ 31 h 0"/>
                <a:gd name="GluePoint3X" fmla="*/ 41 w 0"/>
                <a:gd name="GluePoint3Y" fmla="*/ 60 h 0"/>
                <a:gd name="GluePoint4X" fmla="*/ 23 w 0"/>
                <a:gd name="GluePoint4Y" fmla="*/ 89 h 0"/>
                <a:gd name="GluePoint5X" fmla="*/ 10 w 0"/>
                <a:gd name="GluePoint5Y" fmla="*/ 116 h 0"/>
                <a:gd name="GluePoint6X" fmla="*/ 2 w 0"/>
                <a:gd name="GluePoint6Y" fmla="*/ 143 h 0"/>
                <a:gd name="GluePoint7X" fmla="*/ 0 w 0"/>
                <a:gd name="GluePoint7Y" fmla="*/ 169 h 0"/>
                <a:gd name="GluePoint8X" fmla="*/ 2 w 0"/>
                <a:gd name="GluePoint8Y" fmla="*/ 194 h 0"/>
                <a:gd name="GluePoint9X" fmla="*/ 12 w 0"/>
                <a:gd name="GluePoint9Y" fmla="*/ 219 h 0"/>
                <a:gd name="GluePoint10X" fmla="*/ 23 w 0"/>
                <a:gd name="GluePoint10Y" fmla="*/ 242 h 0"/>
                <a:gd name="GluePoint11X" fmla="*/ 43 w 0"/>
                <a:gd name="GluePoint11Y" fmla="*/ 264 h 0"/>
                <a:gd name="GluePoint12X" fmla="*/ 66 w 0"/>
                <a:gd name="GluePoint12Y" fmla="*/ 285 h 0"/>
                <a:gd name="GluePoint13X" fmla="*/ 97 w 0"/>
                <a:gd name="GluePoint13Y" fmla="*/ 306 h 0"/>
                <a:gd name="GluePoint14X" fmla="*/ 130 w 0"/>
                <a:gd name="GluePoint14Y" fmla="*/ 326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Lst>
              <a:rect l="textAreaLeft" t="textAreaTop" r="textAreaRight" b="textAreaBottom"/>
              <a:pathLst>
                <a:path w="130" h="326">
                  <a:moveTo>
                    <a:pt x="93" y="0"/>
                  </a:moveTo>
                  <a:lnTo>
                    <a:pt x="64" y="31"/>
                  </a:lnTo>
                  <a:lnTo>
                    <a:pt x="41" y="60"/>
                  </a:lnTo>
                  <a:lnTo>
                    <a:pt x="23" y="89"/>
                  </a:lnTo>
                  <a:lnTo>
                    <a:pt x="10" y="116"/>
                  </a:lnTo>
                  <a:lnTo>
                    <a:pt x="2" y="143"/>
                  </a:lnTo>
                  <a:lnTo>
                    <a:pt x="0" y="169"/>
                  </a:lnTo>
                  <a:lnTo>
                    <a:pt x="2" y="194"/>
                  </a:lnTo>
                  <a:lnTo>
                    <a:pt x="12" y="219"/>
                  </a:lnTo>
                  <a:lnTo>
                    <a:pt x="23" y="242"/>
                  </a:lnTo>
                  <a:lnTo>
                    <a:pt x="43" y="264"/>
                  </a:lnTo>
                  <a:lnTo>
                    <a:pt x="66" y="285"/>
                  </a:lnTo>
                  <a:lnTo>
                    <a:pt x="97" y="306"/>
                  </a:lnTo>
                  <a:lnTo>
                    <a:pt x="130" y="326"/>
                  </a:lnTo>
                </a:path>
              </a:pathLst>
            </a:custGeom>
            <a:noFill/>
            <a:ln w="12700">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69" name="Freeform 30"/>
            <p:cNvSpPr/>
            <p:nvPr/>
          </p:nvSpPr>
          <p:spPr>
            <a:xfrm>
              <a:off x="7573680" y="2455920"/>
              <a:ext cx="110880" cy="88560"/>
            </a:xfrm>
            <a:custGeom>
              <a:avLst/>
              <a:gdLst>
                <a:gd name="textAreaLeft" fmla="*/ 0 w 110880"/>
                <a:gd name="textAreaRight" fmla="*/ 111240 w 110880"/>
                <a:gd name="textAreaTop" fmla="*/ 0 h 88560"/>
                <a:gd name="textAreaBottom" fmla="*/ 88920 h 88560"/>
                <a:gd name="GluePoint1X" fmla="*/ 25 w 0"/>
                <a:gd name="GluePoint1Y" fmla="*/ 0 h 0"/>
                <a:gd name="GluePoint2X" fmla="*/ 70 w 0"/>
                <a:gd name="GluePoint2Y" fmla="*/ 54 h 0"/>
                <a:gd name="GluePoint3X" fmla="*/ 0 w 0"/>
                <a:gd name="GluePoint3Y" fmla="*/ 56 h 0"/>
                <a:gd name="GluePoint4X" fmla="*/ 25 w 0"/>
                <a:gd name="GluePoint4Y" fmla="*/ 0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70" h="56">
                  <a:moveTo>
                    <a:pt x="25" y="0"/>
                  </a:moveTo>
                  <a:lnTo>
                    <a:pt x="70" y="54"/>
                  </a:lnTo>
                  <a:lnTo>
                    <a:pt x="0" y="56"/>
                  </a:lnTo>
                  <a:lnTo>
                    <a:pt x="25" y="0"/>
                  </a:lnTo>
                  <a:close/>
                </a:path>
              </a:pathLst>
            </a:custGeom>
            <a:solidFill>
              <a:srgbClr val="000000"/>
            </a:solidFill>
            <a:ln w="9525">
              <a:noFill/>
            </a:ln>
          </p:spPr>
          <p:style>
            <a:lnRef idx="0"/>
            <a:fillRef idx="0"/>
            <a:effectRef idx="0"/>
            <a:fontRef idx="minor"/>
          </p:style>
          <p:txBody>
            <a:bodyPr lIns="90000" tIns="43920" rIns="90000" bIns="43920" anchor="t">
              <a:noAutofit/>
            </a:bodyPr>
            <a:p>
              <a:endParaRPr lang="es-ES" sz="1800" b="0" u="none" strike="noStrike">
                <a:solidFill>
                  <a:schemeClr val="lt1"/>
                </a:solidFill>
                <a:effectLst/>
                <a:uFillTx/>
                <a:latin typeface="Century Gothic"/>
              </a:endParaRPr>
            </a:p>
          </p:txBody>
        </p:sp>
        <p:sp>
          <p:nvSpPr>
            <p:cNvPr id="170" name="Freeform 31"/>
            <p:cNvSpPr/>
            <p:nvPr/>
          </p:nvSpPr>
          <p:spPr>
            <a:xfrm>
              <a:off x="7535520" y="2541600"/>
              <a:ext cx="207720" cy="517320"/>
            </a:xfrm>
            <a:custGeom>
              <a:avLst/>
              <a:gdLst>
                <a:gd name="textAreaLeft" fmla="*/ 0 w 207720"/>
                <a:gd name="textAreaRight" fmla="*/ 208080 w 207720"/>
                <a:gd name="textAreaTop" fmla="*/ 0 h 517320"/>
                <a:gd name="textAreaBottom" fmla="*/ 517680 h 517320"/>
                <a:gd name="GluePoint1X" fmla="*/ 94 w 0"/>
                <a:gd name="GluePoint1Y" fmla="*/ 0 h 0"/>
                <a:gd name="GluePoint2X" fmla="*/ 65 w 0"/>
                <a:gd name="GluePoint2Y" fmla="*/ 31 h 0"/>
                <a:gd name="GluePoint3X" fmla="*/ 41 w 0"/>
                <a:gd name="GluePoint3Y" fmla="*/ 60 h 0"/>
                <a:gd name="GluePoint4X" fmla="*/ 24 w 0"/>
                <a:gd name="GluePoint4Y" fmla="*/ 89 h 0"/>
                <a:gd name="GluePoint5X" fmla="*/ 10 w 0"/>
                <a:gd name="GluePoint5Y" fmla="*/ 117 h 0"/>
                <a:gd name="GluePoint6X" fmla="*/ 2 w 0"/>
                <a:gd name="GluePoint6Y" fmla="*/ 144 h 0"/>
                <a:gd name="GluePoint7X" fmla="*/ 0 w 0"/>
                <a:gd name="GluePoint7Y" fmla="*/ 169 h 0"/>
                <a:gd name="GluePoint8X" fmla="*/ 2 w 0"/>
                <a:gd name="GluePoint8Y" fmla="*/ 194 h 0"/>
                <a:gd name="GluePoint9X" fmla="*/ 12 w 0"/>
                <a:gd name="GluePoint9Y" fmla="*/ 220 h 0"/>
                <a:gd name="GluePoint10X" fmla="*/ 24 w 0"/>
                <a:gd name="GluePoint10Y" fmla="*/ 243 h 0"/>
                <a:gd name="GluePoint11X" fmla="*/ 43 w 0"/>
                <a:gd name="GluePoint11Y" fmla="*/ 264 h 0"/>
                <a:gd name="GluePoint12X" fmla="*/ 67 w 0"/>
                <a:gd name="GluePoint12Y" fmla="*/ 286 h 0"/>
                <a:gd name="GluePoint13X" fmla="*/ 98 w 0"/>
                <a:gd name="GluePoint13Y" fmla="*/ 307 h 0"/>
                <a:gd name="GluePoint14X" fmla="*/ 131 w 0"/>
                <a:gd name="GluePoint14Y" fmla="*/ 326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Lst>
              <a:rect l="textAreaLeft" t="textAreaTop" r="textAreaRight" b="textAreaBottom"/>
              <a:pathLst>
                <a:path w="131" h="326">
                  <a:moveTo>
                    <a:pt x="94" y="0"/>
                  </a:moveTo>
                  <a:lnTo>
                    <a:pt x="65" y="31"/>
                  </a:lnTo>
                  <a:lnTo>
                    <a:pt x="41" y="60"/>
                  </a:lnTo>
                  <a:lnTo>
                    <a:pt x="24" y="89"/>
                  </a:lnTo>
                  <a:lnTo>
                    <a:pt x="10" y="117"/>
                  </a:lnTo>
                  <a:lnTo>
                    <a:pt x="2" y="144"/>
                  </a:lnTo>
                  <a:lnTo>
                    <a:pt x="0" y="169"/>
                  </a:lnTo>
                  <a:lnTo>
                    <a:pt x="2" y="194"/>
                  </a:lnTo>
                  <a:lnTo>
                    <a:pt x="12" y="220"/>
                  </a:lnTo>
                  <a:lnTo>
                    <a:pt x="24" y="243"/>
                  </a:lnTo>
                  <a:lnTo>
                    <a:pt x="43" y="264"/>
                  </a:lnTo>
                  <a:lnTo>
                    <a:pt x="67" y="286"/>
                  </a:lnTo>
                  <a:lnTo>
                    <a:pt x="98" y="307"/>
                  </a:lnTo>
                  <a:lnTo>
                    <a:pt x="131" y="326"/>
                  </a:lnTo>
                </a:path>
              </a:pathLst>
            </a:custGeom>
            <a:noFill/>
            <a:ln w="12700">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71" name="Freeform 32"/>
            <p:cNvSpPr/>
            <p:nvPr/>
          </p:nvSpPr>
          <p:spPr>
            <a:xfrm>
              <a:off x="7711560" y="3009960"/>
              <a:ext cx="110880" cy="90000"/>
            </a:xfrm>
            <a:custGeom>
              <a:avLst/>
              <a:gdLst>
                <a:gd name="textAreaLeft" fmla="*/ 0 w 110880"/>
                <a:gd name="textAreaRight" fmla="*/ 111240 w 110880"/>
                <a:gd name="textAreaTop" fmla="*/ 0 h 90000"/>
                <a:gd name="textAreaBottom" fmla="*/ 90360 h 90000"/>
                <a:gd name="GluePoint1X" fmla="*/ 26 w 0"/>
                <a:gd name="GluePoint1Y" fmla="*/ 0 h 0"/>
                <a:gd name="GluePoint2X" fmla="*/ 70 w 0"/>
                <a:gd name="GluePoint2Y" fmla="*/ 55 h 0"/>
                <a:gd name="GluePoint3X" fmla="*/ 0 w 0"/>
                <a:gd name="GluePoint3Y" fmla="*/ 57 h 0"/>
                <a:gd name="GluePoint4X" fmla="*/ 26 w 0"/>
                <a:gd name="GluePoint4Y" fmla="*/ 0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70" h="57">
                  <a:moveTo>
                    <a:pt x="26" y="0"/>
                  </a:moveTo>
                  <a:lnTo>
                    <a:pt x="70" y="55"/>
                  </a:lnTo>
                  <a:lnTo>
                    <a:pt x="0" y="57"/>
                  </a:lnTo>
                  <a:lnTo>
                    <a:pt x="26" y="0"/>
                  </a:lnTo>
                  <a:close/>
                </a:path>
              </a:pathLst>
            </a:custGeom>
            <a:solidFill>
              <a:srgbClr val="000000"/>
            </a:solidFill>
            <a:ln w="9525">
              <a:noFill/>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72" name="Freeform 33"/>
            <p:cNvSpPr/>
            <p:nvPr/>
          </p:nvSpPr>
          <p:spPr>
            <a:xfrm>
              <a:off x="7675200" y="3097440"/>
              <a:ext cx="205920" cy="517320"/>
            </a:xfrm>
            <a:custGeom>
              <a:avLst/>
              <a:gdLst>
                <a:gd name="textAreaLeft" fmla="*/ 0 w 205920"/>
                <a:gd name="textAreaRight" fmla="*/ 206280 w 205920"/>
                <a:gd name="textAreaTop" fmla="*/ 0 h 517320"/>
                <a:gd name="textAreaBottom" fmla="*/ 517680 h 517320"/>
                <a:gd name="GluePoint1X" fmla="*/ 93 w 0"/>
                <a:gd name="GluePoint1Y" fmla="*/ 0 h 0"/>
                <a:gd name="GluePoint2X" fmla="*/ 64 w 0"/>
                <a:gd name="GluePoint2Y" fmla="*/ 31 h 0"/>
                <a:gd name="GluePoint3X" fmla="*/ 41 w 0"/>
                <a:gd name="GluePoint3Y" fmla="*/ 60 h 0"/>
                <a:gd name="GluePoint4X" fmla="*/ 23 w 0"/>
                <a:gd name="GluePoint4Y" fmla="*/ 89 h 0"/>
                <a:gd name="GluePoint5X" fmla="*/ 10 w 0"/>
                <a:gd name="GluePoint5Y" fmla="*/ 116 h 0"/>
                <a:gd name="GluePoint6X" fmla="*/ 2 w 0"/>
                <a:gd name="GluePoint6Y" fmla="*/ 143 h 0"/>
                <a:gd name="GluePoint7X" fmla="*/ 0 w 0"/>
                <a:gd name="GluePoint7Y" fmla="*/ 169 h 0"/>
                <a:gd name="GluePoint8X" fmla="*/ 2 w 0"/>
                <a:gd name="GluePoint8Y" fmla="*/ 194 h 0"/>
                <a:gd name="GluePoint9X" fmla="*/ 12 w 0"/>
                <a:gd name="GluePoint9Y" fmla="*/ 219 h 0"/>
                <a:gd name="GluePoint10X" fmla="*/ 23 w 0"/>
                <a:gd name="GluePoint10Y" fmla="*/ 243 h 0"/>
                <a:gd name="GluePoint11X" fmla="*/ 43 w 0"/>
                <a:gd name="GluePoint11Y" fmla="*/ 264 h 0"/>
                <a:gd name="GluePoint12X" fmla="*/ 66 w 0"/>
                <a:gd name="GluePoint12Y" fmla="*/ 285 h 0"/>
                <a:gd name="GluePoint13X" fmla="*/ 97 w 0"/>
                <a:gd name="GluePoint13Y" fmla="*/ 307 h 0"/>
                <a:gd name="GluePoint14X" fmla="*/ 130 w 0"/>
                <a:gd name="GluePoint14Y" fmla="*/ 326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Lst>
              <a:rect l="textAreaLeft" t="textAreaTop" r="textAreaRight" b="textAreaBottom"/>
              <a:pathLst>
                <a:path w="130" h="326">
                  <a:moveTo>
                    <a:pt x="93" y="0"/>
                  </a:moveTo>
                  <a:lnTo>
                    <a:pt x="64" y="31"/>
                  </a:lnTo>
                  <a:lnTo>
                    <a:pt x="41" y="60"/>
                  </a:lnTo>
                  <a:lnTo>
                    <a:pt x="23" y="89"/>
                  </a:lnTo>
                  <a:lnTo>
                    <a:pt x="10" y="116"/>
                  </a:lnTo>
                  <a:lnTo>
                    <a:pt x="2" y="143"/>
                  </a:lnTo>
                  <a:lnTo>
                    <a:pt x="0" y="169"/>
                  </a:lnTo>
                  <a:lnTo>
                    <a:pt x="2" y="194"/>
                  </a:lnTo>
                  <a:lnTo>
                    <a:pt x="12" y="219"/>
                  </a:lnTo>
                  <a:lnTo>
                    <a:pt x="23" y="243"/>
                  </a:lnTo>
                  <a:lnTo>
                    <a:pt x="43" y="264"/>
                  </a:lnTo>
                  <a:lnTo>
                    <a:pt x="66" y="285"/>
                  </a:lnTo>
                  <a:lnTo>
                    <a:pt x="97" y="307"/>
                  </a:lnTo>
                  <a:lnTo>
                    <a:pt x="130" y="326"/>
                  </a:lnTo>
                </a:path>
              </a:pathLst>
            </a:custGeom>
            <a:noFill/>
            <a:ln w="12700">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73" name="Freeform 34"/>
            <p:cNvSpPr/>
            <p:nvPr/>
          </p:nvSpPr>
          <p:spPr>
            <a:xfrm>
              <a:off x="7851240" y="3565440"/>
              <a:ext cx="110880" cy="88560"/>
            </a:xfrm>
            <a:custGeom>
              <a:avLst/>
              <a:gdLst>
                <a:gd name="textAreaLeft" fmla="*/ 0 w 110880"/>
                <a:gd name="textAreaRight" fmla="*/ 111240 w 110880"/>
                <a:gd name="textAreaTop" fmla="*/ 0 h 88560"/>
                <a:gd name="textAreaBottom" fmla="*/ 88920 h 88560"/>
                <a:gd name="GluePoint1X" fmla="*/ 25 w 0"/>
                <a:gd name="GluePoint1Y" fmla="*/ 0 h 0"/>
                <a:gd name="GluePoint2X" fmla="*/ 70 w 0"/>
                <a:gd name="GluePoint2Y" fmla="*/ 54 h 0"/>
                <a:gd name="GluePoint3X" fmla="*/ 0 w 0"/>
                <a:gd name="GluePoint3Y" fmla="*/ 56 h 0"/>
                <a:gd name="GluePoint4X" fmla="*/ 25 w 0"/>
                <a:gd name="GluePoint4Y" fmla="*/ 0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70" h="56">
                  <a:moveTo>
                    <a:pt x="25" y="0"/>
                  </a:moveTo>
                  <a:lnTo>
                    <a:pt x="70" y="54"/>
                  </a:lnTo>
                  <a:lnTo>
                    <a:pt x="0" y="56"/>
                  </a:lnTo>
                  <a:lnTo>
                    <a:pt x="25" y="0"/>
                  </a:lnTo>
                  <a:close/>
                </a:path>
              </a:pathLst>
            </a:custGeom>
            <a:solidFill>
              <a:srgbClr val="000000"/>
            </a:solidFill>
            <a:ln w="9525">
              <a:noFill/>
            </a:ln>
          </p:spPr>
          <p:style>
            <a:lnRef idx="0"/>
            <a:fillRef idx="0"/>
            <a:effectRef idx="0"/>
            <a:fontRef idx="minor"/>
          </p:style>
          <p:txBody>
            <a:bodyPr lIns="90000" tIns="43920" rIns="90000" bIns="43920" anchor="t">
              <a:noAutofit/>
            </a:bodyPr>
            <a:p>
              <a:endParaRPr lang="es-ES" sz="1800" b="0" u="none" strike="noStrike">
                <a:solidFill>
                  <a:schemeClr val="lt1"/>
                </a:solidFill>
                <a:effectLst/>
                <a:uFillTx/>
                <a:latin typeface="Century Gothic"/>
              </a:endParaRPr>
            </a:p>
          </p:txBody>
        </p:sp>
        <p:sp>
          <p:nvSpPr>
            <p:cNvPr id="174" name="Freeform 35"/>
            <p:cNvSpPr/>
            <p:nvPr/>
          </p:nvSpPr>
          <p:spPr>
            <a:xfrm>
              <a:off x="7813080" y="3651480"/>
              <a:ext cx="207720" cy="518760"/>
            </a:xfrm>
            <a:custGeom>
              <a:avLst/>
              <a:gdLst>
                <a:gd name="textAreaLeft" fmla="*/ 0 w 207720"/>
                <a:gd name="textAreaRight" fmla="*/ 208080 w 207720"/>
                <a:gd name="textAreaTop" fmla="*/ 0 h 518760"/>
                <a:gd name="textAreaBottom" fmla="*/ 519120 h 518760"/>
                <a:gd name="GluePoint1X" fmla="*/ 94 w 0"/>
                <a:gd name="GluePoint1Y" fmla="*/ 0 h 0"/>
                <a:gd name="GluePoint2X" fmla="*/ 64 w 0"/>
                <a:gd name="GluePoint2Y" fmla="*/ 31 h 0"/>
                <a:gd name="GluePoint3X" fmla="*/ 41 w 0"/>
                <a:gd name="GluePoint3Y" fmla="*/ 61 h 0"/>
                <a:gd name="GluePoint4X" fmla="*/ 24 w 0"/>
                <a:gd name="GluePoint4Y" fmla="*/ 90 h 0"/>
                <a:gd name="GluePoint5X" fmla="*/ 10 w 0"/>
                <a:gd name="GluePoint5Y" fmla="*/ 117 h 0"/>
                <a:gd name="GluePoint6X" fmla="*/ 2 w 0"/>
                <a:gd name="GluePoint6Y" fmla="*/ 144 h 0"/>
                <a:gd name="GluePoint7X" fmla="*/ 0 w 0"/>
                <a:gd name="GluePoint7Y" fmla="*/ 169 h 0"/>
                <a:gd name="GluePoint8X" fmla="*/ 2 w 0"/>
                <a:gd name="GluePoint8Y" fmla="*/ 195 h 0"/>
                <a:gd name="GluePoint9X" fmla="*/ 12 w 0"/>
                <a:gd name="GluePoint9Y" fmla="*/ 220 h 0"/>
                <a:gd name="GluePoint10X" fmla="*/ 24 w 0"/>
                <a:gd name="GluePoint10Y" fmla="*/ 243 h 0"/>
                <a:gd name="GluePoint11X" fmla="*/ 43 w 0"/>
                <a:gd name="GluePoint11Y" fmla="*/ 264 h 0"/>
                <a:gd name="GluePoint12X" fmla="*/ 66 w 0"/>
                <a:gd name="GluePoint12Y" fmla="*/ 286 h 0"/>
                <a:gd name="GluePoint13X" fmla="*/ 98 w 0"/>
                <a:gd name="GluePoint13Y" fmla="*/ 307 h 0"/>
                <a:gd name="GluePoint14X" fmla="*/ 131 w 0"/>
                <a:gd name="GluePoint14Y" fmla="*/ 327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Lst>
              <a:rect l="textAreaLeft" t="textAreaTop" r="textAreaRight" b="textAreaBottom"/>
              <a:pathLst>
                <a:path w="131" h="327">
                  <a:moveTo>
                    <a:pt x="94" y="0"/>
                  </a:moveTo>
                  <a:lnTo>
                    <a:pt x="64" y="31"/>
                  </a:lnTo>
                  <a:lnTo>
                    <a:pt x="41" y="61"/>
                  </a:lnTo>
                  <a:lnTo>
                    <a:pt x="24" y="90"/>
                  </a:lnTo>
                  <a:lnTo>
                    <a:pt x="10" y="117"/>
                  </a:lnTo>
                  <a:lnTo>
                    <a:pt x="2" y="144"/>
                  </a:lnTo>
                  <a:lnTo>
                    <a:pt x="0" y="169"/>
                  </a:lnTo>
                  <a:lnTo>
                    <a:pt x="2" y="195"/>
                  </a:lnTo>
                  <a:lnTo>
                    <a:pt x="12" y="220"/>
                  </a:lnTo>
                  <a:lnTo>
                    <a:pt x="24" y="243"/>
                  </a:lnTo>
                  <a:lnTo>
                    <a:pt x="43" y="264"/>
                  </a:lnTo>
                  <a:lnTo>
                    <a:pt x="66" y="286"/>
                  </a:lnTo>
                  <a:lnTo>
                    <a:pt x="98" y="307"/>
                  </a:lnTo>
                  <a:lnTo>
                    <a:pt x="131" y="327"/>
                  </a:lnTo>
                </a:path>
              </a:pathLst>
            </a:custGeom>
            <a:noFill/>
            <a:ln w="12700">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75" name="Freeform 36"/>
            <p:cNvSpPr/>
            <p:nvPr/>
          </p:nvSpPr>
          <p:spPr>
            <a:xfrm>
              <a:off x="7989480" y="4121280"/>
              <a:ext cx="110880" cy="88560"/>
            </a:xfrm>
            <a:custGeom>
              <a:avLst/>
              <a:gdLst>
                <a:gd name="textAreaLeft" fmla="*/ 0 w 110880"/>
                <a:gd name="textAreaRight" fmla="*/ 111240 w 110880"/>
                <a:gd name="textAreaTop" fmla="*/ 0 h 88560"/>
                <a:gd name="textAreaBottom" fmla="*/ 88920 h 88560"/>
                <a:gd name="GluePoint1X" fmla="*/ 25 w 0"/>
                <a:gd name="GluePoint1Y" fmla="*/ 0 h 0"/>
                <a:gd name="GluePoint2X" fmla="*/ 70 w 0"/>
                <a:gd name="GluePoint2Y" fmla="*/ 54 h 0"/>
                <a:gd name="GluePoint3X" fmla="*/ 0 w 0"/>
                <a:gd name="GluePoint3Y" fmla="*/ 56 h 0"/>
                <a:gd name="GluePoint4X" fmla="*/ 25 w 0"/>
                <a:gd name="GluePoint4Y" fmla="*/ 0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70" h="56">
                  <a:moveTo>
                    <a:pt x="25" y="0"/>
                  </a:moveTo>
                  <a:lnTo>
                    <a:pt x="70" y="54"/>
                  </a:lnTo>
                  <a:lnTo>
                    <a:pt x="0" y="56"/>
                  </a:lnTo>
                  <a:lnTo>
                    <a:pt x="25" y="0"/>
                  </a:lnTo>
                  <a:close/>
                </a:path>
              </a:pathLst>
            </a:custGeom>
            <a:solidFill>
              <a:srgbClr val="000000"/>
            </a:solidFill>
            <a:ln w="9525">
              <a:noFill/>
            </a:ln>
          </p:spPr>
          <p:style>
            <a:lnRef idx="0"/>
            <a:fillRef idx="0"/>
            <a:effectRef idx="0"/>
            <a:fontRef idx="minor"/>
          </p:style>
          <p:txBody>
            <a:bodyPr lIns="90000" tIns="43920" rIns="90000" bIns="43920" anchor="t">
              <a:noAutofit/>
            </a:bodyPr>
            <a:p>
              <a:endParaRPr lang="es-ES" sz="1800" b="0" u="none" strike="noStrike">
                <a:solidFill>
                  <a:schemeClr val="lt1"/>
                </a:solidFill>
                <a:effectLst/>
                <a:uFillTx/>
                <a:latin typeface="Century Gothic"/>
              </a:endParaRPr>
            </a:p>
          </p:txBody>
        </p:sp>
        <p:sp>
          <p:nvSpPr>
            <p:cNvPr id="176" name="Freeform 37"/>
            <p:cNvSpPr/>
            <p:nvPr/>
          </p:nvSpPr>
          <p:spPr>
            <a:xfrm>
              <a:off x="7952760" y="4206960"/>
              <a:ext cx="205920" cy="517320"/>
            </a:xfrm>
            <a:custGeom>
              <a:avLst/>
              <a:gdLst>
                <a:gd name="textAreaLeft" fmla="*/ 0 w 205920"/>
                <a:gd name="textAreaRight" fmla="*/ 206280 w 205920"/>
                <a:gd name="textAreaTop" fmla="*/ 0 h 517320"/>
                <a:gd name="textAreaBottom" fmla="*/ 517680 h 517320"/>
                <a:gd name="GluePoint1X" fmla="*/ 93 w 0"/>
                <a:gd name="GluePoint1Y" fmla="*/ 0 h 0"/>
                <a:gd name="GluePoint2X" fmla="*/ 64 w 0"/>
                <a:gd name="GluePoint2Y" fmla="*/ 31 h 0"/>
                <a:gd name="GluePoint3X" fmla="*/ 41 w 0"/>
                <a:gd name="GluePoint3Y" fmla="*/ 60 h 0"/>
                <a:gd name="GluePoint4X" fmla="*/ 23 w 0"/>
                <a:gd name="GluePoint4Y" fmla="*/ 89 h 0"/>
                <a:gd name="GluePoint5X" fmla="*/ 10 w 0"/>
                <a:gd name="GluePoint5Y" fmla="*/ 116 h 0"/>
                <a:gd name="GluePoint6X" fmla="*/ 2 w 0"/>
                <a:gd name="GluePoint6Y" fmla="*/ 144 h 0"/>
                <a:gd name="GluePoint7X" fmla="*/ 0 w 0"/>
                <a:gd name="GluePoint7Y" fmla="*/ 169 h 0"/>
                <a:gd name="GluePoint8X" fmla="*/ 2 w 0"/>
                <a:gd name="GluePoint8Y" fmla="*/ 194 h 0"/>
                <a:gd name="GluePoint9X" fmla="*/ 11 w 0"/>
                <a:gd name="GluePoint9Y" fmla="*/ 219 h 0"/>
                <a:gd name="GluePoint10X" fmla="*/ 23 w 0"/>
                <a:gd name="GluePoint10Y" fmla="*/ 243 h 0"/>
                <a:gd name="GluePoint11X" fmla="*/ 43 w 0"/>
                <a:gd name="GluePoint11Y" fmla="*/ 264 h 0"/>
                <a:gd name="GluePoint12X" fmla="*/ 66 w 0"/>
                <a:gd name="GluePoint12Y" fmla="*/ 285 h 0"/>
                <a:gd name="GluePoint13X" fmla="*/ 97 w 0"/>
                <a:gd name="GluePoint13Y" fmla="*/ 307 h 0"/>
                <a:gd name="GluePoint14X" fmla="*/ 130 w 0"/>
                <a:gd name="GluePoint14Y" fmla="*/ 326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Lst>
              <a:rect l="textAreaLeft" t="textAreaTop" r="textAreaRight" b="textAreaBottom"/>
              <a:pathLst>
                <a:path w="130" h="326">
                  <a:moveTo>
                    <a:pt x="93" y="0"/>
                  </a:moveTo>
                  <a:lnTo>
                    <a:pt x="64" y="31"/>
                  </a:lnTo>
                  <a:lnTo>
                    <a:pt x="41" y="60"/>
                  </a:lnTo>
                  <a:lnTo>
                    <a:pt x="23" y="89"/>
                  </a:lnTo>
                  <a:lnTo>
                    <a:pt x="10" y="116"/>
                  </a:lnTo>
                  <a:lnTo>
                    <a:pt x="2" y="144"/>
                  </a:lnTo>
                  <a:lnTo>
                    <a:pt x="0" y="169"/>
                  </a:lnTo>
                  <a:lnTo>
                    <a:pt x="2" y="194"/>
                  </a:lnTo>
                  <a:lnTo>
                    <a:pt x="11" y="219"/>
                  </a:lnTo>
                  <a:lnTo>
                    <a:pt x="23" y="243"/>
                  </a:lnTo>
                  <a:lnTo>
                    <a:pt x="43" y="264"/>
                  </a:lnTo>
                  <a:lnTo>
                    <a:pt x="66" y="285"/>
                  </a:lnTo>
                  <a:lnTo>
                    <a:pt x="97" y="307"/>
                  </a:lnTo>
                  <a:lnTo>
                    <a:pt x="130" y="326"/>
                  </a:lnTo>
                </a:path>
              </a:pathLst>
            </a:custGeom>
            <a:noFill/>
            <a:ln w="12700">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77" name="Freeform 38"/>
            <p:cNvSpPr/>
            <p:nvPr/>
          </p:nvSpPr>
          <p:spPr>
            <a:xfrm>
              <a:off x="8129160" y="4675320"/>
              <a:ext cx="109080" cy="88560"/>
            </a:xfrm>
            <a:custGeom>
              <a:avLst/>
              <a:gdLst>
                <a:gd name="textAreaLeft" fmla="*/ 0 w 109080"/>
                <a:gd name="textAreaRight" fmla="*/ 109440 w 109080"/>
                <a:gd name="textAreaTop" fmla="*/ 0 h 88560"/>
                <a:gd name="textAreaBottom" fmla="*/ 88920 h 88560"/>
                <a:gd name="GluePoint1X" fmla="*/ 25 w 0"/>
                <a:gd name="GluePoint1Y" fmla="*/ 0 h 0"/>
                <a:gd name="GluePoint2X" fmla="*/ 69 w 0"/>
                <a:gd name="GluePoint2Y" fmla="*/ 55 h 0"/>
                <a:gd name="GluePoint3X" fmla="*/ 0 w 0"/>
                <a:gd name="GluePoint3Y" fmla="*/ 56 h 0"/>
                <a:gd name="GluePoint4X" fmla="*/ 25 w 0"/>
                <a:gd name="GluePoint4Y" fmla="*/ 0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69" h="56">
                  <a:moveTo>
                    <a:pt x="25" y="0"/>
                  </a:moveTo>
                  <a:lnTo>
                    <a:pt x="69" y="55"/>
                  </a:lnTo>
                  <a:lnTo>
                    <a:pt x="0" y="56"/>
                  </a:lnTo>
                  <a:lnTo>
                    <a:pt x="25" y="0"/>
                  </a:lnTo>
                  <a:close/>
                </a:path>
              </a:pathLst>
            </a:custGeom>
            <a:solidFill>
              <a:srgbClr val="000000"/>
            </a:solidFill>
            <a:ln w="9525">
              <a:noFill/>
            </a:ln>
          </p:spPr>
          <p:style>
            <a:lnRef idx="0"/>
            <a:fillRef idx="0"/>
            <a:effectRef idx="0"/>
            <a:fontRef idx="minor"/>
          </p:style>
          <p:txBody>
            <a:bodyPr lIns="90000" tIns="43920" rIns="90000" bIns="43920" anchor="t">
              <a:noAutofit/>
            </a:bodyPr>
            <a:p>
              <a:endParaRPr lang="es-ES" sz="1800" b="0" u="none" strike="noStrike">
                <a:solidFill>
                  <a:schemeClr val="lt1"/>
                </a:solidFill>
                <a:effectLst/>
                <a:uFillTx/>
                <a:latin typeface="Century Gothic"/>
              </a:endParaRPr>
            </a:p>
          </p:txBody>
        </p:sp>
        <p:sp>
          <p:nvSpPr>
            <p:cNvPr id="178" name="Freeform 39"/>
            <p:cNvSpPr/>
            <p:nvPr/>
          </p:nvSpPr>
          <p:spPr>
            <a:xfrm>
              <a:off x="8091000" y="4762440"/>
              <a:ext cx="205920" cy="517320"/>
            </a:xfrm>
            <a:custGeom>
              <a:avLst/>
              <a:gdLst>
                <a:gd name="textAreaLeft" fmla="*/ 0 w 205920"/>
                <a:gd name="textAreaRight" fmla="*/ 206280 w 205920"/>
                <a:gd name="textAreaTop" fmla="*/ 0 h 517320"/>
                <a:gd name="textAreaBottom" fmla="*/ 517680 h 517320"/>
                <a:gd name="GluePoint1X" fmla="*/ 93 w 0"/>
                <a:gd name="GluePoint1Y" fmla="*/ 0 h 0"/>
                <a:gd name="GluePoint2X" fmla="*/ 64 w 0"/>
                <a:gd name="GluePoint2Y" fmla="*/ 31 h 0"/>
                <a:gd name="GluePoint3X" fmla="*/ 41 w 0"/>
                <a:gd name="GluePoint3Y" fmla="*/ 60 h 0"/>
                <a:gd name="GluePoint4X" fmla="*/ 24 w 0"/>
                <a:gd name="GluePoint4Y" fmla="*/ 89 h 0"/>
                <a:gd name="GluePoint5X" fmla="*/ 10 w 0"/>
                <a:gd name="GluePoint5Y" fmla="*/ 116 h 0"/>
                <a:gd name="GluePoint6X" fmla="*/ 2 w 0"/>
                <a:gd name="GluePoint6Y" fmla="*/ 143 h 0"/>
                <a:gd name="GluePoint7X" fmla="*/ 0 w 0"/>
                <a:gd name="GluePoint7Y" fmla="*/ 169 h 0"/>
                <a:gd name="GluePoint8X" fmla="*/ 2 w 0"/>
                <a:gd name="GluePoint8Y" fmla="*/ 194 h 0"/>
                <a:gd name="GluePoint9X" fmla="*/ 12 w 0"/>
                <a:gd name="GluePoint9Y" fmla="*/ 219 h 0"/>
                <a:gd name="GluePoint10X" fmla="*/ 24 w 0"/>
                <a:gd name="GluePoint10Y" fmla="*/ 242 h 0"/>
                <a:gd name="GluePoint11X" fmla="*/ 43 w 0"/>
                <a:gd name="GluePoint11Y" fmla="*/ 264 h 0"/>
                <a:gd name="GluePoint12X" fmla="*/ 66 w 0"/>
                <a:gd name="GluePoint12Y" fmla="*/ 285 h 0"/>
                <a:gd name="GluePoint13X" fmla="*/ 97 w 0"/>
                <a:gd name="GluePoint13Y" fmla="*/ 306 h 0"/>
                <a:gd name="GluePoint14X" fmla="*/ 130 w 0"/>
                <a:gd name="GluePoint14Y" fmla="*/ 326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Lst>
              <a:rect l="textAreaLeft" t="textAreaTop" r="textAreaRight" b="textAreaBottom"/>
              <a:pathLst>
                <a:path w="130" h="326">
                  <a:moveTo>
                    <a:pt x="93" y="0"/>
                  </a:moveTo>
                  <a:lnTo>
                    <a:pt x="64" y="31"/>
                  </a:lnTo>
                  <a:lnTo>
                    <a:pt x="41" y="60"/>
                  </a:lnTo>
                  <a:lnTo>
                    <a:pt x="24" y="89"/>
                  </a:lnTo>
                  <a:lnTo>
                    <a:pt x="10" y="116"/>
                  </a:lnTo>
                  <a:lnTo>
                    <a:pt x="2" y="143"/>
                  </a:lnTo>
                  <a:lnTo>
                    <a:pt x="0" y="169"/>
                  </a:lnTo>
                  <a:lnTo>
                    <a:pt x="2" y="194"/>
                  </a:lnTo>
                  <a:lnTo>
                    <a:pt x="12" y="219"/>
                  </a:lnTo>
                  <a:lnTo>
                    <a:pt x="24" y="242"/>
                  </a:lnTo>
                  <a:lnTo>
                    <a:pt x="43" y="264"/>
                  </a:lnTo>
                  <a:lnTo>
                    <a:pt x="66" y="285"/>
                  </a:lnTo>
                  <a:lnTo>
                    <a:pt x="97" y="306"/>
                  </a:lnTo>
                  <a:lnTo>
                    <a:pt x="130" y="326"/>
                  </a:lnTo>
                </a:path>
              </a:pathLst>
            </a:custGeom>
            <a:noFill/>
            <a:ln w="12700">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79" name="Freeform 40"/>
            <p:cNvSpPr/>
            <p:nvPr/>
          </p:nvSpPr>
          <p:spPr>
            <a:xfrm>
              <a:off x="8267400" y="5230800"/>
              <a:ext cx="110880" cy="88560"/>
            </a:xfrm>
            <a:custGeom>
              <a:avLst/>
              <a:gdLst>
                <a:gd name="textAreaLeft" fmla="*/ 0 w 110880"/>
                <a:gd name="textAreaRight" fmla="*/ 111240 w 110880"/>
                <a:gd name="textAreaTop" fmla="*/ 0 h 88560"/>
                <a:gd name="textAreaBottom" fmla="*/ 88920 h 88560"/>
                <a:gd name="GluePoint1X" fmla="*/ 25 w 0"/>
                <a:gd name="GluePoint1Y" fmla="*/ 0 h 0"/>
                <a:gd name="GluePoint2X" fmla="*/ 70 w 0"/>
                <a:gd name="GluePoint2Y" fmla="*/ 54 h 0"/>
                <a:gd name="GluePoint3X" fmla="*/ 0 w 0"/>
                <a:gd name="GluePoint3Y" fmla="*/ 56 h 0"/>
                <a:gd name="GluePoint4X" fmla="*/ 25 w 0"/>
                <a:gd name="GluePoint4Y" fmla="*/ 0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70" h="56">
                  <a:moveTo>
                    <a:pt x="25" y="0"/>
                  </a:moveTo>
                  <a:lnTo>
                    <a:pt x="70" y="54"/>
                  </a:lnTo>
                  <a:lnTo>
                    <a:pt x="0" y="56"/>
                  </a:lnTo>
                  <a:lnTo>
                    <a:pt x="25" y="0"/>
                  </a:lnTo>
                  <a:close/>
                </a:path>
              </a:pathLst>
            </a:custGeom>
            <a:solidFill>
              <a:srgbClr val="000000"/>
            </a:solidFill>
            <a:ln w="9525">
              <a:noFill/>
            </a:ln>
          </p:spPr>
          <p:style>
            <a:lnRef idx="0"/>
            <a:fillRef idx="0"/>
            <a:effectRef idx="0"/>
            <a:fontRef idx="minor"/>
          </p:style>
          <p:txBody>
            <a:bodyPr lIns="90000" tIns="43920" rIns="90000" bIns="43920" anchor="t">
              <a:noAutofit/>
            </a:bodyPr>
            <a:p>
              <a:endParaRPr lang="es-ES" sz="1800" b="0" u="none" strike="noStrike">
                <a:solidFill>
                  <a:schemeClr val="lt1"/>
                </a:solidFill>
                <a:effectLst/>
                <a:uFillTx/>
                <a:latin typeface="Century Gothic"/>
              </a:endParaRPr>
            </a:p>
          </p:txBody>
        </p:sp>
        <p:sp>
          <p:nvSpPr>
            <p:cNvPr id="180" name="Freeform 41"/>
            <p:cNvSpPr/>
            <p:nvPr/>
          </p:nvSpPr>
          <p:spPr>
            <a:xfrm>
              <a:off x="9068760" y="5523120"/>
              <a:ext cx="339480" cy="418680"/>
            </a:xfrm>
            <a:custGeom>
              <a:avLst/>
              <a:gdLst>
                <a:gd name="textAreaLeft" fmla="*/ 0 w 339480"/>
                <a:gd name="textAreaRight" fmla="*/ 339840 w 339480"/>
                <a:gd name="textAreaTop" fmla="*/ 0 h 418680"/>
                <a:gd name="textAreaBottom" fmla="*/ 419040 h 418680"/>
                <a:gd name="GluePoint1X" fmla="*/ 2 w 0"/>
                <a:gd name="GluePoint1Y" fmla="*/ 0 h 0"/>
                <a:gd name="GluePoint2X" fmla="*/ 0 w 0"/>
                <a:gd name="GluePoint2Y" fmla="*/ 41 h 0"/>
                <a:gd name="GluePoint3X" fmla="*/ 2 w 0"/>
                <a:gd name="GluePoint3Y" fmla="*/ 78 h 0"/>
                <a:gd name="GluePoint4X" fmla="*/ 6 w 0"/>
                <a:gd name="GluePoint4Y" fmla="*/ 113 h 0"/>
                <a:gd name="GluePoint5X" fmla="*/ 16 w 0"/>
                <a:gd name="GluePoint5Y" fmla="*/ 142 h 0"/>
                <a:gd name="GluePoint6X" fmla="*/ 27 w 0"/>
                <a:gd name="GluePoint6Y" fmla="*/ 169 h 0"/>
                <a:gd name="GluePoint7X" fmla="*/ 43 w 0"/>
                <a:gd name="GluePoint7Y" fmla="*/ 193 h 0"/>
                <a:gd name="GluePoint8X" fmla="*/ 62 w 0"/>
                <a:gd name="GluePoint8Y" fmla="*/ 214 h 0"/>
                <a:gd name="GluePoint9X" fmla="*/ 86 w 0"/>
                <a:gd name="GluePoint9Y" fmla="*/ 229 h 0"/>
                <a:gd name="GluePoint10X" fmla="*/ 113 w 0"/>
                <a:gd name="GluePoint10Y" fmla="*/ 243 h 0"/>
                <a:gd name="GluePoint11X" fmla="*/ 144 w 0"/>
                <a:gd name="GluePoint11Y" fmla="*/ 253 h 0"/>
                <a:gd name="GluePoint12X" fmla="*/ 177 w 0"/>
                <a:gd name="GluePoint12Y" fmla="*/ 261 h 0"/>
                <a:gd name="GluePoint13X" fmla="*/ 214 w 0"/>
                <a:gd name="GluePoint13Y" fmla="*/ 264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214" h="264">
                  <a:moveTo>
                    <a:pt x="2" y="0"/>
                  </a:moveTo>
                  <a:lnTo>
                    <a:pt x="0" y="41"/>
                  </a:lnTo>
                  <a:lnTo>
                    <a:pt x="2" y="78"/>
                  </a:lnTo>
                  <a:lnTo>
                    <a:pt x="6" y="113"/>
                  </a:lnTo>
                  <a:lnTo>
                    <a:pt x="16" y="142"/>
                  </a:lnTo>
                  <a:lnTo>
                    <a:pt x="27" y="169"/>
                  </a:lnTo>
                  <a:lnTo>
                    <a:pt x="43" y="193"/>
                  </a:lnTo>
                  <a:lnTo>
                    <a:pt x="62" y="214"/>
                  </a:lnTo>
                  <a:lnTo>
                    <a:pt x="86" y="229"/>
                  </a:lnTo>
                  <a:lnTo>
                    <a:pt x="113" y="243"/>
                  </a:lnTo>
                  <a:lnTo>
                    <a:pt x="144" y="253"/>
                  </a:lnTo>
                  <a:lnTo>
                    <a:pt x="177" y="261"/>
                  </a:lnTo>
                  <a:lnTo>
                    <a:pt x="214" y="264"/>
                  </a:lnTo>
                </a:path>
              </a:pathLst>
            </a:custGeom>
            <a:noFill/>
            <a:ln w="12700">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81" name="Freeform 42"/>
            <p:cNvSpPr/>
            <p:nvPr/>
          </p:nvSpPr>
          <p:spPr>
            <a:xfrm>
              <a:off x="9396000" y="5889600"/>
              <a:ext cx="101160" cy="101160"/>
            </a:xfrm>
            <a:custGeom>
              <a:avLst/>
              <a:gdLst>
                <a:gd name="textAreaLeft" fmla="*/ 0 w 101160"/>
                <a:gd name="textAreaRight" fmla="*/ 101520 w 101160"/>
                <a:gd name="textAreaTop" fmla="*/ 0 h 101160"/>
                <a:gd name="textAreaBottom" fmla="*/ 101520 h 101160"/>
                <a:gd name="GluePoint1X" fmla="*/ 0 w 0"/>
                <a:gd name="GluePoint1Y" fmla="*/ 0 h 0"/>
                <a:gd name="GluePoint2X" fmla="*/ 64 w 0"/>
                <a:gd name="GluePoint2Y" fmla="*/ 31 h 0"/>
                <a:gd name="GluePoint3X" fmla="*/ 2 w 0"/>
                <a:gd name="GluePoint3Y" fmla="*/ 64 h 0"/>
                <a:gd name="GluePoint4X" fmla="*/ 0 w 0"/>
                <a:gd name="GluePoint4Y" fmla="*/ 0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64" h="64">
                  <a:moveTo>
                    <a:pt x="0" y="0"/>
                  </a:moveTo>
                  <a:lnTo>
                    <a:pt x="64" y="31"/>
                  </a:lnTo>
                  <a:lnTo>
                    <a:pt x="2" y="64"/>
                  </a:lnTo>
                  <a:lnTo>
                    <a:pt x="0" y="0"/>
                  </a:lnTo>
                  <a:close/>
                </a:path>
              </a:pathLst>
            </a:custGeom>
            <a:solidFill>
              <a:srgbClr val="000000"/>
            </a:solidFill>
            <a:ln w="9525">
              <a:noFill/>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gr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2"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CL" sz="2100" b="0" u="none" strike="noStrike">
                <a:solidFill>
                  <a:srgbClr val="002060"/>
                </a:solidFill>
                <a:effectLst/>
                <a:uFillTx/>
                <a:latin typeface="Century Gothic"/>
              </a:rPr>
              <a:t>Modelo en Cascada</a:t>
            </a:r>
            <a:endParaRPr lang="es-PY" sz="2100" b="0" u="none" strike="noStrike">
              <a:solidFill>
                <a:srgbClr val="002060"/>
              </a:solidFill>
              <a:effectLst/>
              <a:uFillTx/>
              <a:latin typeface="Century Gothic"/>
            </a:endParaRPr>
          </a:p>
        </p:txBody>
      </p:sp>
      <p:sp>
        <p:nvSpPr>
          <p:cNvPr id="183" name="Rectangle 2"/>
          <p:cNvSpPr/>
          <p:nvPr/>
        </p:nvSpPr>
        <p:spPr>
          <a:xfrm>
            <a:off x="509760" y="2144880"/>
            <a:ext cx="2733480" cy="366480"/>
          </a:xfrm>
          <a:prstGeom prst="rect">
            <a:avLst/>
          </a:prstGeom>
          <a:noFill/>
          <a:ln w="9525">
            <a:noFill/>
          </a:ln>
        </p:spPr>
        <p:style>
          <a:lnRef idx="0"/>
          <a:fillRef idx="0"/>
          <a:effectRef idx="0"/>
          <a:fontRef idx="minor"/>
        </p:style>
        <p:txBody>
          <a:bodyPr numCol="1" spcCol="0" lIns="90360" tIns="44280" rIns="90360" bIns="44280" anchor="t">
            <a:spAutoFit/>
          </a:bodyPr>
          <a:p>
            <a:pPr algn="just" defTabSz="914400">
              <a:lnSpc>
                <a:spcPct val="100000"/>
              </a:lnSpc>
              <a:spcBef>
                <a:spcPts val="360"/>
              </a:spcBef>
              <a:tabLst>
                <a:tab pos="0" algn="l"/>
              </a:tabLst>
            </a:pPr>
            <a:r>
              <a:rPr lang="es-CL" sz="1800" b="0" u="none" strike="noStrike">
                <a:solidFill>
                  <a:srgbClr val="002060"/>
                </a:solidFill>
                <a:effectLst/>
                <a:uFillTx/>
                <a:latin typeface="Century Gothic"/>
              </a:rPr>
              <a:t>En la práctica…</a:t>
            </a:r>
            <a:endParaRPr lang="es-PY" sz="1800" b="0" u="none" strike="noStrike">
              <a:solidFill>
                <a:srgbClr val="000000"/>
              </a:solidFill>
              <a:effectLst/>
              <a:uFillTx/>
              <a:latin typeface="Arial"/>
            </a:endParaRPr>
          </a:p>
        </p:txBody>
      </p:sp>
      <p:sp>
        <p:nvSpPr>
          <p:cNvPr id="184" name="AutoShape 3"/>
          <p:cNvSpPr/>
          <p:nvPr/>
        </p:nvSpPr>
        <p:spPr>
          <a:xfrm>
            <a:off x="5075640" y="1796040"/>
            <a:ext cx="6248160" cy="4330440"/>
          </a:xfrm>
          <a:prstGeom prst="rect">
            <a:avLst/>
          </a:prstGeom>
          <a:noFill/>
          <a:ln w="9525">
            <a:noFill/>
          </a:ln>
        </p:spPr>
        <p:style>
          <a:lnRef idx="0"/>
          <a:fillRef idx="0"/>
          <a:effectRef idx="0"/>
          <a:fontRef idx="minor"/>
        </p:style>
        <p:txBody>
          <a:bodyPr lIns="90000" tIns="45000" rIns="90000" bIns="45000" anchor="t">
            <a:noAutofit/>
          </a:bodyPr>
          <a:p>
            <a:endParaRPr lang="es-ES" sz="1800" b="0" u="none" strike="noStrike">
              <a:solidFill>
                <a:srgbClr val="000000"/>
              </a:solidFill>
              <a:effectLst/>
              <a:uFillTx/>
              <a:latin typeface="Century Gothic"/>
            </a:endParaRPr>
          </a:p>
        </p:txBody>
      </p:sp>
      <p:sp>
        <p:nvSpPr>
          <p:cNvPr id="185" name="Rectangle 4"/>
          <p:cNvSpPr/>
          <p:nvPr/>
        </p:nvSpPr>
        <p:spPr>
          <a:xfrm>
            <a:off x="7474320" y="1877040"/>
            <a:ext cx="1577520" cy="472680"/>
          </a:xfrm>
          <a:prstGeom prst="rect">
            <a:avLst/>
          </a:prstGeom>
          <a:solidFill>
            <a:srgbClr val="FFCC66"/>
          </a:solidFill>
          <a:ln w="14288">
            <a:solidFill>
              <a:srgbClr val="000000"/>
            </a:solidFill>
            <a:miter/>
          </a:ln>
        </p:spPr>
        <p:style>
          <a:lnRef idx="0"/>
          <a:fillRef idx="0"/>
          <a:effectRef idx="0"/>
          <a:fontRef idx="minor"/>
        </p:style>
        <p:txBody>
          <a:bodyPr lIns="90000" tIns="45000" rIns="90000" bIns="45000" anchor="t">
            <a:noAutofit/>
          </a:bodyPr>
          <a:p>
            <a:endParaRPr lang="es-ES" sz="1800" b="0" u="none" strike="noStrike">
              <a:solidFill>
                <a:srgbClr val="000000"/>
              </a:solidFill>
              <a:effectLst/>
              <a:uFillTx/>
              <a:latin typeface="Century Gothic"/>
            </a:endParaRPr>
          </a:p>
        </p:txBody>
      </p:sp>
      <p:sp>
        <p:nvSpPr>
          <p:cNvPr id="186" name="Rectangle 5"/>
          <p:cNvSpPr/>
          <p:nvPr/>
        </p:nvSpPr>
        <p:spPr>
          <a:xfrm>
            <a:off x="7807680" y="1908720"/>
            <a:ext cx="880560" cy="182520"/>
          </a:xfrm>
          <a:prstGeom prst="rect">
            <a:avLst/>
          </a:prstGeom>
          <a:noFill/>
          <a:ln w="9525">
            <a:noFill/>
          </a:ln>
        </p:spPr>
        <p:style>
          <a:lnRef idx="0"/>
          <a:fillRef idx="0"/>
          <a:effectRef idx="0"/>
          <a:fontRef idx="minor"/>
        </p:style>
        <p:txBody>
          <a:bodyPr wrap="none" lIns="0" tIns="0" rIns="0" bIns="0" anchor="t">
            <a:spAutoFit/>
          </a:bodyPr>
          <a:p>
            <a:pPr defTabSz="914400">
              <a:lnSpc>
                <a:spcPct val="100000"/>
              </a:lnSpc>
              <a:tabLst>
                <a:tab pos="0" algn="l"/>
              </a:tabLst>
            </a:pPr>
            <a:r>
              <a:rPr lang="es-ES" sz="1200" b="0" u="none" strike="noStrike">
                <a:solidFill>
                  <a:srgbClr val="000000"/>
                </a:solidFill>
                <a:effectLst/>
                <a:uFillTx/>
                <a:latin typeface="Tahoma"/>
              </a:rPr>
              <a:t>ANÁLISIS DE</a:t>
            </a:r>
            <a:endParaRPr lang="es-PY" sz="1200" b="0" u="none" strike="noStrike">
              <a:solidFill>
                <a:srgbClr val="000000"/>
              </a:solidFill>
              <a:effectLst/>
              <a:uFillTx/>
              <a:latin typeface="Arial"/>
            </a:endParaRPr>
          </a:p>
        </p:txBody>
      </p:sp>
      <p:sp>
        <p:nvSpPr>
          <p:cNvPr id="187" name="Rectangle 6"/>
          <p:cNvSpPr/>
          <p:nvPr/>
        </p:nvSpPr>
        <p:spPr>
          <a:xfrm>
            <a:off x="7602840" y="2099160"/>
            <a:ext cx="1269720" cy="182160"/>
          </a:xfrm>
          <a:prstGeom prst="rect">
            <a:avLst/>
          </a:prstGeom>
          <a:noFill/>
          <a:ln w="9525">
            <a:noFill/>
          </a:ln>
        </p:spPr>
        <p:style>
          <a:lnRef idx="0"/>
          <a:fillRef idx="0"/>
          <a:effectRef idx="0"/>
          <a:fontRef idx="minor"/>
        </p:style>
        <p:txBody>
          <a:bodyPr wrap="none" lIns="0" tIns="0" rIns="0" bIns="0" anchor="t">
            <a:spAutoFit/>
          </a:bodyPr>
          <a:p>
            <a:pPr defTabSz="914400">
              <a:lnSpc>
                <a:spcPct val="100000"/>
              </a:lnSpc>
              <a:tabLst>
                <a:tab pos="0" algn="l"/>
              </a:tabLst>
            </a:pPr>
            <a:r>
              <a:rPr lang="es-ES" sz="1200" b="0" u="none" strike="noStrike">
                <a:solidFill>
                  <a:srgbClr val="000000"/>
                </a:solidFill>
                <a:effectLst/>
                <a:uFillTx/>
                <a:latin typeface="Tahoma"/>
              </a:rPr>
              <a:t>REQUERIMIENTOS</a:t>
            </a:r>
            <a:endParaRPr lang="es-PY" sz="1200" b="0" u="none" strike="noStrike">
              <a:solidFill>
                <a:srgbClr val="000000"/>
              </a:solidFill>
              <a:effectLst/>
              <a:uFillTx/>
              <a:latin typeface="Arial"/>
            </a:endParaRPr>
          </a:p>
        </p:txBody>
      </p:sp>
      <p:sp>
        <p:nvSpPr>
          <p:cNvPr id="188" name="Rectangle 7"/>
          <p:cNvSpPr/>
          <p:nvPr/>
        </p:nvSpPr>
        <p:spPr>
          <a:xfrm>
            <a:off x="8895240" y="2824920"/>
            <a:ext cx="1577520" cy="472680"/>
          </a:xfrm>
          <a:prstGeom prst="rect">
            <a:avLst/>
          </a:prstGeom>
          <a:solidFill>
            <a:srgbClr val="FFCC66"/>
          </a:solidFill>
          <a:ln w="14288">
            <a:solidFill>
              <a:srgbClr val="000000"/>
            </a:solidFill>
            <a:miter/>
          </a:ln>
        </p:spPr>
        <p:style>
          <a:lnRef idx="0"/>
          <a:fillRef idx="0"/>
          <a:effectRef idx="0"/>
          <a:fontRef idx="minor"/>
        </p:style>
        <p:txBody>
          <a:bodyPr lIns="90000" tIns="45000" rIns="90000" bIns="45000" anchor="t">
            <a:noAutofit/>
          </a:bodyPr>
          <a:p>
            <a:endParaRPr lang="es-ES" sz="1800" b="0" u="none" strike="noStrike">
              <a:solidFill>
                <a:srgbClr val="000000"/>
              </a:solidFill>
              <a:effectLst/>
              <a:uFillTx/>
              <a:latin typeface="Century Gothic"/>
            </a:endParaRPr>
          </a:p>
        </p:txBody>
      </p:sp>
      <p:sp>
        <p:nvSpPr>
          <p:cNvPr id="189" name="Rectangle 8"/>
          <p:cNvSpPr/>
          <p:nvPr/>
        </p:nvSpPr>
        <p:spPr>
          <a:xfrm>
            <a:off x="9241200" y="2856600"/>
            <a:ext cx="852480" cy="182520"/>
          </a:xfrm>
          <a:prstGeom prst="rect">
            <a:avLst/>
          </a:prstGeom>
          <a:noFill/>
          <a:ln w="9525">
            <a:noFill/>
          </a:ln>
        </p:spPr>
        <p:style>
          <a:lnRef idx="0"/>
          <a:fillRef idx="0"/>
          <a:effectRef idx="0"/>
          <a:fontRef idx="minor"/>
        </p:style>
        <p:txBody>
          <a:bodyPr wrap="none" lIns="0" tIns="0" rIns="0" bIns="0" anchor="t">
            <a:spAutoFit/>
          </a:bodyPr>
          <a:p>
            <a:pPr defTabSz="914400">
              <a:lnSpc>
                <a:spcPct val="100000"/>
              </a:lnSpc>
              <a:tabLst>
                <a:tab pos="0" algn="l"/>
              </a:tabLst>
            </a:pPr>
            <a:r>
              <a:rPr lang="es-ES" sz="1200" b="0" u="none" strike="noStrike">
                <a:solidFill>
                  <a:srgbClr val="000000"/>
                </a:solidFill>
                <a:effectLst/>
                <a:uFillTx/>
                <a:latin typeface="Tahoma"/>
              </a:rPr>
              <a:t>DISEÑO DEL</a:t>
            </a:r>
            <a:endParaRPr lang="es-PY" sz="1200" b="0" u="none" strike="noStrike">
              <a:solidFill>
                <a:srgbClr val="000000"/>
              </a:solidFill>
              <a:effectLst/>
              <a:uFillTx/>
              <a:latin typeface="Arial"/>
            </a:endParaRPr>
          </a:p>
        </p:txBody>
      </p:sp>
      <p:sp>
        <p:nvSpPr>
          <p:cNvPr id="190" name="Rectangle 9"/>
          <p:cNvSpPr/>
          <p:nvPr/>
        </p:nvSpPr>
        <p:spPr>
          <a:xfrm>
            <a:off x="9368280" y="3047040"/>
            <a:ext cx="609120" cy="182160"/>
          </a:xfrm>
          <a:prstGeom prst="rect">
            <a:avLst/>
          </a:prstGeom>
          <a:noFill/>
          <a:ln w="9525">
            <a:noFill/>
          </a:ln>
        </p:spPr>
        <p:style>
          <a:lnRef idx="0"/>
          <a:fillRef idx="0"/>
          <a:effectRef idx="0"/>
          <a:fontRef idx="minor"/>
        </p:style>
        <p:txBody>
          <a:bodyPr wrap="none" lIns="0" tIns="0" rIns="0" bIns="0" anchor="t">
            <a:spAutoFit/>
          </a:bodyPr>
          <a:p>
            <a:pPr defTabSz="914400">
              <a:lnSpc>
                <a:spcPct val="100000"/>
              </a:lnSpc>
              <a:tabLst>
                <a:tab pos="0" algn="l"/>
              </a:tabLst>
            </a:pPr>
            <a:r>
              <a:rPr lang="es-ES" sz="1200" b="0" u="none" strike="noStrike">
                <a:solidFill>
                  <a:srgbClr val="000000"/>
                </a:solidFill>
                <a:effectLst/>
                <a:uFillTx/>
                <a:latin typeface="Tahoma"/>
              </a:rPr>
              <a:t>SISTEMA</a:t>
            </a:r>
            <a:endParaRPr lang="es-PY" sz="1200" b="0" u="none" strike="noStrike">
              <a:solidFill>
                <a:srgbClr val="000000"/>
              </a:solidFill>
              <a:effectLst/>
              <a:uFillTx/>
              <a:latin typeface="Arial"/>
            </a:endParaRPr>
          </a:p>
        </p:txBody>
      </p:sp>
      <p:sp>
        <p:nvSpPr>
          <p:cNvPr id="191" name="Rectangle 10"/>
          <p:cNvSpPr/>
          <p:nvPr/>
        </p:nvSpPr>
        <p:spPr>
          <a:xfrm>
            <a:off x="9368280" y="3772440"/>
            <a:ext cx="1577520" cy="475920"/>
          </a:xfrm>
          <a:prstGeom prst="rect">
            <a:avLst/>
          </a:prstGeom>
          <a:solidFill>
            <a:srgbClr val="FFCC66"/>
          </a:solidFill>
          <a:ln w="14288">
            <a:solidFill>
              <a:srgbClr val="000000"/>
            </a:solidFill>
            <a:miter/>
          </a:ln>
        </p:spPr>
        <p:style>
          <a:lnRef idx="0"/>
          <a:fillRef idx="0"/>
          <a:effectRef idx="0"/>
          <a:fontRef idx="minor"/>
        </p:style>
        <p:txBody>
          <a:bodyPr lIns="90000" tIns="45000" rIns="90000" bIns="45000" anchor="t">
            <a:noAutofit/>
          </a:bodyPr>
          <a:p>
            <a:endParaRPr lang="es-ES" sz="1800" b="0" u="none" strike="noStrike">
              <a:solidFill>
                <a:srgbClr val="000000"/>
              </a:solidFill>
              <a:effectLst/>
              <a:uFillTx/>
              <a:latin typeface="Century Gothic"/>
            </a:endParaRPr>
          </a:p>
        </p:txBody>
      </p:sp>
      <p:sp>
        <p:nvSpPr>
          <p:cNvPr id="192" name="Rectangle 11"/>
          <p:cNvSpPr/>
          <p:nvPr/>
        </p:nvSpPr>
        <p:spPr>
          <a:xfrm>
            <a:off x="9754200" y="3804120"/>
            <a:ext cx="775800" cy="182160"/>
          </a:xfrm>
          <a:prstGeom prst="rect">
            <a:avLst/>
          </a:prstGeom>
          <a:noFill/>
          <a:ln w="9525">
            <a:noFill/>
          </a:ln>
        </p:spPr>
        <p:style>
          <a:lnRef idx="0"/>
          <a:fillRef idx="0"/>
          <a:effectRef idx="0"/>
          <a:fontRef idx="minor"/>
        </p:style>
        <p:txBody>
          <a:bodyPr wrap="none" lIns="0" tIns="0" rIns="0" bIns="0" anchor="t">
            <a:spAutoFit/>
          </a:bodyPr>
          <a:p>
            <a:pPr defTabSz="914400">
              <a:lnSpc>
                <a:spcPct val="100000"/>
              </a:lnSpc>
              <a:tabLst>
                <a:tab pos="0" algn="l"/>
              </a:tabLst>
            </a:pPr>
            <a:r>
              <a:rPr lang="es-ES" sz="1200" b="0" u="none" strike="noStrike">
                <a:solidFill>
                  <a:srgbClr val="000000"/>
                </a:solidFill>
                <a:effectLst/>
                <a:uFillTx/>
                <a:latin typeface="Tahoma"/>
              </a:rPr>
              <a:t>DISEÑO DE</a:t>
            </a:r>
            <a:endParaRPr lang="es-PY" sz="1200" b="0" u="none" strike="noStrike">
              <a:solidFill>
                <a:srgbClr val="000000"/>
              </a:solidFill>
              <a:effectLst/>
              <a:uFillTx/>
              <a:latin typeface="Arial"/>
            </a:endParaRPr>
          </a:p>
        </p:txBody>
      </p:sp>
      <p:sp>
        <p:nvSpPr>
          <p:cNvPr id="193" name="Rectangle 12"/>
          <p:cNvSpPr/>
          <p:nvPr/>
        </p:nvSpPr>
        <p:spPr>
          <a:xfrm>
            <a:off x="9704880" y="3997800"/>
            <a:ext cx="869760" cy="182160"/>
          </a:xfrm>
          <a:prstGeom prst="rect">
            <a:avLst/>
          </a:prstGeom>
          <a:noFill/>
          <a:ln w="9525">
            <a:noFill/>
          </a:ln>
        </p:spPr>
        <p:style>
          <a:lnRef idx="0"/>
          <a:fillRef idx="0"/>
          <a:effectRef idx="0"/>
          <a:fontRef idx="minor"/>
        </p:style>
        <p:txBody>
          <a:bodyPr wrap="none" lIns="0" tIns="0" rIns="0" bIns="0" anchor="t">
            <a:spAutoFit/>
          </a:bodyPr>
          <a:p>
            <a:pPr defTabSz="914400">
              <a:lnSpc>
                <a:spcPct val="100000"/>
              </a:lnSpc>
              <a:tabLst>
                <a:tab pos="0" algn="l"/>
              </a:tabLst>
            </a:pPr>
            <a:r>
              <a:rPr lang="es-ES" sz="1200" b="0" u="none" strike="noStrike">
                <a:solidFill>
                  <a:srgbClr val="000000"/>
                </a:solidFill>
                <a:effectLst/>
                <a:uFillTx/>
                <a:latin typeface="Tahoma"/>
              </a:rPr>
              <a:t>PROGRAMAS</a:t>
            </a:r>
            <a:endParaRPr lang="es-PY" sz="1200" b="0" u="none" strike="noStrike">
              <a:solidFill>
                <a:srgbClr val="000000"/>
              </a:solidFill>
              <a:effectLst/>
              <a:uFillTx/>
              <a:latin typeface="Arial"/>
            </a:endParaRPr>
          </a:p>
        </p:txBody>
      </p:sp>
      <p:sp>
        <p:nvSpPr>
          <p:cNvPr id="194" name="Rectangle 13"/>
          <p:cNvSpPr/>
          <p:nvPr/>
        </p:nvSpPr>
        <p:spPr>
          <a:xfrm>
            <a:off x="8895240" y="4723560"/>
            <a:ext cx="1577520" cy="472680"/>
          </a:xfrm>
          <a:prstGeom prst="rect">
            <a:avLst/>
          </a:prstGeom>
          <a:solidFill>
            <a:srgbClr val="FFCC66"/>
          </a:solidFill>
          <a:ln w="14288">
            <a:solidFill>
              <a:srgbClr val="000000"/>
            </a:solidFill>
            <a:miter/>
          </a:ln>
        </p:spPr>
        <p:style>
          <a:lnRef idx="0"/>
          <a:fillRef idx="0"/>
          <a:effectRef idx="0"/>
          <a:fontRef idx="minor"/>
        </p:style>
        <p:txBody>
          <a:bodyPr lIns="90000" tIns="45000" rIns="90000" bIns="45000" anchor="t">
            <a:noAutofit/>
          </a:bodyPr>
          <a:p>
            <a:endParaRPr lang="es-ES" sz="1800" b="0" u="none" strike="noStrike">
              <a:solidFill>
                <a:srgbClr val="000000"/>
              </a:solidFill>
              <a:effectLst/>
              <a:uFillTx/>
              <a:latin typeface="Century Gothic"/>
            </a:endParaRPr>
          </a:p>
        </p:txBody>
      </p:sp>
      <p:sp>
        <p:nvSpPr>
          <p:cNvPr id="195" name="Rectangle 14"/>
          <p:cNvSpPr/>
          <p:nvPr/>
        </p:nvSpPr>
        <p:spPr>
          <a:xfrm>
            <a:off x="9144360" y="4850280"/>
            <a:ext cx="1039320" cy="182160"/>
          </a:xfrm>
          <a:prstGeom prst="rect">
            <a:avLst/>
          </a:prstGeom>
          <a:noFill/>
          <a:ln w="9525">
            <a:noFill/>
          </a:ln>
        </p:spPr>
        <p:style>
          <a:lnRef idx="0"/>
          <a:fillRef idx="0"/>
          <a:effectRef idx="0"/>
          <a:fontRef idx="minor"/>
        </p:style>
        <p:txBody>
          <a:bodyPr wrap="none" lIns="0" tIns="0" rIns="0" bIns="0" anchor="t">
            <a:spAutoFit/>
          </a:bodyPr>
          <a:p>
            <a:pPr defTabSz="914400">
              <a:lnSpc>
                <a:spcPct val="100000"/>
              </a:lnSpc>
              <a:tabLst>
                <a:tab pos="0" algn="l"/>
              </a:tabLst>
            </a:pPr>
            <a:r>
              <a:rPr lang="es-ES" sz="1200" b="0" u="none" strike="noStrike">
                <a:solidFill>
                  <a:srgbClr val="000000"/>
                </a:solidFill>
                <a:effectLst/>
                <a:uFillTx/>
                <a:latin typeface="Tahoma"/>
              </a:rPr>
              <a:t>CODIFICACIÓN</a:t>
            </a:r>
            <a:endParaRPr lang="es-PY" sz="1200" b="0" u="none" strike="noStrike">
              <a:solidFill>
                <a:srgbClr val="000000"/>
              </a:solidFill>
              <a:effectLst/>
              <a:uFillTx/>
              <a:latin typeface="Arial"/>
            </a:endParaRPr>
          </a:p>
        </p:txBody>
      </p:sp>
      <p:sp>
        <p:nvSpPr>
          <p:cNvPr id="196" name="Rectangle 15"/>
          <p:cNvSpPr/>
          <p:nvPr/>
        </p:nvSpPr>
        <p:spPr>
          <a:xfrm>
            <a:off x="7474320" y="5671080"/>
            <a:ext cx="1577520" cy="472680"/>
          </a:xfrm>
          <a:prstGeom prst="rect">
            <a:avLst/>
          </a:prstGeom>
          <a:solidFill>
            <a:srgbClr val="FFCC66"/>
          </a:solidFill>
          <a:ln w="14288">
            <a:solidFill>
              <a:srgbClr val="000000"/>
            </a:solidFill>
            <a:miter/>
          </a:ln>
        </p:spPr>
        <p:style>
          <a:lnRef idx="0"/>
          <a:fillRef idx="0"/>
          <a:effectRef idx="0"/>
          <a:fontRef idx="minor"/>
        </p:style>
        <p:txBody>
          <a:bodyPr lIns="90000" tIns="45000" rIns="90000" bIns="45000" anchor="t">
            <a:noAutofit/>
          </a:bodyPr>
          <a:p>
            <a:endParaRPr lang="es-ES" sz="1800" b="0" u="none" strike="noStrike">
              <a:solidFill>
                <a:srgbClr val="000000"/>
              </a:solidFill>
              <a:effectLst/>
              <a:uFillTx/>
              <a:latin typeface="Century Gothic"/>
            </a:endParaRPr>
          </a:p>
        </p:txBody>
      </p:sp>
      <p:sp>
        <p:nvSpPr>
          <p:cNvPr id="197" name="Rectangle 16"/>
          <p:cNvSpPr/>
          <p:nvPr/>
        </p:nvSpPr>
        <p:spPr>
          <a:xfrm>
            <a:off x="7561800" y="5703120"/>
            <a:ext cx="1355400" cy="182160"/>
          </a:xfrm>
          <a:prstGeom prst="rect">
            <a:avLst/>
          </a:prstGeom>
          <a:noFill/>
          <a:ln w="9525">
            <a:noFill/>
          </a:ln>
        </p:spPr>
        <p:style>
          <a:lnRef idx="0"/>
          <a:fillRef idx="0"/>
          <a:effectRef idx="0"/>
          <a:fontRef idx="minor"/>
        </p:style>
        <p:txBody>
          <a:bodyPr wrap="none" lIns="0" tIns="0" rIns="0" bIns="0" anchor="t">
            <a:spAutoFit/>
          </a:bodyPr>
          <a:p>
            <a:pPr defTabSz="914400">
              <a:lnSpc>
                <a:spcPct val="100000"/>
              </a:lnSpc>
              <a:tabLst>
                <a:tab pos="0" algn="l"/>
              </a:tabLst>
            </a:pPr>
            <a:r>
              <a:rPr lang="es-ES" sz="1200" b="0" u="none" strike="noStrike">
                <a:solidFill>
                  <a:srgbClr val="000000"/>
                </a:solidFill>
                <a:effectLst/>
                <a:uFillTx/>
                <a:latin typeface="Tahoma"/>
              </a:rPr>
              <a:t>TESTING UNITARIO</a:t>
            </a:r>
            <a:endParaRPr lang="es-PY" sz="1200" b="0" u="none" strike="noStrike">
              <a:solidFill>
                <a:srgbClr val="000000"/>
              </a:solidFill>
              <a:effectLst/>
              <a:uFillTx/>
              <a:latin typeface="Arial"/>
            </a:endParaRPr>
          </a:p>
        </p:txBody>
      </p:sp>
      <p:sp>
        <p:nvSpPr>
          <p:cNvPr id="198" name="Rectangle 17"/>
          <p:cNvSpPr/>
          <p:nvPr/>
        </p:nvSpPr>
        <p:spPr>
          <a:xfrm>
            <a:off x="7761600" y="5891760"/>
            <a:ext cx="966600" cy="182160"/>
          </a:xfrm>
          <a:prstGeom prst="rect">
            <a:avLst/>
          </a:prstGeom>
          <a:noFill/>
          <a:ln w="9525">
            <a:noFill/>
          </a:ln>
        </p:spPr>
        <p:style>
          <a:lnRef idx="0"/>
          <a:fillRef idx="0"/>
          <a:effectRef idx="0"/>
          <a:fontRef idx="minor"/>
        </p:style>
        <p:txBody>
          <a:bodyPr wrap="none" lIns="0" tIns="0" rIns="0" bIns="0" anchor="t">
            <a:spAutoFit/>
          </a:bodyPr>
          <a:p>
            <a:pPr defTabSz="914400">
              <a:lnSpc>
                <a:spcPct val="100000"/>
              </a:lnSpc>
              <a:tabLst>
                <a:tab pos="0" algn="l"/>
              </a:tabLst>
            </a:pPr>
            <a:r>
              <a:rPr lang="es-ES" sz="1200" b="0" u="none" strike="noStrike">
                <a:solidFill>
                  <a:srgbClr val="000000"/>
                </a:solidFill>
                <a:effectLst/>
                <a:uFillTx/>
                <a:latin typeface="Tahoma"/>
              </a:rPr>
              <a:t>E INTEGRADO</a:t>
            </a:r>
            <a:endParaRPr lang="es-PY" sz="1200" b="0" u="none" strike="noStrike">
              <a:solidFill>
                <a:srgbClr val="000000"/>
              </a:solidFill>
              <a:effectLst/>
              <a:uFillTx/>
              <a:latin typeface="Arial"/>
            </a:endParaRPr>
          </a:p>
        </p:txBody>
      </p:sp>
      <p:sp>
        <p:nvSpPr>
          <p:cNvPr id="199" name="Rectangle 18"/>
          <p:cNvSpPr/>
          <p:nvPr/>
        </p:nvSpPr>
        <p:spPr>
          <a:xfrm>
            <a:off x="6048720" y="4723560"/>
            <a:ext cx="1582200" cy="472680"/>
          </a:xfrm>
          <a:prstGeom prst="rect">
            <a:avLst/>
          </a:prstGeom>
          <a:solidFill>
            <a:srgbClr val="FFCC66"/>
          </a:solidFill>
          <a:ln w="14288">
            <a:solidFill>
              <a:srgbClr val="000000"/>
            </a:solidFill>
            <a:miter/>
          </a:ln>
        </p:spPr>
        <p:style>
          <a:lnRef idx="0"/>
          <a:fillRef idx="0"/>
          <a:effectRef idx="0"/>
          <a:fontRef idx="minor"/>
        </p:style>
        <p:txBody>
          <a:bodyPr lIns="90000" tIns="45000" rIns="90000" bIns="45000" anchor="t">
            <a:noAutofit/>
          </a:bodyPr>
          <a:p>
            <a:endParaRPr lang="es-ES" sz="1800" b="0" u="none" strike="noStrike">
              <a:solidFill>
                <a:srgbClr val="000000"/>
              </a:solidFill>
              <a:effectLst/>
              <a:uFillTx/>
              <a:latin typeface="Century Gothic"/>
            </a:endParaRPr>
          </a:p>
        </p:txBody>
      </p:sp>
      <p:sp>
        <p:nvSpPr>
          <p:cNvPr id="200" name="Rectangle 19"/>
          <p:cNvSpPr/>
          <p:nvPr/>
        </p:nvSpPr>
        <p:spPr>
          <a:xfrm>
            <a:off x="6364800" y="4755240"/>
            <a:ext cx="920880" cy="182520"/>
          </a:xfrm>
          <a:prstGeom prst="rect">
            <a:avLst/>
          </a:prstGeom>
          <a:noFill/>
          <a:ln w="9525">
            <a:noFill/>
          </a:ln>
        </p:spPr>
        <p:style>
          <a:lnRef idx="0"/>
          <a:fillRef idx="0"/>
          <a:effectRef idx="0"/>
          <a:fontRef idx="minor"/>
        </p:style>
        <p:txBody>
          <a:bodyPr wrap="none" lIns="0" tIns="0" rIns="0" bIns="0" anchor="t">
            <a:spAutoFit/>
          </a:bodyPr>
          <a:p>
            <a:pPr defTabSz="914400">
              <a:lnSpc>
                <a:spcPct val="100000"/>
              </a:lnSpc>
              <a:tabLst>
                <a:tab pos="0" algn="l"/>
              </a:tabLst>
            </a:pPr>
            <a:r>
              <a:rPr lang="es-ES" sz="1200" b="0" u="none" strike="noStrike">
                <a:solidFill>
                  <a:srgbClr val="000000"/>
                </a:solidFill>
                <a:effectLst/>
                <a:uFillTx/>
                <a:latin typeface="Tahoma"/>
              </a:rPr>
              <a:t>TESTING DEL</a:t>
            </a:r>
            <a:endParaRPr lang="es-PY" sz="1200" b="0" u="none" strike="noStrike">
              <a:solidFill>
                <a:srgbClr val="000000"/>
              </a:solidFill>
              <a:effectLst/>
              <a:uFillTx/>
              <a:latin typeface="Arial"/>
            </a:endParaRPr>
          </a:p>
        </p:txBody>
      </p:sp>
      <p:sp>
        <p:nvSpPr>
          <p:cNvPr id="201" name="Rectangle 20"/>
          <p:cNvSpPr/>
          <p:nvPr/>
        </p:nvSpPr>
        <p:spPr>
          <a:xfrm>
            <a:off x="6523560" y="4945680"/>
            <a:ext cx="609120" cy="182160"/>
          </a:xfrm>
          <a:prstGeom prst="rect">
            <a:avLst/>
          </a:prstGeom>
          <a:noFill/>
          <a:ln w="9525">
            <a:noFill/>
          </a:ln>
        </p:spPr>
        <p:style>
          <a:lnRef idx="0"/>
          <a:fillRef idx="0"/>
          <a:effectRef idx="0"/>
          <a:fontRef idx="minor"/>
        </p:style>
        <p:txBody>
          <a:bodyPr wrap="none" lIns="0" tIns="0" rIns="0" bIns="0" anchor="t">
            <a:spAutoFit/>
          </a:bodyPr>
          <a:p>
            <a:pPr defTabSz="914400">
              <a:lnSpc>
                <a:spcPct val="100000"/>
              </a:lnSpc>
              <a:tabLst>
                <a:tab pos="0" algn="l"/>
              </a:tabLst>
            </a:pPr>
            <a:r>
              <a:rPr lang="es-ES" sz="1200" b="0" u="none" strike="noStrike">
                <a:solidFill>
                  <a:srgbClr val="000000"/>
                </a:solidFill>
                <a:effectLst/>
                <a:uFillTx/>
                <a:latin typeface="Tahoma"/>
              </a:rPr>
              <a:t>SISTEMA</a:t>
            </a:r>
            <a:endParaRPr lang="es-PY" sz="1200" b="0" u="none" strike="noStrike">
              <a:solidFill>
                <a:srgbClr val="000000"/>
              </a:solidFill>
              <a:effectLst/>
              <a:uFillTx/>
              <a:latin typeface="Arial"/>
            </a:endParaRPr>
          </a:p>
        </p:txBody>
      </p:sp>
      <p:sp>
        <p:nvSpPr>
          <p:cNvPr id="202" name="Rectangle 21"/>
          <p:cNvSpPr/>
          <p:nvPr/>
        </p:nvSpPr>
        <p:spPr>
          <a:xfrm>
            <a:off x="5575680" y="3772440"/>
            <a:ext cx="1582200" cy="475920"/>
          </a:xfrm>
          <a:prstGeom prst="rect">
            <a:avLst/>
          </a:prstGeom>
          <a:solidFill>
            <a:srgbClr val="FFCC66"/>
          </a:solidFill>
          <a:ln w="14288">
            <a:solidFill>
              <a:srgbClr val="000000"/>
            </a:solidFill>
            <a:miter/>
          </a:ln>
        </p:spPr>
        <p:style>
          <a:lnRef idx="0"/>
          <a:fillRef idx="0"/>
          <a:effectRef idx="0"/>
          <a:fontRef idx="minor"/>
        </p:style>
        <p:txBody>
          <a:bodyPr lIns="90000" tIns="45000" rIns="90000" bIns="45000" anchor="t">
            <a:noAutofit/>
          </a:bodyPr>
          <a:p>
            <a:endParaRPr lang="es-ES" sz="1800" b="0" u="none" strike="noStrike">
              <a:solidFill>
                <a:srgbClr val="000000"/>
              </a:solidFill>
              <a:effectLst/>
              <a:uFillTx/>
              <a:latin typeface="Century Gothic"/>
            </a:endParaRPr>
          </a:p>
        </p:txBody>
      </p:sp>
      <p:sp>
        <p:nvSpPr>
          <p:cNvPr id="203" name="Rectangle 22"/>
          <p:cNvSpPr/>
          <p:nvPr/>
        </p:nvSpPr>
        <p:spPr>
          <a:xfrm>
            <a:off x="5929920" y="3804120"/>
            <a:ext cx="844200" cy="182160"/>
          </a:xfrm>
          <a:prstGeom prst="rect">
            <a:avLst/>
          </a:prstGeom>
          <a:noFill/>
          <a:ln w="9525">
            <a:noFill/>
          </a:ln>
        </p:spPr>
        <p:style>
          <a:lnRef idx="0"/>
          <a:fillRef idx="0"/>
          <a:effectRef idx="0"/>
          <a:fontRef idx="minor"/>
        </p:style>
        <p:txBody>
          <a:bodyPr wrap="none" lIns="0" tIns="0" rIns="0" bIns="0" anchor="t">
            <a:spAutoFit/>
          </a:bodyPr>
          <a:p>
            <a:pPr defTabSz="914400">
              <a:lnSpc>
                <a:spcPct val="100000"/>
              </a:lnSpc>
              <a:tabLst>
                <a:tab pos="0" algn="l"/>
              </a:tabLst>
            </a:pPr>
            <a:r>
              <a:rPr lang="es-ES" sz="1200" b="0" u="none" strike="noStrike">
                <a:solidFill>
                  <a:srgbClr val="000000"/>
                </a:solidFill>
                <a:effectLst/>
                <a:uFillTx/>
                <a:latin typeface="Tahoma"/>
              </a:rPr>
              <a:t>TESTING DE</a:t>
            </a:r>
            <a:endParaRPr lang="es-PY" sz="1200" b="0" u="none" strike="noStrike">
              <a:solidFill>
                <a:srgbClr val="000000"/>
              </a:solidFill>
              <a:effectLst/>
              <a:uFillTx/>
              <a:latin typeface="Arial"/>
            </a:endParaRPr>
          </a:p>
        </p:txBody>
      </p:sp>
      <p:sp>
        <p:nvSpPr>
          <p:cNvPr id="204" name="Rectangle 23"/>
          <p:cNvSpPr/>
          <p:nvPr/>
        </p:nvSpPr>
        <p:spPr>
          <a:xfrm>
            <a:off x="5905800" y="3997800"/>
            <a:ext cx="893520" cy="182160"/>
          </a:xfrm>
          <a:prstGeom prst="rect">
            <a:avLst/>
          </a:prstGeom>
          <a:noFill/>
          <a:ln w="9525">
            <a:noFill/>
          </a:ln>
        </p:spPr>
        <p:style>
          <a:lnRef idx="0"/>
          <a:fillRef idx="0"/>
          <a:effectRef idx="0"/>
          <a:fontRef idx="minor"/>
        </p:style>
        <p:txBody>
          <a:bodyPr wrap="none" lIns="0" tIns="0" rIns="0" bIns="0" anchor="t">
            <a:spAutoFit/>
          </a:bodyPr>
          <a:p>
            <a:pPr defTabSz="914400">
              <a:lnSpc>
                <a:spcPct val="100000"/>
              </a:lnSpc>
              <a:tabLst>
                <a:tab pos="0" algn="l"/>
              </a:tabLst>
            </a:pPr>
            <a:r>
              <a:rPr lang="es-ES" sz="1200" b="0" u="none" strike="noStrike">
                <a:solidFill>
                  <a:srgbClr val="000000"/>
                </a:solidFill>
                <a:effectLst/>
                <a:uFillTx/>
                <a:latin typeface="Tahoma"/>
              </a:rPr>
              <a:t>ACEPTACIÓN</a:t>
            </a:r>
            <a:endParaRPr lang="es-PY" sz="1200" b="0" u="none" strike="noStrike">
              <a:solidFill>
                <a:srgbClr val="000000"/>
              </a:solidFill>
              <a:effectLst/>
              <a:uFillTx/>
              <a:latin typeface="Arial"/>
            </a:endParaRPr>
          </a:p>
        </p:txBody>
      </p:sp>
      <p:sp>
        <p:nvSpPr>
          <p:cNvPr id="205" name="Rectangle 24"/>
          <p:cNvSpPr/>
          <p:nvPr/>
        </p:nvSpPr>
        <p:spPr>
          <a:xfrm>
            <a:off x="6048720" y="2824920"/>
            <a:ext cx="1582200" cy="472680"/>
          </a:xfrm>
          <a:prstGeom prst="rect">
            <a:avLst/>
          </a:prstGeom>
          <a:solidFill>
            <a:srgbClr val="FFCC66"/>
          </a:solidFill>
          <a:ln w="14288">
            <a:solidFill>
              <a:srgbClr val="000000"/>
            </a:solidFill>
            <a:miter/>
          </a:ln>
        </p:spPr>
        <p:style>
          <a:lnRef idx="0"/>
          <a:fillRef idx="0"/>
          <a:effectRef idx="0"/>
          <a:fontRef idx="minor"/>
        </p:style>
        <p:txBody>
          <a:bodyPr lIns="90000" tIns="45000" rIns="90000" bIns="45000" anchor="t">
            <a:noAutofit/>
          </a:bodyPr>
          <a:p>
            <a:endParaRPr lang="es-ES" sz="1800" b="0" u="none" strike="noStrike">
              <a:solidFill>
                <a:srgbClr val="000000"/>
              </a:solidFill>
              <a:effectLst/>
              <a:uFillTx/>
              <a:latin typeface="Century Gothic"/>
            </a:endParaRPr>
          </a:p>
        </p:txBody>
      </p:sp>
      <p:sp>
        <p:nvSpPr>
          <p:cNvPr id="206" name="Rectangle 25"/>
          <p:cNvSpPr/>
          <p:nvPr/>
        </p:nvSpPr>
        <p:spPr>
          <a:xfrm>
            <a:off x="6343920" y="2856600"/>
            <a:ext cx="958320" cy="182160"/>
          </a:xfrm>
          <a:prstGeom prst="rect">
            <a:avLst/>
          </a:prstGeom>
          <a:noFill/>
          <a:ln w="9525">
            <a:noFill/>
          </a:ln>
        </p:spPr>
        <p:style>
          <a:lnRef idx="0"/>
          <a:fillRef idx="0"/>
          <a:effectRef idx="0"/>
          <a:fontRef idx="minor"/>
        </p:style>
        <p:txBody>
          <a:bodyPr wrap="none" lIns="0" tIns="0" rIns="0" bIns="0" anchor="t">
            <a:spAutoFit/>
          </a:bodyPr>
          <a:p>
            <a:pPr defTabSz="914400">
              <a:lnSpc>
                <a:spcPct val="100000"/>
              </a:lnSpc>
              <a:tabLst>
                <a:tab pos="0" algn="l"/>
              </a:tabLst>
            </a:pPr>
            <a:r>
              <a:rPr lang="es-ES" sz="1200" b="0" u="none" strike="noStrike">
                <a:solidFill>
                  <a:srgbClr val="000000"/>
                </a:solidFill>
                <a:effectLst/>
                <a:uFillTx/>
                <a:latin typeface="Tahoma"/>
              </a:rPr>
              <a:t>OPERACIÓN Y</a:t>
            </a:r>
            <a:endParaRPr lang="es-PY" sz="1200" b="0" u="none" strike="noStrike">
              <a:solidFill>
                <a:srgbClr val="000000"/>
              </a:solidFill>
              <a:effectLst/>
              <a:uFillTx/>
              <a:latin typeface="Arial"/>
            </a:endParaRPr>
          </a:p>
        </p:txBody>
      </p:sp>
      <p:sp>
        <p:nvSpPr>
          <p:cNvPr id="207" name="Rectangle 26"/>
          <p:cNvSpPr/>
          <p:nvPr/>
        </p:nvSpPr>
        <p:spPr>
          <a:xfrm>
            <a:off x="6350400" y="3047040"/>
            <a:ext cx="945360" cy="182520"/>
          </a:xfrm>
          <a:prstGeom prst="rect">
            <a:avLst/>
          </a:prstGeom>
          <a:noFill/>
          <a:ln w="9525">
            <a:noFill/>
          </a:ln>
        </p:spPr>
        <p:style>
          <a:lnRef idx="0"/>
          <a:fillRef idx="0"/>
          <a:effectRef idx="0"/>
          <a:fontRef idx="minor"/>
        </p:style>
        <p:txBody>
          <a:bodyPr wrap="none" lIns="0" tIns="0" rIns="0" bIns="0" anchor="t">
            <a:spAutoFit/>
          </a:bodyPr>
          <a:p>
            <a:pPr defTabSz="914400">
              <a:lnSpc>
                <a:spcPct val="100000"/>
              </a:lnSpc>
              <a:tabLst>
                <a:tab pos="0" algn="l"/>
              </a:tabLst>
            </a:pPr>
            <a:r>
              <a:rPr lang="es-ES" sz="1200" b="0" u="none" strike="noStrike">
                <a:solidFill>
                  <a:srgbClr val="000000"/>
                </a:solidFill>
                <a:effectLst/>
                <a:uFillTx/>
                <a:latin typeface="Tahoma"/>
              </a:rPr>
              <a:t>MANTENCIÓN</a:t>
            </a:r>
            <a:endParaRPr lang="es-PY" sz="1200" b="0" u="none" strike="noStrike">
              <a:solidFill>
                <a:srgbClr val="000000"/>
              </a:solidFill>
              <a:effectLst/>
              <a:uFillTx/>
              <a:latin typeface="Arial"/>
            </a:endParaRPr>
          </a:p>
        </p:txBody>
      </p:sp>
      <p:sp>
        <p:nvSpPr>
          <p:cNvPr id="208" name="Freeform 27"/>
          <p:cNvSpPr/>
          <p:nvPr/>
        </p:nvSpPr>
        <p:spPr>
          <a:xfrm>
            <a:off x="9052200" y="2115360"/>
            <a:ext cx="637920" cy="610920"/>
          </a:xfrm>
          <a:custGeom>
            <a:avLst/>
            <a:gdLst>
              <a:gd name="textAreaLeft" fmla="*/ 0 w 637920"/>
              <a:gd name="textAreaRight" fmla="*/ 638280 w 637920"/>
              <a:gd name="textAreaTop" fmla="*/ 0 h 610920"/>
              <a:gd name="textAreaBottom" fmla="*/ 611280 h 610920"/>
              <a:gd name="GluePoint1X" fmla="*/ 0 w 0"/>
              <a:gd name="GluePoint1Y" fmla="*/ 0 h 0"/>
              <a:gd name="GluePoint2X" fmla="*/ 62 w 0"/>
              <a:gd name="GluePoint2Y" fmla="*/ 7 h 0"/>
              <a:gd name="GluePoint3X" fmla="*/ 117 w 0"/>
              <a:gd name="GluePoint3Y" fmla="*/ 18 h 0"/>
              <a:gd name="GluePoint4X" fmla="*/ 170 w 0"/>
              <a:gd name="GluePoint4Y" fmla="*/ 33 h 0"/>
              <a:gd name="GluePoint5X" fmla="*/ 217 w 0"/>
              <a:gd name="GluePoint5Y" fmla="*/ 53 h 0"/>
              <a:gd name="GluePoint6X" fmla="*/ 256 w 0"/>
              <a:gd name="GluePoint6Y" fmla="*/ 75 h 0"/>
              <a:gd name="GluePoint7X" fmla="*/ 294 w 0"/>
              <a:gd name="GluePoint7Y" fmla="*/ 102 h 0"/>
              <a:gd name="GluePoint8X" fmla="*/ 325 w 0"/>
              <a:gd name="GluePoint8Y" fmla="*/ 131 h 0"/>
              <a:gd name="GluePoint9X" fmla="*/ 349 w 0"/>
              <a:gd name="GluePoint9Y" fmla="*/ 164 h 0"/>
              <a:gd name="GluePoint10X" fmla="*/ 371 w 0"/>
              <a:gd name="GluePoint10Y" fmla="*/ 201 h 0"/>
              <a:gd name="GluePoint11X" fmla="*/ 387 w 0"/>
              <a:gd name="GluePoint11Y" fmla="*/ 241 h 0"/>
              <a:gd name="GluePoint12X" fmla="*/ 398 w 0"/>
              <a:gd name="GluePoint12Y" fmla="*/ 285 h 0"/>
              <a:gd name="GluePoint13X" fmla="*/ 402 w 0"/>
              <a:gd name="GluePoint13Y" fmla="*/ 334 h 0"/>
              <a:gd name="GluePoint14X" fmla="*/ 402 w 0"/>
              <a:gd name="GluePoint14Y" fmla="*/ 385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Lst>
            <a:rect l="textAreaLeft" t="textAreaTop" r="textAreaRight" b="textAreaBottom"/>
            <a:pathLst>
              <a:path w="402" h="385">
                <a:moveTo>
                  <a:pt x="0" y="0"/>
                </a:moveTo>
                <a:lnTo>
                  <a:pt x="62" y="7"/>
                </a:lnTo>
                <a:lnTo>
                  <a:pt x="117" y="18"/>
                </a:lnTo>
                <a:lnTo>
                  <a:pt x="170" y="33"/>
                </a:lnTo>
                <a:lnTo>
                  <a:pt x="217" y="53"/>
                </a:lnTo>
                <a:lnTo>
                  <a:pt x="256" y="75"/>
                </a:lnTo>
                <a:lnTo>
                  <a:pt x="294" y="102"/>
                </a:lnTo>
                <a:lnTo>
                  <a:pt x="325" y="131"/>
                </a:lnTo>
                <a:lnTo>
                  <a:pt x="349" y="164"/>
                </a:lnTo>
                <a:lnTo>
                  <a:pt x="371" y="201"/>
                </a:lnTo>
                <a:lnTo>
                  <a:pt x="387" y="241"/>
                </a:lnTo>
                <a:lnTo>
                  <a:pt x="398" y="285"/>
                </a:lnTo>
                <a:lnTo>
                  <a:pt x="402" y="334"/>
                </a:lnTo>
                <a:lnTo>
                  <a:pt x="402" y="385"/>
                </a:lnTo>
              </a:path>
            </a:pathLst>
          </a:custGeom>
          <a:noFill/>
          <a:ln w="14288">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rgbClr val="000000"/>
              </a:solidFill>
              <a:effectLst/>
              <a:uFillTx/>
              <a:latin typeface="Century Gothic"/>
            </a:endParaRPr>
          </a:p>
        </p:txBody>
      </p:sp>
      <p:sp>
        <p:nvSpPr>
          <p:cNvPr id="209" name="Freeform 28"/>
          <p:cNvSpPr/>
          <p:nvPr/>
        </p:nvSpPr>
        <p:spPr>
          <a:xfrm>
            <a:off x="9638280" y="2709000"/>
            <a:ext cx="112320" cy="115560"/>
          </a:xfrm>
          <a:custGeom>
            <a:avLst/>
            <a:gdLst>
              <a:gd name="textAreaLeft" fmla="*/ 0 w 112320"/>
              <a:gd name="textAreaRight" fmla="*/ 112680 w 112320"/>
              <a:gd name="textAreaTop" fmla="*/ 0 h 115560"/>
              <a:gd name="textAreaBottom" fmla="*/ 115920 h 115560"/>
              <a:gd name="GluePoint1X" fmla="*/ 71 w 0"/>
              <a:gd name="GluePoint1Y" fmla="*/ 6 h 0"/>
              <a:gd name="GluePoint2X" fmla="*/ 29 w 0"/>
              <a:gd name="GluePoint2Y" fmla="*/ 73 h 0"/>
              <a:gd name="GluePoint3X" fmla="*/ 0 w 0"/>
              <a:gd name="GluePoint3Y" fmla="*/ 0 h 0"/>
              <a:gd name="GluePoint4X" fmla="*/ 71 w 0"/>
              <a:gd name="GluePoint4Y" fmla="*/ 6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71" h="73">
                <a:moveTo>
                  <a:pt x="71" y="6"/>
                </a:moveTo>
                <a:lnTo>
                  <a:pt x="29" y="73"/>
                </a:lnTo>
                <a:lnTo>
                  <a:pt x="0" y="0"/>
                </a:lnTo>
                <a:lnTo>
                  <a:pt x="71" y="6"/>
                </a:lnTo>
                <a:close/>
              </a:path>
            </a:pathLst>
          </a:custGeom>
          <a:solidFill>
            <a:srgbClr val="000000"/>
          </a:solidFill>
          <a:ln w="9525">
            <a:noFill/>
          </a:ln>
        </p:spPr>
        <p:style>
          <a:lnRef idx="0"/>
          <a:fillRef idx="0"/>
          <a:effectRef idx="0"/>
          <a:fontRef idx="minor"/>
        </p:style>
        <p:txBody>
          <a:bodyPr lIns="90000" tIns="45000" rIns="90000" bIns="45000" anchor="t">
            <a:noAutofit/>
          </a:bodyPr>
          <a:p>
            <a:endParaRPr lang="es-ES" sz="1800" b="0" u="none" strike="noStrike">
              <a:solidFill>
                <a:srgbClr val="000000"/>
              </a:solidFill>
              <a:effectLst/>
              <a:uFillTx/>
              <a:latin typeface="Century Gothic"/>
            </a:endParaRPr>
          </a:p>
        </p:txBody>
      </p:sp>
      <p:sp>
        <p:nvSpPr>
          <p:cNvPr id="210" name="Freeform 29"/>
          <p:cNvSpPr/>
          <p:nvPr/>
        </p:nvSpPr>
        <p:spPr>
          <a:xfrm>
            <a:off x="10473120" y="3062880"/>
            <a:ext cx="547200" cy="852120"/>
          </a:xfrm>
          <a:custGeom>
            <a:avLst/>
            <a:gdLst>
              <a:gd name="textAreaLeft" fmla="*/ 0 w 547200"/>
              <a:gd name="textAreaRight" fmla="*/ 547560 w 547200"/>
              <a:gd name="textAreaTop" fmla="*/ 0 h 852120"/>
              <a:gd name="textAreaBottom" fmla="*/ 852480 h 852120"/>
              <a:gd name="GluePoint1X" fmla="*/ 0 w 0"/>
              <a:gd name="GluePoint1Y" fmla="*/ 0 h 0"/>
              <a:gd name="GluePoint2X" fmla="*/ 60 w 0"/>
              <a:gd name="GluePoint2Y" fmla="*/ 20 h 0"/>
              <a:gd name="GluePoint3X" fmla="*/ 115 w 0"/>
              <a:gd name="GluePoint3Y" fmla="*/ 44 h 0"/>
              <a:gd name="GluePoint4X" fmla="*/ 164 w 0"/>
              <a:gd name="GluePoint4Y" fmla="*/ 71 h 0"/>
              <a:gd name="GluePoint5X" fmla="*/ 206 w 0"/>
              <a:gd name="GluePoint5Y" fmla="*/ 100 h 0"/>
              <a:gd name="GluePoint6X" fmla="*/ 243 w 0"/>
              <a:gd name="GluePoint6Y" fmla="*/ 131 h 0"/>
              <a:gd name="GluePoint7X" fmla="*/ 274 w 0"/>
              <a:gd name="GluePoint7Y" fmla="*/ 166 h 0"/>
              <a:gd name="GluePoint8X" fmla="*/ 301 w 0"/>
              <a:gd name="GluePoint8Y" fmla="*/ 203 h 0"/>
              <a:gd name="GluePoint9X" fmla="*/ 321 w 0"/>
              <a:gd name="GluePoint9Y" fmla="*/ 243 h 0"/>
              <a:gd name="GluePoint10X" fmla="*/ 334 w 0"/>
              <a:gd name="GluePoint10Y" fmla="*/ 285 h 0"/>
              <a:gd name="GluePoint11X" fmla="*/ 343 w 0"/>
              <a:gd name="GluePoint11Y" fmla="*/ 330 h 0"/>
              <a:gd name="GluePoint12X" fmla="*/ 345 w 0"/>
              <a:gd name="GluePoint12Y" fmla="*/ 378 h 0"/>
              <a:gd name="GluePoint13X" fmla="*/ 343 w 0"/>
              <a:gd name="GluePoint13Y" fmla="*/ 429 h 0"/>
              <a:gd name="GluePoint14X" fmla="*/ 334 w 0"/>
              <a:gd name="GluePoint14Y" fmla="*/ 482 h 0"/>
              <a:gd name="GluePoint15X" fmla="*/ 318 w 0"/>
              <a:gd name="GluePoint15Y" fmla="*/ 537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345" h="537">
                <a:moveTo>
                  <a:pt x="0" y="0"/>
                </a:moveTo>
                <a:lnTo>
                  <a:pt x="60" y="20"/>
                </a:lnTo>
                <a:lnTo>
                  <a:pt x="115" y="44"/>
                </a:lnTo>
                <a:lnTo>
                  <a:pt x="164" y="71"/>
                </a:lnTo>
                <a:lnTo>
                  <a:pt x="206" y="100"/>
                </a:lnTo>
                <a:lnTo>
                  <a:pt x="243" y="131"/>
                </a:lnTo>
                <a:lnTo>
                  <a:pt x="274" y="166"/>
                </a:lnTo>
                <a:lnTo>
                  <a:pt x="301" y="203"/>
                </a:lnTo>
                <a:lnTo>
                  <a:pt x="321" y="243"/>
                </a:lnTo>
                <a:lnTo>
                  <a:pt x="334" y="285"/>
                </a:lnTo>
                <a:lnTo>
                  <a:pt x="343" y="330"/>
                </a:lnTo>
                <a:lnTo>
                  <a:pt x="345" y="378"/>
                </a:lnTo>
                <a:lnTo>
                  <a:pt x="343" y="429"/>
                </a:lnTo>
                <a:lnTo>
                  <a:pt x="334" y="482"/>
                </a:lnTo>
                <a:lnTo>
                  <a:pt x="318" y="537"/>
                </a:lnTo>
              </a:path>
            </a:pathLst>
          </a:custGeom>
          <a:noFill/>
          <a:ln w="14288">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rgbClr val="000000"/>
              </a:solidFill>
              <a:effectLst/>
              <a:uFillTx/>
              <a:latin typeface="Century Gothic"/>
            </a:endParaRPr>
          </a:p>
        </p:txBody>
      </p:sp>
      <p:sp>
        <p:nvSpPr>
          <p:cNvPr id="211" name="Freeform 30"/>
          <p:cNvSpPr/>
          <p:nvPr/>
        </p:nvSpPr>
        <p:spPr>
          <a:xfrm>
            <a:off x="10928880" y="3883680"/>
            <a:ext cx="109080" cy="126720"/>
          </a:xfrm>
          <a:custGeom>
            <a:avLst/>
            <a:gdLst>
              <a:gd name="textAreaLeft" fmla="*/ 0 w 109080"/>
              <a:gd name="textAreaRight" fmla="*/ 109440 w 109080"/>
              <a:gd name="textAreaTop" fmla="*/ 0 h 126720"/>
              <a:gd name="textAreaBottom" fmla="*/ 127080 h 126720"/>
              <a:gd name="GluePoint1X" fmla="*/ 69 w 0"/>
              <a:gd name="GluePoint1Y" fmla="*/ 25 h 0"/>
              <a:gd name="GluePoint2X" fmla="*/ 11 w 0"/>
              <a:gd name="GluePoint2Y" fmla="*/ 80 h 0"/>
              <a:gd name="GluePoint3X" fmla="*/ 0 w 0"/>
              <a:gd name="GluePoint3Y" fmla="*/ 0 h 0"/>
              <a:gd name="GluePoint4X" fmla="*/ 69 w 0"/>
              <a:gd name="GluePoint4Y" fmla="*/ 25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69" h="80">
                <a:moveTo>
                  <a:pt x="69" y="25"/>
                </a:moveTo>
                <a:lnTo>
                  <a:pt x="11" y="80"/>
                </a:lnTo>
                <a:lnTo>
                  <a:pt x="0" y="0"/>
                </a:lnTo>
                <a:lnTo>
                  <a:pt x="69" y="25"/>
                </a:lnTo>
                <a:close/>
              </a:path>
            </a:pathLst>
          </a:custGeom>
          <a:solidFill>
            <a:srgbClr val="000000"/>
          </a:solidFill>
          <a:ln w="9525">
            <a:noFill/>
          </a:ln>
        </p:spPr>
        <p:style>
          <a:lnRef idx="0"/>
          <a:fillRef idx="0"/>
          <a:effectRef idx="0"/>
          <a:fontRef idx="minor"/>
        </p:style>
        <p:txBody>
          <a:bodyPr lIns="90000" tIns="45000" rIns="90000" bIns="45000" anchor="t">
            <a:noAutofit/>
          </a:bodyPr>
          <a:p>
            <a:endParaRPr lang="es-ES" sz="1800" b="0" u="none" strike="noStrike">
              <a:solidFill>
                <a:srgbClr val="000000"/>
              </a:solidFill>
              <a:effectLst/>
              <a:uFillTx/>
              <a:latin typeface="Century Gothic"/>
            </a:endParaRPr>
          </a:p>
        </p:txBody>
      </p:sp>
      <p:sp>
        <p:nvSpPr>
          <p:cNvPr id="212" name="Freeform 31"/>
          <p:cNvSpPr/>
          <p:nvPr/>
        </p:nvSpPr>
        <p:spPr>
          <a:xfrm>
            <a:off x="10157400" y="4248720"/>
            <a:ext cx="445680" cy="628200"/>
          </a:xfrm>
          <a:custGeom>
            <a:avLst/>
            <a:gdLst>
              <a:gd name="textAreaLeft" fmla="*/ 0 w 445680"/>
              <a:gd name="textAreaRight" fmla="*/ 446040 w 445680"/>
              <a:gd name="textAreaTop" fmla="*/ 0 h 628200"/>
              <a:gd name="textAreaBottom" fmla="*/ 628560 h 628200"/>
              <a:gd name="GluePoint1X" fmla="*/ 0 w 0"/>
              <a:gd name="GluePoint1Y" fmla="*/ 0 h 0"/>
              <a:gd name="GluePoint2X" fmla="*/ 53 w 0"/>
              <a:gd name="GluePoint2Y" fmla="*/ 22 h 0"/>
              <a:gd name="GluePoint3X" fmla="*/ 100 w 0"/>
              <a:gd name="GluePoint3Y" fmla="*/ 45 h 0"/>
              <a:gd name="GluePoint4X" fmla="*/ 142 w 0"/>
              <a:gd name="GluePoint4Y" fmla="*/ 69 h 0"/>
              <a:gd name="GluePoint5X" fmla="*/ 179 w 0"/>
              <a:gd name="GluePoint5Y" fmla="*/ 93 h 0"/>
              <a:gd name="GluePoint6X" fmla="*/ 210 w 0"/>
              <a:gd name="GluePoint6Y" fmla="*/ 120 h 0"/>
              <a:gd name="GluePoint7X" fmla="*/ 234 w 0"/>
              <a:gd name="GluePoint7Y" fmla="*/ 146 h 0"/>
              <a:gd name="GluePoint8X" fmla="*/ 254 w 0"/>
              <a:gd name="GluePoint8Y" fmla="*/ 175 h 0"/>
              <a:gd name="GluePoint9X" fmla="*/ 268 w 0"/>
              <a:gd name="GluePoint9Y" fmla="*/ 204 h 0"/>
              <a:gd name="GluePoint10X" fmla="*/ 276 w 0"/>
              <a:gd name="GluePoint10Y" fmla="*/ 235 h 0"/>
              <a:gd name="GluePoint11X" fmla="*/ 281 w 0"/>
              <a:gd name="GluePoint11Y" fmla="*/ 266 h 0"/>
              <a:gd name="GluePoint12X" fmla="*/ 276 w 0"/>
              <a:gd name="GluePoint12Y" fmla="*/ 297 h 0"/>
              <a:gd name="GluePoint13X" fmla="*/ 270 w 0"/>
              <a:gd name="GluePoint13Y" fmla="*/ 330 h 0"/>
              <a:gd name="GluePoint14X" fmla="*/ 257 w 0"/>
              <a:gd name="GluePoint14Y" fmla="*/ 363 h 0"/>
              <a:gd name="GluePoint15X" fmla="*/ 237 w 0"/>
              <a:gd name="GluePoint15Y" fmla="*/ 396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81" h="396">
                <a:moveTo>
                  <a:pt x="0" y="0"/>
                </a:moveTo>
                <a:lnTo>
                  <a:pt x="53" y="22"/>
                </a:lnTo>
                <a:lnTo>
                  <a:pt x="100" y="45"/>
                </a:lnTo>
                <a:lnTo>
                  <a:pt x="142" y="69"/>
                </a:lnTo>
                <a:lnTo>
                  <a:pt x="179" y="93"/>
                </a:lnTo>
                <a:lnTo>
                  <a:pt x="210" y="120"/>
                </a:lnTo>
                <a:lnTo>
                  <a:pt x="234" y="146"/>
                </a:lnTo>
                <a:lnTo>
                  <a:pt x="254" y="175"/>
                </a:lnTo>
                <a:lnTo>
                  <a:pt x="268" y="204"/>
                </a:lnTo>
                <a:lnTo>
                  <a:pt x="276" y="235"/>
                </a:lnTo>
                <a:lnTo>
                  <a:pt x="281" y="266"/>
                </a:lnTo>
                <a:lnTo>
                  <a:pt x="276" y="297"/>
                </a:lnTo>
                <a:lnTo>
                  <a:pt x="270" y="330"/>
                </a:lnTo>
                <a:lnTo>
                  <a:pt x="257" y="363"/>
                </a:lnTo>
                <a:lnTo>
                  <a:pt x="237" y="396"/>
                </a:lnTo>
              </a:path>
            </a:pathLst>
          </a:custGeom>
          <a:noFill/>
          <a:ln w="14288">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rgbClr val="000000"/>
              </a:solidFill>
              <a:effectLst/>
              <a:uFillTx/>
              <a:latin typeface="Century Gothic"/>
            </a:endParaRPr>
          </a:p>
        </p:txBody>
      </p:sp>
      <p:sp>
        <p:nvSpPr>
          <p:cNvPr id="213" name="Freeform 32"/>
          <p:cNvSpPr/>
          <p:nvPr/>
        </p:nvSpPr>
        <p:spPr>
          <a:xfrm>
            <a:off x="10473120" y="4831560"/>
            <a:ext cx="112320" cy="126720"/>
          </a:xfrm>
          <a:custGeom>
            <a:avLst/>
            <a:gdLst>
              <a:gd name="textAreaLeft" fmla="*/ 0 w 112320"/>
              <a:gd name="textAreaRight" fmla="*/ 112680 w 112320"/>
              <a:gd name="textAreaTop" fmla="*/ 0 h 126720"/>
              <a:gd name="textAreaBottom" fmla="*/ 127080 h 126720"/>
              <a:gd name="GluePoint1X" fmla="*/ 71 w 0"/>
              <a:gd name="GluePoint1Y" fmla="*/ 45 h 0"/>
              <a:gd name="GluePoint2X" fmla="*/ 0 w 0"/>
              <a:gd name="GluePoint2Y" fmla="*/ 80 h 0"/>
              <a:gd name="GluePoint3X" fmla="*/ 13 w 0"/>
              <a:gd name="GluePoint3Y" fmla="*/ 0 h 0"/>
              <a:gd name="GluePoint4X" fmla="*/ 71 w 0"/>
              <a:gd name="GluePoint4Y" fmla="*/ 45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71" h="80">
                <a:moveTo>
                  <a:pt x="71" y="45"/>
                </a:moveTo>
                <a:lnTo>
                  <a:pt x="0" y="80"/>
                </a:lnTo>
                <a:lnTo>
                  <a:pt x="13" y="0"/>
                </a:lnTo>
                <a:lnTo>
                  <a:pt x="71" y="45"/>
                </a:lnTo>
                <a:close/>
              </a:path>
            </a:pathLst>
          </a:custGeom>
          <a:solidFill>
            <a:srgbClr val="000000"/>
          </a:solidFill>
          <a:ln w="9525">
            <a:noFill/>
          </a:ln>
        </p:spPr>
        <p:style>
          <a:lnRef idx="0"/>
          <a:fillRef idx="0"/>
          <a:effectRef idx="0"/>
          <a:fontRef idx="minor"/>
        </p:style>
        <p:txBody>
          <a:bodyPr lIns="90000" tIns="45000" rIns="90000" bIns="45000" anchor="t">
            <a:noAutofit/>
          </a:bodyPr>
          <a:p>
            <a:endParaRPr lang="es-ES" sz="1800" b="0" u="none" strike="noStrike">
              <a:solidFill>
                <a:srgbClr val="000000"/>
              </a:solidFill>
              <a:effectLst/>
              <a:uFillTx/>
              <a:latin typeface="Century Gothic"/>
            </a:endParaRPr>
          </a:p>
        </p:txBody>
      </p:sp>
      <p:sp>
        <p:nvSpPr>
          <p:cNvPr id="214" name="Freeform 33"/>
          <p:cNvSpPr/>
          <p:nvPr/>
        </p:nvSpPr>
        <p:spPr>
          <a:xfrm>
            <a:off x="9150840" y="5196600"/>
            <a:ext cx="533160" cy="691920"/>
          </a:xfrm>
          <a:custGeom>
            <a:avLst/>
            <a:gdLst>
              <a:gd name="textAreaLeft" fmla="*/ 0 w 533160"/>
              <a:gd name="textAreaRight" fmla="*/ 533520 w 533160"/>
              <a:gd name="textAreaTop" fmla="*/ 0 h 691920"/>
              <a:gd name="textAreaBottom" fmla="*/ 692280 h 691920"/>
              <a:gd name="GluePoint1X" fmla="*/ 336 w 0"/>
              <a:gd name="GluePoint1Y" fmla="*/ 0 h 0"/>
              <a:gd name="GluePoint2X" fmla="*/ 329 w 0"/>
              <a:gd name="GluePoint2Y" fmla="*/ 58 h 0"/>
              <a:gd name="GluePoint3X" fmla="*/ 316 w 0"/>
              <a:gd name="GluePoint3Y" fmla="*/ 113 h 0"/>
              <a:gd name="GluePoint4X" fmla="*/ 303 w 0"/>
              <a:gd name="GluePoint4Y" fmla="*/ 164 h 0"/>
              <a:gd name="GluePoint5X" fmla="*/ 283 w 0"/>
              <a:gd name="GluePoint5Y" fmla="*/ 212 h 0"/>
              <a:gd name="GluePoint6X" fmla="*/ 261 w 0"/>
              <a:gd name="GluePoint6Y" fmla="*/ 254 h 0"/>
              <a:gd name="GluePoint7X" fmla="*/ 234 w 0"/>
              <a:gd name="GluePoint7Y" fmla="*/ 292 h 0"/>
              <a:gd name="GluePoint8X" fmla="*/ 205 w 0"/>
              <a:gd name="GluePoint8Y" fmla="*/ 327 h 0"/>
              <a:gd name="GluePoint9X" fmla="*/ 172 w 0"/>
              <a:gd name="GluePoint9Y" fmla="*/ 358 h 0"/>
              <a:gd name="GluePoint10X" fmla="*/ 135 w 0"/>
              <a:gd name="GluePoint10Y" fmla="*/ 383 h 0"/>
              <a:gd name="GluePoint11X" fmla="*/ 93 w 0"/>
              <a:gd name="GluePoint11Y" fmla="*/ 405 h 0"/>
              <a:gd name="GluePoint12X" fmla="*/ 49 w 0"/>
              <a:gd name="GluePoint12Y" fmla="*/ 422 h 0"/>
              <a:gd name="GluePoint13X" fmla="*/ 0 w 0"/>
              <a:gd name="GluePoint13Y" fmla="*/ 436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336" h="436">
                <a:moveTo>
                  <a:pt x="336" y="0"/>
                </a:moveTo>
                <a:lnTo>
                  <a:pt x="329" y="58"/>
                </a:lnTo>
                <a:lnTo>
                  <a:pt x="316" y="113"/>
                </a:lnTo>
                <a:lnTo>
                  <a:pt x="303" y="164"/>
                </a:lnTo>
                <a:lnTo>
                  <a:pt x="283" y="212"/>
                </a:lnTo>
                <a:lnTo>
                  <a:pt x="261" y="254"/>
                </a:lnTo>
                <a:lnTo>
                  <a:pt x="234" y="292"/>
                </a:lnTo>
                <a:lnTo>
                  <a:pt x="205" y="327"/>
                </a:lnTo>
                <a:lnTo>
                  <a:pt x="172" y="358"/>
                </a:lnTo>
                <a:lnTo>
                  <a:pt x="135" y="383"/>
                </a:lnTo>
                <a:lnTo>
                  <a:pt x="93" y="405"/>
                </a:lnTo>
                <a:lnTo>
                  <a:pt x="49" y="422"/>
                </a:lnTo>
                <a:lnTo>
                  <a:pt x="0" y="436"/>
                </a:lnTo>
              </a:path>
            </a:pathLst>
          </a:custGeom>
          <a:noFill/>
          <a:ln w="14288">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rgbClr val="000000"/>
              </a:solidFill>
              <a:effectLst/>
              <a:uFillTx/>
              <a:latin typeface="Century Gothic"/>
            </a:endParaRPr>
          </a:p>
        </p:txBody>
      </p:sp>
      <p:sp>
        <p:nvSpPr>
          <p:cNvPr id="215" name="Freeform 34"/>
          <p:cNvSpPr/>
          <p:nvPr/>
        </p:nvSpPr>
        <p:spPr>
          <a:xfrm>
            <a:off x="9052200" y="5831640"/>
            <a:ext cx="122040" cy="112320"/>
          </a:xfrm>
          <a:custGeom>
            <a:avLst/>
            <a:gdLst>
              <a:gd name="textAreaLeft" fmla="*/ 0 w 122040"/>
              <a:gd name="textAreaRight" fmla="*/ 122400 w 122040"/>
              <a:gd name="textAreaTop" fmla="*/ 0 h 112320"/>
              <a:gd name="textAreaBottom" fmla="*/ 112680 h 112320"/>
              <a:gd name="GluePoint1X" fmla="*/ 64 w 0"/>
              <a:gd name="GluePoint1Y" fmla="*/ 0 h 0"/>
              <a:gd name="GluePoint2X" fmla="*/ 0 w 0"/>
              <a:gd name="GluePoint2Y" fmla="*/ 47 h 0"/>
              <a:gd name="GluePoint3X" fmla="*/ 77 w 0"/>
              <a:gd name="GluePoint3Y" fmla="*/ 71 h 0"/>
              <a:gd name="GluePoint4X" fmla="*/ 64 w 0"/>
              <a:gd name="GluePoint4Y" fmla="*/ 0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77" h="71">
                <a:moveTo>
                  <a:pt x="64" y="0"/>
                </a:moveTo>
                <a:lnTo>
                  <a:pt x="0" y="47"/>
                </a:lnTo>
                <a:lnTo>
                  <a:pt x="77" y="71"/>
                </a:lnTo>
                <a:lnTo>
                  <a:pt x="64" y="0"/>
                </a:lnTo>
                <a:close/>
              </a:path>
            </a:pathLst>
          </a:custGeom>
          <a:solidFill>
            <a:srgbClr val="000000"/>
          </a:solidFill>
          <a:ln w="9525">
            <a:noFill/>
          </a:ln>
        </p:spPr>
        <p:style>
          <a:lnRef idx="0"/>
          <a:fillRef idx="0"/>
          <a:effectRef idx="0"/>
          <a:fontRef idx="minor"/>
        </p:style>
        <p:txBody>
          <a:bodyPr lIns="90000" tIns="45000" rIns="90000" bIns="45000" anchor="t">
            <a:noAutofit/>
          </a:bodyPr>
          <a:p>
            <a:endParaRPr lang="es-ES" sz="1800" b="0" u="none" strike="noStrike">
              <a:solidFill>
                <a:srgbClr val="000000"/>
              </a:solidFill>
              <a:effectLst/>
              <a:uFillTx/>
              <a:latin typeface="Century Gothic"/>
            </a:endParaRPr>
          </a:p>
        </p:txBody>
      </p:sp>
      <p:sp>
        <p:nvSpPr>
          <p:cNvPr id="216" name="Freeform 35"/>
          <p:cNvSpPr/>
          <p:nvPr/>
        </p:nvSpPr>
        <p:spPr>
          <a:xfrm>
            <a:off x="6834600" y="5294880"/>
            <a:ext cx="639360" cy="610920"/>
          </a:xfrm>
          <a:custGeom>
            <a:avLst/>
            <a:gdLst>
              <a:gd name="textAreaLeft" fmla="*/ 0 w 639360"/>
              <a:gd name="textAreaRight" fmla="*/ 639720 w 639360"/>
              <a:gd name="textAreaTop" fmla="*/ 0 h 610920"/>
              <a:gd name="textAreaBottom" fmla="*/ 611280 h 610920"/>
              <a:gd name="GluePoint1X" fmla="*/ 403 w 0"/>
              <a:gd name="GluePoint1Y" fmla="*/ 385 h 0"/>
              <a:gd name="GluePoint2X" fmla="*/ 341 w 0"/>
              <a:gd name="GluePoint2Y" fmla="*/ 380 h 0"/>
              <a:gd name="GluePoint3X" fmla="*/ 285 w 0"/>
              <a:gd name="GluePoint3Y" fmla="*/ 372 h 0"/>
              <a:gd name="GluePoint4X" fmla="*/ 235 w 0"/>
              <a:gd name="GluePoint4Y" fmla="*/ 358 h 0"/>
              <a:gd name="GluePoint5X" fmla="*/ 188 w 0"/>
              <a:gd name="GluePoint5Y" fmla="*/ 341 h 0"/>
              <a:gd name="GluePoint6X" fmla="*/ 148 w 0"/>
              <a:gd name="GluePoint6Y" fmla="*/ 318 h 0"/>
              <a:gd name="GluePoint7X" fmla="*/ 111 w 0"/>
              <a:gd name="GluePoint7Y" fmla="*/ 292 h 0"/>
              <a:gd name="GluePoint8X" fmla="*/ 80 w 0"/>
              <a:gd name="GluePoint8Y" fmla="*/ 263 h 0"/>
              <a:gd name="GluePoint9X" fmla="*/ 56 w 0"/>
              <a:gd name="GluePoint9Y" fmla="*/ 230 h 0"/>
              <a:gd name="GluePoint10X" fmla="*/ 34 w 0"/>
              <a:gd name="GluePoint10Y" fmla="*/ 192 h 0"/>
              <a:gd name="GluePoint11X" fmla="*/ 18 w 0"/>
              <a:gd name="GluePoint11Y" fmla="*/ 150 h 0"/>
              <a:gd name="GluePoint12X" fmla="*/ 7 w 0"/>
              <a:gd name="GluePoint12Y" fmla="*/ 104 h 0"/>
              <a:gd name="GluePoint13X" fmla="*/ 0 w 0"/>
              <a:gd name="GluePoint13Y" fmla="*/ 53 h 0"/>
              <a:gd name="GluePoint14X" fmla="*/ 0 w 0"/>
              <a:gd name="GluePoint14Y" fmla="*/ 0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Lst>
            <a:rect l="textAreaLeft" t="textAreaTop" r="textAreaRight" b="textAreaBottom"/>
            <a:pathLst>
              <a:path w="403" h="385">
                <a:moveTo>
                  <a:pt x="403" y="385"/>
                </a:moveTo>
                <a:lnTo>
                  <a:pt x="341" y="380"/>
                </a:lnTo>
                <a:lnTo>
                  <a:pt x="285" y="372"/>
                </a:lnTo>
                <a:lnTo>
                  <a:pt x="235" y="358"/>
                </a:lnTo>
                <a:lnTo>
                  <a:pt x="188" y="341"/>
                </a:lnTo>
                <a:lnTo>
                  <a:pt x="148" y="318"/>
                </a:lnTo>
                <a:lnTo>
                  <a:pt x="111" y="292"/>
                </a:lnTo>
                <a:lnTo>
                  <a:pt x="80" y="263"/>
                </a:lnTo>
                <a:lnTo>
                  <a:pt x="56" y="230"/>
                </a:lnTo>
                <a:lnTo>
                  <a:pt x="34" y="192"/>
                </a:lnTo>
                <a:lnTo>
                  <a:pt x="18" y="150"/>
                </a:lnTo>
                <a:lnTo>
                  <a:pt x="7" y="104"/>
                </a:lnTo>
                <a:lnTo>
                  <a:pt x="0" y="53"/>
                </a:lnTo>
                <a:lnTo>
                  <a:pt x="0" y="0"/>
                </a:lnTo>
              </a:path>
            </a:pathLst>
          </a:custGeom>
          <a:noFill/>
          <a:ln w="14288">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rgbClr val="000000"/>
              </a:solidFill>
              <a:effectLst/>
              <a:uFillTx/>
              <a:latin typeface="Century Gothic"/>
            </a:endParaRPr>
          </a:p>
        </p:txBody>
      </p:sp>
      <p:sp>
        <p:nvSpPr>
          <p:cNvPr id="217" name="Freeform 36"/>
          <p:cNvSpPr/>
          <p:nvPr/>
        </p:nvSpPr>
        <p:spPr>
          <a:xfrm>
            <a:off x="6775920" y="5196600"/>
            <a:ext cx="112320" cy="115560"/>
          </a:xfrm>
          <a:custGeom>
            <a:avLst/>
            <a:gdLst>
              <a:gd name="textAreaLeft" fmla="*/ 0 w 112320"/>
              <a:gd name="textAreaRight" fmla="*/ 112680 w 112320"/>
              <a:gd name="textAreaTop" fmla="*/ 0 h 115560"/>
              <a:gd name="textAreaBottom" fmla="*/ 115920 h 115560"/>
              <a:gd name="GluePoint1X" fmla="*/ 0 w 0"/>
              <a:gd name="GluePoint1Y" fmla="*/ 69 h 0"/>
              <a:gd name="GluePoint2X" fmla="*/ 40 w 0"/>
              <a:gd name="GluePoint2Y" fmla="*/ 0 h 0"/>
              <a:gd name="GluePoint3X" fmla="*/ 71 w 0"/>
              <a:gd name="GluePoint3Y" fmla="*/ 73 h 0"/>
              <a:gd name="GluePoint4X" fmla="*/ 0 w 0"/>
              <a:gd name="GluePoint4Y" fmla="*/ 69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71" h="73">
                <a:moveTo>
                  <a:pt x="0" y="69"/>
                </a:moveTo>
                <a:lnTo>
                  <a:pt x="40" y="0"/>
                </a:lnTo>
                <a:lnTo>
                  <a:pt x="71" y="73"/>
                </a:lnTo>
                <a:lnTo>
                  <a:pt x="0" y="69"/>
                </a:lnTo>
                <a:close/>
              </a:path>
            </a:pathLst>
          </a:custGeom>
          <a:solidFill>
            <a:srgbClr val="000000"/>
          </a:solidFill>
          <a:ln w="9525">
            <a:noFill/>
          </a:ln>
        </p:spPr>
        <p:style>
          <a:lnRef idx="0"/>
          <a:fillRef idx="0"/>
          <a:effectRef idx="0"/>
          <a:fontRef idx="minor"/>
        </p:style>
        <p:txBody>
          <a:bodyPr lIns="90000" tIns="45000" rIns="90000" bIns="45000" anchor="t">
            <a:noAutofit/>
          </a:bodyPr>
          <a:p>
            <a:endParaRPr lang="es-ES" sz="1800" b="0" u="none" strike="noStrike">
              <a:solidFill>
                <a:srgbClr val="000000"/>
              </a:solidFill>
              <a:effectLst/>
              <a:uFillTx/>
              <a:latin typeface="Century Gothic"/>
            </a:endParaRPr>
          </a:p>
        </p:txBody>
      </p:sp>
      <p:sp>
        <p:nvSpPr>
          <p:cNvPr id="218" name="Freeform 37"/>
          <p:cNvSpPr/>
          <p:nvPr/>
        </p:nvSpPr>
        <p:spPr>
          <a:xfrm>
            <a:off x="5421600" y="4097880"/>
            <a:ext cx="626760" cy="860040"/>
          </a:xfrm>
          <a:custGeom>
            <a:avLst/>
            <a:gdLst>
              <a:gd name="textAreaLeft" fmla="*/ 0 w 626760"/>
              <a:gd name="textAreaRight" fmla="*/ 627120 w 626760"/>
              <a:gd name="textAreaTop" fmla="*/ 0 h 860040"/>
              <a:gd name="textAreaBottom" fmla="*/ 860400 h 860040"/>
              <a:gd name="GluePoint1X" fmla="*/ 395 w 0"/>
              <a:gd name="GluePoint1Y" fmla="*/ 542 h 0"/>
              <a:gd name="GluePoint2X" fmla="*/ 333 w 0"/>
              <a:gd name="GluePoint2Y" fmla="*/ 533 h 0"/>
              <a:gd name="GluePoint3X" fmla="*/ 276 w 0"/>
              <a:gd name="GluePoint3Y" fmla="*/ 520 h 0"/>
              <a:gd name="GluePoint4X" fmla="*/ 223 w 0"/>
              <a:gd name="GluePoint4Y" fmla="*/ 504 h 0"/>
              <a:gd name="GluePoint5X" fmla="*/ 177 w 0"/>
              <a:gd name="GluePoint5Y" fmla="*/ 487 h 0"/>
              <a:gd name="GluePoint6X" fmla="*/ 135 w 0"/>
              <a:gd name="GluePoint6Y" fmla="*/ 465 h 0"/>
              <a:gd name="GluePoint7X" fmla="*/ 99 w 0"/>
              <a:gd name="GluePoint7Y" fmla="*/ 442 h 0"/>
              <a:gd name="GluePoint8X" fmla="*/ 68 w 0"/>
              <a:gd name="GluePoint8Y" fmla="*/ 416 h 0"/>
              <a:gd name="GluePoint9X" fmla="*/ 44 w 0"/>
              <a:gd name="GluePoint9Y" fmla="*/ 387 h 0"/>
              <a:gd name="GluePoint10X" fmla="*/ 24 w 0"/>
              <a:gd name="GluePoint10Y" fmla="*/ 354 h 0"/>
              <a:gd name="GluePoint11X" fmla="*/ 11 w 0"/>
              <a:gd name="GluePoint11Y" fmla="*/ 321 h 0"/>
              <a:gd name="GluePoint12X" fmla="*/ 2 w 0"/>
              <a:gd name="GluePoint12Y" fmla="*/ 283 h 0"/>
              <a:gd name="GluePoint13X" fmla="*/ 0 w 0"/>
              <a:gd name="GluePoint13Y" fmla="*/ 241 h 0"/>
              <a:gd name="GluePoint14X" fmla="*/ 2 w 0"/>
              <a:gd name="GluePoint14Y" fmla="*/ 199 h 0"/>
              <a:gd name="GluePoint15X" fmla="*/ 11 w 0"/>
              <a:gd name="GluePoint15Y" fmla="*/ 153 h 0"/>
              <a:gd name="GluePoint16X" fmla="*/ 24 w 0"/>
              <a:gd name="GluePoint16Y" fmla="*/ 106 h 0"/>
              <a:gd name="GluePoint17X" fmla="*/ 44 w 0"/>
              <a:gd name="GluePoint17Y" fmla="*/ 53 h 0"/>
              <a:gd name="GluePoint18X" fmla="*/ 68 w 0"/>
              <a:gd name="GluePoint18Y" fmla="*/ 0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395" h="542">
                <a:moveTo>
                  <a:pt x="395" y="542"/>
                </a:moveTo>
                <a:lnTo>
                  <a:pt x="333" y="533"/>
                </a:lnTo>
                <a:lnTo>
                  <a:pt x="276" y="520"/>
                </a:lnTo>
                <a:lnTo>
                  <a:pt x="223" y="504"/>
                </a:lnTo>
                <a:lnTo>
                  <a:pt x="177" y="487"/>
                </a:lnTo>
                <a:lnTo>
                  <a:pt x="135" y="465"/>
                </a:lnTo>
                <a:lnTo>
                  <a:pt x="99" y="442"/>
                </a:lnTo>
                <a:lnTo>
                  <a:pt x="68" y="416"/>
                </a:lnTo>
                <a:lnTo>
                  <a:pt x="44" y="387"/>
                </a:lnTo>
                <a:lnTo>
                  <a:pt x="24" y="354"/>
                </a:lnTo>
                <a:lnTo>
                  <a:pt x="11" y="321"/>
                </a:lnTo>
                <a:lnTo>
                  <a:pt x="2" y="283"/>
                </a:lnTo>
                <a:lnTo>
                  <a:pt x="0" y="241"/>
                </a:lnTo>
                <a:lnTo>
                  <a:pt x="2" y="199"/>
                </a:lnTo>
                <a:lnTo>
                  <a:pt x="11" y="153"/>
                </a:lnTo>
                <a:lnTo>
                  <a:pt x="24" y="106"/>
                </a:lnTo>
                <a:lnTo>
                  <a:pt x="44" y="53"/>
                </a:lnTo>
                <a:lnTo>
                  <a:pt x="68" y="0"/>
                </a:lnTo>
              </a:path>
            </a:pathLst>
          </a:custGeom>
          <a:noFill/>
          <a:ln w="14288">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rgbClr val="000000"/>
              </a:solidFill>
              <a:effectLst/>
              <a:uFillTx/>
              <a:latin typeface="Century Gothic"/>
            </a:endParaRPr>
          </a:p>
        </p:txBody>
      </p:sp>
      <p:sp>
        <p:nvSpPr>
          <p:cNvPr id="219" name="Freeform 38"/>
          <p:cNvSpPr/>
          <p:nvPr/>
        </p:nvSpPr>
        <p:spPr>
          <a:xfrm>
            <a:off x="5474160" y="4010760"/>
            <a:ext cx="101160" cy="126720"/>
          </a:xfrm>
          <a:custGeom>
            <a:avLst/>
            <a:gdLst>
              <a:gd name="textAreaLeft" fmla="*/ 0 w 101160"/>
              <a:gd name="textAreaRight" fmla="*/ 101520 w 101160"/>
              <a:gd name="textAreaTop" fmla="*/ 0 h 126720"/>
              <a:gd name="textAreaBottom" fmla="*/ 127080 h 126720"/>
              <a:gd name="GluePoint1X" fmla="*/ 0 w 0"/>
              <a:gd name="GluePoint1Y" fmla="*/ 46 h 0"/>
              <a:gd name="GluePoint2X" fmla="*/ 64 w 0"/>
              <a:gd name="GluePoint2Y" fmla="*/ 0 h 0"/>
              <a:gd name="GluePoint3X" fmla="*/ 62 w 0"/>
              <a:gd name="GluePoint3Y" fmla="*/ 80 h 0"/>
              <a:gd name="GluePoint4X" fmla="*/ 0 w 0"/>
              <a:gd name="GluePoint4Y" fmla="*/ 46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64" h="80">
                <a:moveTo>
                  <a:pt x="0" y="46"/>
                </a:moveTo>
                <a:lnTo>
                  <a:pt x="64" y="0"/>
                </a:lnTo>
                <a:lnTo>
                  <a:pt x="62" y="80"/>
                </a:lnTo>
                <a:lnTo>
                  <a:pt x="0" y="46"/>
                </a:lnTo>
                <a:close/>
              </a:path>
            </a:pathLst>
          </a:custGeom>
          <a:solidFill>
            <a:srgbClr val="000000"/>
          </a:solidFill>
          <a:ln w="9525">
            <a:noFill/>
          </a:ln>
        </p:spPr>
        <p:style>
          <a:lnRef idx="0"/>
          <a:fillRef idx="0"/>
          <a:effectRef idx="0"/>
          <a:fontRef idx="minor"/>
        </p:style>
        <p:txBody>
          <a:bodyPr lIns="90000" tIns="45000" rIns="90000" bIns="45000" anchor="t">
            <a:noAutofit/>
          </a:bodyPr>
          <a:p>
            <a:endParaRPr lang="es-ES" sz="1800" b="0" u="none" strike="noStrike">
              <a:solidFill>
                <a:srgbClr val="000000"/>
              </a:solidFill>
              <a:effectLst/>
              <a:uFillTx/>
              <a:latin typeface="Century Gothic"/>
            </a:endParaRPr>
          </a:p>
        </p:txBody>
      </p:sp>
      <p:sp>
        <p:nvSpPr>
          <p:cNvPr id="220" name="Freeform 39"/>
          <p:cNvSpPr/>
          <p:nvPr/>
        </p:nvSpPr>
        <p:spPr>
          <a:xfrm>
            <a:off x="5772600" y="3112200"/>
            <a:ext cx="591840" cy="659880"/>
          </a:xfrm>
          <a:custGeom>
            <a:avLst/>
            <a:gdLst>
              <a:gd name="textAreaLeft" fmla="*/ 0 w 591840"/>
              <a:gd name="textAreaRight" fmla="*/ 592200 w 591840"/>
              <a:gd name="textAreaTop" fmla="*/ 0 h 659880"/>
              <a:gd name="textAreaBottom" fmla="*/ 660240 h 659880"/>
              <a:gd name="GluePoint1X" fmla="*/ 373 w 0"/>
              <a:gd name="GluePoint1Y" fmla="*/ 416 h 0"/>
              <a:gd name="GluePoint2X" fmla="*/ 309 w 0"/>
              <a:gd name="GluePoint2Y" fmla="*/ 391 h 0"/>
              <a:gd name="GluePoint3X" fmla="*/ 249 w 0"/>
              <a:gd name="GluePoint3Y" fmla="*/ 367 h 0"/>
              <a:gd name="GluePoint4X" fmla="*/ 196 w 0"/>
              <a:gd name="GluePoint4Y" fmla="*/ 343 h 0"/>
              <a:gd name="GluePoint5X" fmla="*/ 150 w 0"/>
              <a:gd name="GluePoint5Y" fmla="*/ 318 h 0"/>
              <a:gd name="GluePoint6X" fmla="*/ 108 w 0"/>
              <a:gd name="GluePoint6Y" fmla="*/ 292 h 0"/>
              <a:gd name="GluePoint7X" fmla="*/ 75 w 0"/>
              <a:gd name="GluePoint7Y" fmla="*/ 268 h 0"/>
              <a:gd name="GluePoint8X" fmla="*/ 48 w 0"/>
              <a:gd name="GluePoint8Y" fmla="*/ 243 h 0"/>
              <a:gd name="GluePoint9X" fmla="*/ 26 w 0"/>
              <a:gd name="GluePoint9Y" fmla="*/ 219 h 0"/>
              <a:gd name="GluePoint10X" fmla="*/ 11 w 0"/>
              <a:gd name="GluePoint10Y" fmla="*/ 195 h 0"/>
              <a:gd name="GluePoint11X" fmla="*/ 2 w 0"/>
              <a:gd name="GluePoint11Y" fmla="*/ 170 h 0"/>
              <a:gd name="GluePoint12X" fmla="*/ 0 w 0"/>
              <a:gd name="GluePoint12Y" fmla="*/ 146 h 0"/>
              <a:gd name="GluePoint13X" fmla="*/ 4 w 0"/>
              <a:gd name="GluePoint13Y" fmla="*/ 122 h 0"/>
              <a:gd name="GluePoint14X" fmla="*/ 15 w 0"/>
              <a:gd name="GluePoint14Y" fmla="*/ 97 h 0"/>
              <a:gd name="GluePoint15X" fmla="*/ 33 w 0"/>
              <a:gd name="GluePoint15Y" fmla="*/ 73 h 0"/>
              <a:gd name="GluePoint16X" fmla="*/ 55 w 0"/>
              <a:gd name="GluePoint16Y" fmla="*/ 49 h 0"/>
              <a:gd name="GluePoint17X" fmla="*/ 84 w 0"/>
              <a:gd name="GluePoint17Y" fmla="*/ 24 h 0"/>
              <a:gd name="GluePoint18X" fmla="*/ 121 w 0"/>
              <a:gd name="GluePoint18Y" fmla="*/ 0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373" h="416">
                <a:moveTo>
                  <a:pt x="373" y="416"/>
                </a:moveTo>
                <a:lnTo>
                  <a:pt x="309" y="391"/>
                </a:lnTo>
                <a:lnTo>
                  <a:pt x="249" y="367"/>
                </a:lnTo>
                <a:lnTo>
                  <a:pt x="196" y="343"/>
                </a:lnTo>
                <a:lnTo>
                  <a:pt x="150" y="318"/>
                </a:lnTo>
                <a:lnTo>
                  <a:pt x="108" y="292"/>
                </a:lnTo>
                <a:lnTo>
                  <a:pt x="75" y="268"/>
                </a:lnTo>
                <a:lnTo>
                  <a:pt x="48" y="243"/>
                </a:lnTo>
                <a:lnTo>
                  <a:pt x="26" y="219"/>
                </a:lnTo>
                <a:lnTo>
                  <a:pt x="11" y="195"/>
                </a:lnTo>
                <a:lnTo>
                  <a:pt x="2" y="170"/>
                </a:lnTo>
                <a:lnTo>
                  <a:pt x="0" y="146"/>
                </a:lnTo>
                <a:lnTo>
                  <a:pt x="4" y="122"/>
                </a:lnTo>
                <a:lnTo>
                  <a:pt x="15" y="97"/>
                </a:lnTo>
                <a:lnTo>
                  <a:pt x="33" y="73"/>
                </a:lnTo>
                <a:lnTo>
                  <a:pt x="55" y="49"/>
                </a:lnTo>
                <a:lnTo>
                  <a:pt x="84" y="24"/>
                </a:lnTo>
                <a:lnTo>
                  <a:pt x="121" y="0"/>
                </a:lnTo>
              </a:path>
            </a:pathLst>
          </a:custGeom>
          <a:noFill/>
          <a:ln w="14288">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rgbClr val="000000"/>
              </a:solidFill>
              <a:effectLst/>
              <a:uFillTx/>
              <a:latin typeface="Century Gothic"/>
            </a:endParaRPr>
          </a:p>
        </p:txBody>
      </p:sp>
      <p:sp>
        <p:nvSpPr>
          <p:cNvPr id="221" name="Freeform 40"/>
          <p:cNvSpPr/>
          <p:nvPr/>
        </p:nvSpPr>
        <p:spPr>
          <a:xfrm>
            <a:off x="5923440" y="3062880"/>
            <a:ext cx="124920" cy="104400"/>
          </a:xfrm>
          <a:custGeom>
            <a:avLst/>
            <a:gdLst>
              <a:gd name="textAreaLeft" fmla="*/ 0 w 124920"/>
              <a:gd name="textAreaRight" fmla="*/ 125280 w 124920"/>
              <a:gd name="textAreaTop" fmla="*/ 0 h 104400"/>
              <a:gd name="textAreaBottom" fmla="*/ 104760 h 104400"/>
              <a:gd name="GluePoint1X" fmla="*/ 0 w 0"/>
              <a:gd name="GluePoint1Y" fmla="*/ 5 h 0"/>
              <a:gd name="GluePoint2X" fmla="*/ 79 w 0"/>
              <a:gd name="GluePoint2Y" fmla="*/ 0 h 0"/>
              <a:gd name="GluePoint3X" fmla="*/ 35 w 0"/>
              <a:gd name="GluePoint3Y" fmla="*/ 66 h 0"/>
              <a:gd name="GluePoint4X" fmla="*/ 0 w 0"/>
              <a:gd name="GluePoint4Y" fmla="*/ 5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79" h="66">
                <a:moveTo>
                  <a:pt x="0" y="5"/>
                </a:moveTo>
                <a:lnTo>
                  <a:pt x="79" y="0"/>
                </a:lnTo>
                <a:lnTo>
                  <a:pt x="35" y="66"/>
                </a:lnTo>
                <a:lnTo>
                  <a:pt x="0" y="5"/>
                </a:lnTo>
                <a:close/>
              </a:path>
            </a:pathLst>
          </a:custGeom>
          <a:solidFill>
            <a:srgbClr val="000000"/>
          </a:solidFill>
          <a:ln w="9525">
            <a:noFill/>
          </a:ln>
        </p:spPr>
        <p:style>
          <a:lnRef idx="0"/>
          <a:fillRef idx="0"/>
          <a:effectRef idx="0"/>
          <a:fontRef idx="minor"/>
        </p:style>
        <p:txBody>
          <a:bodyPr lIns="90000" tIns="45000" rIns="90000" bIns="45000" anchor="t">
            <a:noAutofit/>
          </a:bodyPr>
          <a:p>
            <a:endParaRPr lang="es-ES" sz="1800" b="0" u="none" strike="noStrike">
              <a:solidFill>
                <a:srgbClr val="000000"/>
              </a:solidFill>
              <a:effectLst/>
              <a:uFillTx/>
              <a:latin typeface="Century Gothic"/>
            </a:endParaRPr>
          </a:p>
        </p:txBody>
      </p:sp>
      <p:sp>
        <p:nvSpPr>
          <p:cNvPr id="222" name="Freeform 41"/>
          <p:cNvSpPr/>
          <p:nvPr/>
        </p:nvSpPr>
        <p:spPr>
          <a:xfrm>
            <a:off x="6839280" y="2140560"/>
            <a:ext cx="536040" cy="684000"/>
          </a:xfrm>
          <a:custGeom>
            <a:avLst/>
            <a:gdLst>
              <a:gd name="textAreaLeft" fmla="*/ 0 w 536040"/>
              <a:gd name="textAreaRight" fmla="*/ 536400 w 536040"/>
              <a:gd name="textAreaTop" fmla="*/ 0 h 684000"/>
              <a:gd name="textAreaBottom" fmla="*/ 684360 h 684000"/>
              <a:gd name="GluePoint1X" fmla="*/ 0 w 0"/>
              <a:gd name="GluePoint1Y" fmla="*/ 431 h 0"/>
              <a:gd name="GluePoint2X" fmla="*/ 2 w 0"/>
              <a:gd name="GluePoint2Y" fmla="*/ 378 h 0"/>
              <a:gd name="GluePoint3X" fmla="*/ 6 w 0"/>
              <a:gd name="GluePoint3Y" fmla="*/ 327 h 0"/>
              <a:gd name="GluePoint4X" fmla="*/ 17 w 0"/>
              <a:gd name="GluePoint4Y" fmla="*/ 280 h 0"/>
              <a:gd name="GluePoint5X" fmla="*/ 33 w 0"/>
              <a:gd name="GluePoint5Y" fmla="*/ 236 h 0"/>
              <a:gd name="GluePoint6X" fmla="*/ 55 w 0"/>
              <a:gd name="GluePoint6Y" fmla="*/ 196 h 0"/>
              <a:gd name="GluePoint7X" fmla="*/ 79 w 0"/>
              <a:gd name="GluePoint7Y" fmla="*/ 159 h 0"/>
              <a:gd name="GluePoint8X" fmla="*/ 110 w 0"/>
              <a:gd name="GluePoint8Y" fmla="*/ 123 h 0"/>
              <a:gd name="GluePoint9X" fmla="*/ 145 w 0"/>
              <a:gd name="GluePoint9Y" fmla="*/ 93 h 0"/>
              <a:gd name="GluePoint10X" fmla="*/ 185 w 0"/>
              <a:gd name="GluePoint10Y" fmla="*/ 64 h 0"/>
              <a:gd name="GluePoint11X" fmla="*/ 232 w 0"/>
              <a:gd name="GluePoint11Y" fmla="*/ 39 h 0"/>
              <a:gd name="GluePoint12X" fmla="*/ 282 w 0"/>
              <a:gd name="GluePoint12Y" fmla="*/ 17 h 0"/>
              <a:gd name="GluePoint13X" fmla="*/ 338 w 0"/>
              <a:gd name="GluePoint13Y" fmla="*/ 0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338" h="431">
                <a:moveTo>
                  <a:pt x="0" y="431"/>
                </a:moveTo>
                <a:lnTo>
                  <a:pt x="2" y="378"/>
                </a:lnTo>
                <a:lnTo>
                  <a:pt x="6" y="327"/>
                </a:lnTo>
                <a:lnTo>
                  <a:pt x="17" y="280"/>
                </a:lnTo>
                <a:lnTo>
                  <a:pt x="33" y="236"/>
                </a:lnTo>
                <a:lnTo>
                  <a:pt x="55" y="196"/>
                </a:lnTo>
                <a:lnTo>
                  <a:pt x="79" y="159"/>
                </a:lnTo>
                <a:lnTo>
                  <a:pt x="110" y="123"/>
                </a:lnTo>
                <a:lnTo>
                  <a:pt x="145" y="93"/>
                </a:lnTo>
                <a:lnTo>
                  <a:pt x="185" y="64"/>
                </a:lnTo>
                <a:lnTo>
                  <a:pt x="232" y="39"/>
                </a:lnTo>
                <a:lnTo>
                  <a:pt x="282" y="17"/>
                </a:lnTo>
                <a:lnTo>
                  <a:pt x="338" y="0"/>
                </a:lnTo>
              </a:path>
            </a:pathLst>
          </a:custGeom>
          <a:noFill/>
          <a:ln w="14288">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rgbClr val="000000"/>
              </a:solidFill>
              <a:effectLst/>
              <a:uFillTx/>
              <a:latin typeface="Century Gothic"/>
            </a:endParaRPr>
          </a:p>
        </p:txBody>
      </p:sp>
      <p:sp>
        <p:nvSpPr>
          <p:cNvPr id="223" name="Freeform 42"/>
          <p:cNvSpPr/>
          <p:nvPr/>
        </p:nvSpPr>
        <p:spPr>
          <a:xfrm>
            <a:off x="7347240" y="2088360"/>
            <a:ext cx="126720" cy="107640"/>
          </a:xfrm>
          <a:custGeom>
            <a:avLst/>
            <a:gdLst>
              <a:gd name="textAreaLeft" fmla="*/ 0 w 126720"/>
              <a:gd name="textAreaRight" fmla="*/ 127080 w 126720"/>
              <a:gd name="textAreaTop" fmla="*/ 0 h 107640"/>
              <a:gd name="textAreaBottom" fmla="*/ 108000 h 107640"/>
              <a:gd name="GluePoint1X" fmla="*/ 18 w 0"/>
              <a:gd name="GluePoint1Y" fmla="*/ 68 h 0"/>
              <a:gd name="GluePoint2X" fmla="*/ 80 w 0"/>
              <a:gd name="GluePoint2Y" fmla="*/ 17 h 0"/>
              <a:gd name="GluePoint3X" fmla="*/ 0 w 0"/>
              <a:gd name="GluePoint3Y" fmla="*/ 0 h 0"/>
              <a:gd name="GluePoint4X" fmla="*/ 18 w 0"/>
              <a:gd name="GluePoint4Y" fmla="*/ 68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80" h="68">
                <a:moveTo>
                  <a:pt x="18" y="68"/>
                </a:moveTo>
                <a:lnTo>
                  <a:pt x="80" y="17"/>
                </a:lnTo>
                <a:lnTo>
                  <a:pt x="0" y="0"/>
                </a:lnTo>
                <a:lnTo>
                  <a:pt x="18" y="68"/>
                </a:lnTo>
                <a:close/>
              </a:path>
            </a:pathLst>
          </a:custGeom>
          <a:solidFill>
            <a:srgbClr val="000000"/>
          </a:solidFill>
          <a:ln w="9525">
            <a:noFill/>
          </a:ln>
        </p:spPr>
        <p:style>
          <a:lnRef idx="0"/>
          <a:fillRef idx="0"/>
          <a:effectRef idx="0"/>
          <a:fontRef idx="minor"/>
        </p:style>
        <p:txBody>
          <a:bodyPr lIns="90000" tIns="45000" rIns="90000" bIns="45000" anchor="t">
            <a:noAutofit/>
          </a:bodyPr>
          <a:p>
            <a:endParaRPr lang="es-ES" sz="1800" b="0" u="none" strike="noStrike">
              <a:solidFill>
                <a:srgbClr val="000000"/>
              </a:solidFill>
              <a:effectLst/>
              <a:uFillTx/>
              <a:latin typeface="Century Gothic"/>
            </a:endParaRPr>
          </a:p>
        </p:txBody>
      </p:sp>
      <p:sp>
        <p:nvSpPr>
          <p:cNvPr id="224" name="Line 43"/>
          <p:cNvSpPr/>
          <p:nvPr/>
        </p:nvSpPr>
        <p:spPr>
          <a:xfrm>
            <a:off x="8263080" y="2350080"/>
            <a:ext cx="1800" cy="14040"/>
          </a:xfrm>
          <a:prstGeom prst="line">
            <a:avLst/>
          </a:prstGeom>
          <a:ln w="14288">
            <a:solidFill>
              <a:srgbClr val="000000"/>
            </a:solidFill>
            <a:round/>
          </a:ln>
        </p:spPr>
        <p:style>
          <a:lnRef idx="0"/>
          <a:fillRef idx="0"/>
          <a:effectRef idx="0"/>
          <a:fontRef idx="minor"/>
        </p:style>
        <p:txBody>
          <a:bodyPr lIns="90000" tIns="-30960" rIns="90000" bIns="-30960" anchor="t">
            <a:noAutofit/>
          </a:bodyPr>
          <a:p>
            <a:endParaRPr lang="es-ES" sz="1800" b="0" u="none" strike="noStrike">
              <a:solidFill>
                <a:srgbClr val="000000"/>
              </a:solidFill>
              <a:effectLst/>
              <a:uFillTx/>
              <a:latin typeface="Century Gothic"/>
            </a:endParaRPr>
          </a:p>
        </p:txBody>
      </p:sp>
      <p:sp>
        <p:nvSpPr>
          <p:cNvPr id="225" name="Line 44"/>
          <p:cNvSpPr/>
          <p:nvPr/>
        </p:nvSpPr>
        <p:spPr>
          <a:xfrm>
            <a:off x="8263080" y="2427840"/>
            <a:ext cx="1800" cy="14040"/>
          </a:xfrm>
          <a:prstGeom prst="line">
            <a:avLst/>
          </a:prstGeom>
          <a:ln w="14288">
            <a:solidFill>
              <a:srgbClr val="000000"/>
            </a:solidFill>
            <a:round/>
          </a:ln>
        </p:spPr>
        <p:style>
          <a:lnRef idx="0"/>
          <a:fillRef idx="0"/>
          <a:effectRef idx="0"/>
          <a:fontRef idx="minor"/>
        </p:style>
        <p:txBody>
          <a:bodyPr lIns="90000" tIns="-30960" rIns="90000" bIns="-30960" anchor="t">
            <a:noAutofit/>
          </a:bodyPr>
          <a:p>
            <a:endParaRPr lang="es-ES" sz="1800" b="0" u="none" strike="noStrike">
              <a:solidFill>
                <a:srgbClr val="000000"/>
              </a:solidFill>
              <a:effectLst/>
              <a:uFillTx/>
              <a:latin typeface="Century Gothic"/>
            </a:endParaRPr>
          </a:p>
        </p:txBody>
      </p:sp>
      <p:sp>
        <p:nvSpPr>
          <p:cNvPr id="226" name="Line 45"/>
          <p:cNvSpPr/>
          <p:nvPr/>
        </p:nvSpPr>
        <p:spPr>
          <a:xfrm>
            <a:off x="8263080" y="2505600"/>
            <a:ext cx="1800" cy="12600"/>
          </a:xfrm>
          <a:prstGeom prst="line">
            <a:avLst/>
          </a:prstGeom>
          <a:ln w="14288">
            <a:solidFill>
              <a:srgbClr val="000000"/>
            </a:solidFill>
            <a:round/>
          </a:ln>
        </p:spPr>
        <p:style>
          <a:lnRef idx="0"/>
          <a:fillRef idx="0"/>
          <a:effectRef idx="0"/>
          <a:fontRef idx="minor"/>
        </p:style>
        <p:txBody>
          <a:bodyPr lIns="90000" tIns="-32400" rIns="90000" bIns="-32400" anchor="t">
            <a:noAutofit/>
          </a:bodyPr>
          <a:p>
            <a:endParaRPr lang="es-ES" sz="1800" b="0" u="none" strike="noStrike">
              <a:solidFill>
                <a:srgbClr val="000000"/>
              </a:solidFill>
              <a:effectLst/>
              <a:uFillTx/>
              <a:latin typeface="Century Gothic"/>
            </a:endParaRPr>
          </a:p>
        </p:txBody>
      </p:sp>
      <p:sp>
        <p:nvSpPr>
          <p:cNvPr id="227" name="Line 46"/>
          <p:cNvSpPr/>
          <p:nvPr/>
        </p:nvSpPr>
        <p:spPr>
          <a:xfrm>
            <a:off x="8263080" y="258156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228" name="Line 47"/>
          <p:cNvSpPr/>
          <p:nvPr/>
        </p:nvSpPr>
        <p:spPr>
          <a:xfrm>
            <a:off x="8263080" y="2659680"/>
            <a:ext cx="1800" cy="14040"/>
          </a:xfrm>
          <a:prstGeom prst="line">
            <a:avLst/>
          </a:prstGeom>
          <a:ln w="14288">
            <a:solidFill>
              <a:srgbClr val="000000"/>
            </a:solidFill>
            <a:round/>
          </a:ln>
        </p:spPr>
        <p:style>
          <a:lnRef idx="0"/>
          <a:fillRef idx="0"/>
          <a:effectRef idx="0"/>
          <a:fontRef idx="minor"/>
        </p:style>
        <p:txBody>
          <a:bodyPr lIns="90000" tIns="-30960" rIns="90000" bIns="-30960" anchor="t">
            <a:noAutofit/>
          </a:bodyPr>
          <a:p>
            <a:endParaRPr lang="es-ES" sz="1800" b="0" u="none" strike="noStrike">
              <a:solidFill>
                <a:srgbClr val="000000"/>
              </a:solidFill>
              <a:effectLst/>
              <a:uFillTx/>
              <a:latin typeface="Century Gothic"/>
            </a:endParaRPr>
          </a:p>
        </p:txBody>
      </p:sp>
      <p:sp>
        <p:nvSpPr>
          <p:cNvPr id="229" name="Line 48"/>
          <p:cNvSpPr/>
          <p:nvPr/>
        </p:nvSpPr>
        <p:spPr>
          <a:xfrm>
            <a:off x="8263080" y="2737440"/>
            <a:ext cx="1800" cy="12600"/>
          </a:xfrm>
          <a:prstGeom prst="line">
            <a:avLst/>
          </a:prstGeom>
          <a:ln w="14288">
            <a:solidFill>
              <a:srgbClr val="000000"/>
            </a:solidFill>
            <a:round/>
          </a:ln>
        </p:spPr>
        <p:style>
          <a:lnRef idx="0"/>
          <a:fillRef idx="0"/>
          <a:effectRef idx="0"/>
          <a:fontRef idx="minor"/>
        </p:style>
        <p:txBody>
          <a:bodyPr lIns="90000" tIns="-32400" rIns="90000" bIns="-32400" anchor="t">
            <a:noAutofit/>
          </a:bodyPr>
          <a:p>
            <a:endParaRPr lang="es-ES" sz="1800" b="0" u="none" strike="noStrike">
              <a:solidFill>
                <a:srgbClr val="000000"/>
              </a:solidFill>
              <a:effectLst/>
              <a:uFillTx/>
              <a:latin typeface="Century Gothic"/>
            </a:endParaRPr>
          </a:p>
        </p:txBody>
      </p:sp>
      <p:sp>
        <p:nvSpPr>
          <p:cNvPr id="230" name="Line 49"/>
          <p:cNvSpPr/>
          <p:nvPr/>
        </p:nvSpPr>
        <p:spPr>
          <a:xfrm>
            <a:off x="8263080" y="281340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231" name="Line 50"/>
          <p:cNvSpPr/>
          <p:nvPr/>
        </p:nvSpPr>
        <p:spPr>
          <a:xfrm>
            <a:off x="8263080" y="289116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232" name="Line 51"/>
          <p:cNvSpPr/>
          <p:nvPr/>
        </p:nvSpPr>
        <p:spPr>
          <a:xfrm>
            <a:off x="8263080" y="296748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233" name="Line 52"/>
          <p:cNvSpPr/>
          <p:nvPr/>
        </p:nvSpPr>
        <p:spPr>
          <a:xfrm>
            <a:off x="8263080" y="304524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234" name="Line 53"/>
          <p:cNvSpPr/>
          <p:nvPr/>
        </p:nvSpPr>
        <p:spPr>
          <a:xfrm>
            <a:off x="8263080" y="312300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235" name="Line 54"/>
          <p:cNvSpPr/>
          <p:nvPr/>
        </p:nvSpPr>
        <p:spPr>
          <a:xfrm>
            <a:off x="8263080" y="319932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236" name="Line 55"/>
          <p:cNvSpPr/>
          <p:nvPr/>
        </p:nvSpPr>
        <p:spPr>
          <a:xfrm>
            <a:off x="8263080" y="327708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237" name="Line 56"/>
          <p:cNvSpPr/>
          <p:nvPr/>
        </p:nvSpPr>
        <p:spPr>
          <a:xfrm>
            <a:off x="8263080" y="3354840"/>
            <a:ext cx="1800" cy="12600"/>
          </a:xfrm>
          <a:prstGeom prst="line">
            <a:avLst/>
          </a:prstGeom>
          <a:ln w="14288">
            <a:solidFill>
              <a:srgbClr val="000000"/>
            </a:solidFill>
            <a:round/>
          </a:ln>
        </p:spPr>
        <p:style>
          <a:lnRef idx="0"/>
          <a:fillRef idx="0"/>
          <a:effectRef idx="0"/>
          <a:fontRef idx="minor"/>
        </p:style>
        <p:txBody>
          <a:bodyPr lIns="90000" tIns="-32400" rIns="90000" bIns="-32400" anchor="t">
            <a:noAutofit/>
          </a:bodyPr>
          <a:p>
            <a:endParaRPr lang="es-ES" sz="1800" b="0" u="none" strike="noStrike">
              <a:solidFill>
                <a:srgbClr val="000000"/>
              </a:solidFill>
              <a:effectLst/>
              <a:uFillTx/>
              <a:latin typeface="Century Gothic"/>
            </a:endParaRPr>
          </a:p>
        </p:txBody>
      </p:sp>
      <p:sp>
        <p:nvSpPr>
          <p:cNvPr id="238" name="Line 57"/>
          <p:cNvSpPr/>
          <p:nvPr/>
        </p:nvSpPr>
        <p:spPr>
          <a:xfrm>
            <a:off x="8263080" y="3431160"/>
            <a:ext cx="1800" cy="14040"/>
          </a:xfrm>
          <a:prstGeom prst="line">
            <a:avLst/>
          </a:prstGeom>
          <a:ln w="14288">
            <a:solidFill>
              <a:srgbClr val="000000"/>
            </a:solidFill>
            <a:round/>
          </a:ln>
        </p:spPr>
        <p:style>
          <a:lnRef idx="0"/>
          <a:fillRef idx="0"/>
          <a:effectRef idx="0"/>
          <a:fontRef idx="minor"/>
        </p:style>
        <p:txBody>
          <a:bodyPr lIns="90000" tIns="-30960" rIns="90000" bIns="-30960" anchor="t">
            <a:noAutofit/>
          </a:bodyPr>
          <a:p>
            <a:endParaRPr lang="es-ES" sz="1800" b="0" u="none" strike="noStrike">
              <a:solidFill>
                <a:srgbClr val="000000"/>
              </a:solidFill>
              <a:effectLst/>
              <a:uFillTx/>
              <a:latin typeface="Century Gothic"/>
            </a:endParaRPr>
          </a:p>
        </p:txBody>
      </p:sp>
      <p:sp>
        <p:nvSpPr>
          <p:cNvPr id="239" name="Line 58"/>
          <p:cNvSpPr/>
          <p:nvPr/>
        </p:nvSpPr>
        <p:spPr>
          <a:xfrm>
            <a:off x="8263080" y="3508920"/>
            <a:ext cx="1800" cy="14040"/>
          </a:xfrm>
          <a:prstGeom prst="line">
            <a:avLst/>
          </a:prstGeom>
          <a:ln w="14288">
            <a:solidFill>
              <a:srgbClr val="000000"/>
            </a:solidFill>
            <a:round/>
          </a:ln>
        </p:spPr>
        <p:style>
          <a:lnRef idx="0"/>
          <a:fillRef idx="0"/>
          <a:effectRef idx="0"/>
          <a:fontRef idx="minor"/>
        </p:style>
        <p:txBody>
          <a:bodyPr lIns="90000" tIns="-30960" rIns="90000" bIns="-30960" anchor="t">
            <a:noAutofit/>
          </a:bodyPr>
          <a:p>
            <a:endParaRPr lang="es-ES" sz="1800" b="0" u="none" strike="noStrike">
              <a:solidFill>
                <a:srgbClr val="000000"/>
              </a:solidFill>
              <a:effectLst/>
              <a:uFillTx/>
              <a:latin typeface="Century Gothic"/>
            </a:endParaRPr>
          </a:p>
        </p:txBody>
      </p:sp>
      <p:sp>
        <p:nvSpPr>
          <p:cNvPr id="240" name="Line 59"/>
          <p:cNvSpPr/>
          <p:nvPr/>
        </p:nvSpPr>
        <p:spPr>
          <a:xfrm>
            <a:off x="8263080" y="3586680"/>
            <a:ext cx="1800" cy="12600"/>
          </a:xfrm>
          <a:prstGeom prst="line">
            <a:avLst/>
          </a:prstGeom>
          <a:ln w="14288">
            <a:solidFill>
              <a:srgbClr val="000000"/>
            </a:solidFill>
            <a:round/>
          </a:ln>
        </p:spPr>
        <p:style>
          <a:lnRef idx="0"/>
          <a:fillRef idx="0"/>
          <a:effectRef idx="0"/>
          <a:fontRef idx="minor"/>
        </p:style>
        <p:txBody>
          <a:bodyPr lIns="90000" tIns="-32400" rIns="90000" bIns="-32400" anchor="t">
            <a:noAutofit/>
          </a:bodyPr>
          <a:p>
            <a:endParaRPr lang="es-ES" sz="1800" b="0" u="none" strike="noStrike">
              <a:solidFill>
                <a:srgbClr val="000000"/>
              </a:solidFill>
              <a:effectLst/>
              <a:uFillTx/>
              <a:latin typeface="Century Gothic"/>
            </a:endParaRPr>
          </a:p>
        </p:txBody>
      </p:sp>
      <p:sp>
        <p:nvSpPr>
          <p:cNvPr id="241" name="Line 60"/>
          <p:cNvSpPr/>
          <p:nvPr/>
        </p:nvSpPr>
        <p:spPr>
          <a:xfrm>
            <a:off x="8263080" y="3663000"/>
            <a:ext cx="1800" cy="14040"/>
          </a:xfrm>
          <a:prstGeom prst="line">
            <a:avLst/>
          </a:prstGeom>
          <a:ln w="14288">
            <a:solidFill>
              <a:srgbClr val="000000"/>
            </a:solidFill>
            <a:round/>
          </a:ln>
        </p:spPr>
        <p:style>
          <a:lnRef idx="0"/>
          <a:fillRef idx="0"/>
          <a:effectRef idx="0"/>
          <a:fontRef idx="minor"/>
        </p:style>
        <p:txBody>
          <a:bodyPr lIns="90000" tIns="-30960" rIns="90000" bIns="-30960" anchor="t">
            <a:noAutofit/>
          </a:bodyPr>
          <a:p>
            <a:endParaRPr lang="es-ES" sz="1800" b="0" u="none" strike="noStrike">
              <a:solidFill>
                <a:srgbClr val="000000"/>
              </a:solidFill>
              <a:effectLst/>
              <a:uFillTx/>
              <a:latin typeface="Century Gothic"/>
            </a:endParaRPr>
          </a:p>
        </p:txBody>
      </p:sp>
      <p:sp>
        <p:nvSpPr>
          <p:cNvPr id="242" name="Line 61"/>
          <p:cNvSpPr/>
          <p:nvPr/>
        </p:nvSpPr>
        <p:spPr>
          <a:xfrm>
            <a:off x="8263080" y="3740760"/>
            <a:ext cx="1800" cy="14040"/>
          </a:xfrm>
          <a:prstGeom prst="line">
            <a:avLst/>
          </a:prstGeom>
          <a:ln w="14288">
            <a:solidFill>
              <a:srgbClr val="000000"/>
            </a:solidFill>
            <a:round/>
          </a:ln>
        </p:spPr>
        <p:style>
          <a:lnRef idx="0"/>
          <a:fillRef idx="0"/>
          <a:effectRef idx="0"/>
          <a:fontRef idx="minor"/>
        </p:style>
        <p:txBody>
          <a:bodyPr lIns="90000" tIns="-30960" rIns="90000" bIns="-30960" anchor="t">
            <a:noAutofit/>
          </a:bodyPr>
          <a:p>
            <a:endParaRPr lang="es-ES" sz="1800" b="0" u="none" strike="noStrike">
              <a:solidFill>
                <a:srgbClr val="000000"/>
              </a:solidFill>
              <a:effectLst/>
              <a:uFillTx/>
              <a:latin typeface="Century Gothic"/>
            </a:endParaRPr>
          </a:p>
        </p:txBody>
      </p:sp>
      <p:sp>
        <p:nvSpPr>
          <p:cNvPr id="243" name="Line 62"/>
          <p:cNvSpPr/>
          <p:nvPr/>
        </p:nvSpPr>
        <p:spPr>
          <a:xfrm>
            <a:off x="8263080" y="381672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244" name="Line 63"/>
          <p:cNvSpPr/>
          <p:nvPr/>
        </p:nvSpPr>
        <p:spPr>
          <a:xfrm>
            <a:off x="8263080" y="389448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245" name="Line 64"/>
          <p:cNvSpPr/>
          <p:nvPr/>
        </p:nvSpPr>
        <p:spPr>
          <a:xfrm>
            <a:off x="8263080" y="397224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246" name="Line 65"/>
          <p:cNvSpPr/>
          <p:nvPr/>
        </p:nvSpPr>
        <p:spPr>
          <a:xfrm>
            <a:off x="8263080" y="404856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247" name="Line 66"/>
          <p:cNvSpPr/>
          <p:nvPr/>
        </p:nvSpPr>
        <p:spPr>
          <a:xfrm>
            <a:off x="8263080" y="412632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248" name="Line 67"/>
          <p:cNvSpPr/>
          <p:nvPr/>
        </p:nvSpPr>
        <p:spPr>
          <a:xfrm>
            <a:off x="8263080" y="4204080"/>
            <a:ext cx="1800" cy="12960"/>
          </a:xfrm>
          <a:prstGeom prst="line">
            <a:avLst/>
          </a:prstGeom>
          <a:ln w="14288">
            <a:solidFill>
              <a:srgbClr val="000000"/>
            </a:solidFill>
            <a:round/>
          </a:ln>
        </p:spPr>
        <p:style>
          <a:lnRef idx="0"/>
          <a:fillRef idx="0"/>
          <a:effectRef idx="0"/>
          <a:fontRef idx="minor"/>
        </p:style>
        <p:txBody>
          <a:bodyPr lIns="90000" tIns="-32040" rIns="90000" bIns="-32040" anchor="t">
            <a:noAutofit/>
          </a:bodyPr>
          <a:p>
            <a:endParaRPr lang="es-ES" sz="1800" b="0" u="none" strike="noStrike">
              <a:solidFill>
                <a:srgbClr val="000000"/>
              </a:solidFill>
              <a:effectLst/>
              <a:uFillTx/>
              <a:latin typeface="Century Gothic"/>
            </a:endParaRPr>
          </a:p>
        </p:txBody>
      </p:sp>
      <p:sp>
        <p:nvSpPr>
          <p:cNvPr id="249" name="Line 68"/>
          <p:cNvSpPr/>
          <p:nvPr/>
        </p:nvSpPr>
        <p:spPr>
          <a:xfrm>
            <a:off x="8263080" y="428040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250" name="Line 69"/>
          <p:cNvSpPr/>
          <p:nvPr/>
        </p:nvSpPr>
        <p:spPr>
          <a:xfrm>
            <a:off x="8263080" y="435816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251" name="Line 70"/>
          <p:cNvSpPr/>
          <p:nvPr/>
        </p:nvSpPr>
        <p:spPr>
          <a:xfrm>
            <a:off x="8263080" y="4434480"/>
            <a:ext cx="1800" cy="14040"/>
          </a:xfrm>
          <a:prstGeom prst="line">
            <a:avLst/>
          </a:prstGeom>
          <a:ln w="14288">
            <a:solidFill>
              <a:srgbClr val="000000"/>
            </a:solidFill>
            <a:round/>
          </a:ln>
        </p:spPr>
        <p:style>
          <a:lnRef idx="0"/>
          <a:fillRef idx="0"/>
          <a:effectRef idx="0"/>
          <a:fontRef idx="minor"/>
        </p:style>
        <p:txBody>
          <a:bodyPr lIns="90000" tIns="-30960" rIns="90000" bIns="-30960" anchor="t">
            <a:noAutofit/>
          </a:bodyPr>
          <a:p>
            <a:endParaRPr lang="es-ES" sz="1800" b="0" u="none" strike="noStrike">
              <a:solidFill>
                <a:srgbClr val="000000"/>
              </a:solidFill>
              <a:effectLst/>
              <a:uFillTx/>
              <a:latin typeface="Century Gothic"/>
            </a:endParaRPr>
          </a:p>
        </p:txBody>
      </p:sp>
      <p:sp>
        <p:nvSpPr>
          <p:cNvPr id="252" name="Line 71"/>
          <p:cNvSpPr/>
          <p:nvPr/>
        </p:nvSpPr>
        <p:spPr>
          <a:xfrm>
            <a:off x="8263080" y="4512240"/>
            <a:ext cx="1800" cy="14040"/>
          </a:xfrm>
          <a:prstGeom prst="line">
            <a:avLst/>
          </a:prstGeom>
          <a:ln w="14288">
            <a:solidFill>
              <a:srgbClr val="000000"/>
            </a:solidFill>
            <a:round/>
          </a:ln>
        </p:spPr>
        <p:style>
          <a:lnRef idx="0"/>
          <a:fillRef idx="0"/>
          <a:effectRef idx="0"/>
          <a:fontRef idx="minor"/>
        </p:style>
        <p:txBody>
          <a:bodyPr lIns="90000" tIns="-30960" rIns="90000" bIns="-30960" anchor="t">
            <a:noAutofit/>
          </a:bodyPr>
          <a:p>
            <a:endParaRPr lang="es-ES" sz="1800" b="0" u="none" strike="noStrike">
              <a:solidFill>
                <a:srgbClr val="000000"/>
              </a:solidFill>
              <a:effectLst/>
              <a:uFillTx/>
              <a:latin typeface="Century Gothic"/>
            </a:endParaRPr>
          </a:p>
        </p:txBody>
      </p:sp>
      <p:sp>
        <p:nvSpPr>
          <p:cNvPr id="253" name="Line 72"/>
          <p:cNvSpPr/>
          <p:nvPr/>
        </p:nvSpPr>
        <p:spPr>
          <a:xfrm>
            <a:off x="8263080" y="4590000"/>
            <a:ext cx="1800" cy="14040"/>
          </a:xfrm>
          <a:prstGeom prst="line">
            <a:avLst/>
          </a:prstGeom>
          <a:ln w="14288">
            <a:solidFill>
              <a:srgbClr val="000000"/>
            </a:solidFill>
            <a:round/>
          </a:ln>
        </p:spPr>
        <p:style>
          <a:lnRef idx="0"/>
          <a:fillRef idx="0"/>
          <a:effectRef idx="0"/>
          <a:fontRef idx="minor"/>
        </p:style>
        <p:txBody>
          <a:bodyPr lIns="90000" tIns="-30960" rIns="90000" bIns="-30960" anchor="t">
            <a:noAutofit/>
          </a:bodyPr>
          <a:p>
            <a:endParaRPr lang="es-ES" sz="1800" b="0" u="none" strike="noStrike">
              <a:solidFill>
                <a:srgbClr val="000000"/>
              </a:solidFill>
              <a:effectLst/>
              <a:uFillTx/>
              <a:latin typeface="Century Gothic"/>
            </a:endParaRPr>
          </a:p>
        </p:txBody>
      </p:sp>
      <p:sp>
        <p:nvSpPr>
          <p:cNvPr id="254" name="Line 73"/>
          <p:cNvSpPr/>
          <p:nvPr/>
        </p:nvSpPr>
        <p:spPr>
          <a:xfrm>
            <a:off x="8263080" y="466596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255" name="Line 74"/>
          <p:cNvSpPr/>
          <p:nvPr/>
        </p:nvSpPr>
        <p:spPr>
          <a:xfrm>
            <a:off x="8263080" y="4744080"/>
            <a:ext cx="1800" cy="14040"/>
          </a:xfrm>
          <a:prstGeom prst="line">
            <a:avLst/>
          </a:prstGeom>
          <a:ln w="14288">
            <a:solidFill>
              <a:srgbClr val="000000"/>
            </a:solidFill>
            <a:round/>
          </a:ln>
        </p:spPr>
        <p:style>
          <a:lnRef idx="0"/>
          <a:fillRef idx="0"/>
          <a:effectRef idx="0"/>
          <a:fontRef idx="minor"/>
        </p:style>
        <p:txBody>
          <a:bodyPr lIns="90000" tIns="-30960" rIns="90000" bIns="-30960" anchor="t">
            <a:noAutofit/>
          </a:bodyPr>
          <a:p>
            <a:endParaRPr lang="es-ES" sz="1800" b="0" u="none" strike="noStrike">
              <a:solidFill>
                <a:srgbClr val="000000"/>
              </a:solidFill>
              <a:effectLst/>
              <a:uFillTx/>
              <a:latin typeface="Century Gothic"/>
            </a:endParaRPr>
          </a:p>
        </p:txBody>
      </p:sp>
      <p:sp>
        <p:nvSpPr>
          <p:cNvPr id="256" name="Line 75"/>
          <p:cNvSpPr/>
          <p:nvPr/>
        </p:nvSpPr>
        <p:spPr>
          <a:xfrm>
            <a:off x="8263080" y="4821840"/>
            <a:ext cx="1800" cy="14040"/>
          </a:xfrm>
          <a:prstGeom prst="line">
            <a:avLst/>
          </a:prstGeom>
          <a:ln w="14288">
            <a:solidFill>
              <a:srgbClr val="000000"/>
            </a:solidFill>
            <a:round/>
          </a:ln>
        </p:spPr>
        <p:style>
          <a:lnRef idx="0"/>
          <a:fillRef idx="0"/>
          <a:effectRef idx="0"/>
          <a:fontRef idx="minor"/>
        </p:style>
        <p:txBody>
          <a:bodyPr lIns="90000" tIns="-30960" rIns="90000" bIns="-30960" anchor="t">
            <a:noAutofit/>
          </a:bodyPr>
          <a:p>
            <a:endParaRPr lang="es-ES" sz="1800" b="0" u="none" strike="noStrike">
              <a:solidFill>
                <a:srgbClr val="000000"/>
              </a:solidFill>
              <a:effectLst/>
              <a:uFillTx/>
              <a:latin typeface="Century Gothic"/>
            </a:endParaRPr>
          </a:p>
        </p:txBody>
      </p:sp>
      <p:sp>
        <p:nvSpPr>
          <p:cNvPr id="257" name="Line 76"/>
          <p:cNvSpPr/>
          <p:nvPr/>
        </p:nvSpPr>
        <p:spPr>
          <a:xfrm>
            <a:off x="8263080" y="489780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258" name="Line 77"/>
          <p:cNvSpPr/>
          <p:nvPr/>
        </p:nvSpPr>
        <p:spPr>
          <a:xfrm>
            <a:off x="8263080" y="497556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259" name="Line 78"/>
          <p:cNvSpPr/>
          <p:nvPr/>
        </p:nvSpPr>
        <p:spPr>
          <a:xfrm>
            <a:off x="8263080" y="5053320"/>
            <a:ext cx="1800" cy="12960"/>
          </a:xfrm>
          <a:prstGeom prst="line">
            <a:avLst/>
          </a:prstGeom>
          <a:ln w="14288">
            <a:solidFill>
              <a:srgbClr val="000000"/>
            </a:solidFill>
            <a:round/>
          </a:ln>
        </p:spPr>
        <p:style>
          <a:lnRef idx="0"/>
          <a:fillRef idx="0"/>
          <a:effectRef idx="0"/>
          <a:fontRef idx="minor"/>
        </p:style>
        <p:txBody>
          <a:bodyPr lIns="90000" tIns="-32040" rIns="90000" bIns="-32040" anchor="t">
            <a:noAutofit/>
          </a:bodyPr>
          <a:p>
            <a:endParaRPr lang="es-ES" sz="1800" b="0" u="none" strike="noStrike">
              <a:solidFill>
                <a:srgbClr val="000000"/>
              </a:solidFill>
              <a:effectLst/>
              <a:uFillTx/>
              <a:latin typeface="Century Gothic"/>
            </a:endParaRPr>
          </a:p>
        </p:txBody>
      </p:sp>
      <p:sp>
        <p:nvSpPr>
          <p:cNvPr id="260" name="Line 79"/>
          <p:cNvSpPr/>
          <p:nvPr/>
        </p:nvSpPr>
        <p:spPr>
          <a:xfrm>
            <a:off x="8263080" y="512964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261" name="Line 80"/>
          <p:cNvSpPr/>
          <p:nvPr/>
        </p:nvSpPr>
        <p:spPr>
          <a:xfrm>
            <a:off x="8263080" y="520740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262" name="Line 81"/>
          <p:cNvSpPr/>
          <p:nvPr/>
        </p:nvSpPr>
        <p:spPr>
          <a:xfrm>
            <a:off x="8263080" y="528372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263" name="Line 82"/>
          <p:cNvSpPr/>
          <p:nvPr/>
        </p:nvSpPr>
        <p:spPr>
          <a:xfrm>
            <a:off x="8263080" y="536148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264" name="Line 83"/>
          <p:cNvSpPr/>
          <p:nvPr/>
        </p:nvSpPr>
        <p:spPr>
          <a:xfrm>
            <a:off x="8263080" y="543924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265" name="Line 84"/>
          <p:cNvSpPr/>
          <p:nvPr/>
        </p:nvSpPr>
        <p:spPr>
          <a:xfrm>
            <a:off x="8263080" y="5515560"/>
            <a:ext cx="1800" cy="14040"/>
          </a:xfrm>
          <a:prstGeom prst="line">
            <a:avLst/>
          </a:prstGeom>
          <a:ln w="14288">
            <a:solidFill>
              <a:srgbClr val="000000"/>
            </a:solidFill>
            <a:round/>
          </a:ln>
        </p:spPr>
        <p:style>
          <a:lnRef idx="0"/>
          <a:fillRef idx="0"/>
          <a:effectRef idx="0"/>
          <a:fontRef idx="minor"/>
        </p:style>
        <p:txBody>
          <a:bodyPr lIns="90000" tIns="-30960" rIns="90000" bIns="-30960" anchor="t">
            <a:noAutofit/>
          </a:bodyPr>
          <a:p>
            <a:endParaRPr lang="es-ES" sz="1800" b="0" u="none" strike="noStrike">
              <a:solidFill>
                <a:srgbClr val="000000"/>
              </a:solidFill>
              <a:effectLst/>
              <a:uFillTx/>
              <a:latin typeface="Century Gothic"/>
            </a:endParaRPr>
          </a:p>
        </p:txBody>
      </p:sp>
      <p:sp>
        <p:nvSpPr>
          <p:cNvPr id="266" name="Line 85"/>
          <p:cNvSpPr/>
          <p:nvPr/>
        </p:nvSpPr>
        <p:spPr>
          <a:xfrm>
            <a:off x="8263080" y="5593320"/>
            <a:ext cx="1800" cy="14040"/>
          </a:xfrm>
          <a:prstGeom prst="line">
            <a:avLst/>
          </a:prstGeom>
          <a:ln w="14288">
            <a:solidFill>
              <a:srgbClr val="000000"/>
            </a:solidFill>
            <a:round/>
          </a:ln>
        </p:spPr>
        <p:style>
          <a:lnRef idx="0"/>
          <a:fillRef idx="0"/>
          <a:effectRef idx="0"/>
          <a:fontRef idx="minor"/>
        </p:style>
        <p:txBody>
          <a:bodyPr lIns="90000" tIns="-30960" rIns="90000" bIns="-30960" anchor="t">
            <a:noAutofit/>
          </a:bodyPr>
          <a:p>
            <a:endParaRPr lang="es-ES" sz="1800" b="0" u="none" strike="noStrike">
              <a:solidFill>
                <a:srgbClr val="000000"/>
              </a:solidFill>
              <a:effectLst/>
              <a:uFillTx/>
              <a:latin typeface="Century Gothic"/>
            </a:endParaRPr>
          </a:p>
        </p:txBody>
      </p:sp>
      <p:sp>
        <p:nvSpPr>
          <p:cNvPr id="267" name="Line 86"/>
          <p:cNvSpPr/>
          <p:nvPr/>
        </p:nvSpPr>
        <p:spPr>
          <a:xfrm>
            <a:off x="7631280" y="306288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268" name="Line 87"/>
          <p:cNvSpPr/>
          <p:nvPr/>
        </p:nvSpPr>
        <p:spPr>
          <a:xfrm>
            <a:off x="7674120" y="312624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269" name="Line 88"/>
          <p:cNvSpPr/>
          <p:nvPr/>
        </p:nvSpPr>
        <p:spPr>
          <a:xfrm>
            <a:off x="7715520" y="3189600"/>
            <a:ext cx="648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270" name="Line 89"/>
          <p:cNvSpPr/>
          <p:nvPr/>
        </p:nvSpPr>
        <p:spPr>
          <a:xfrm>
            <a:off x="7758360" y="325152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271" name="Line 90"/>
          <p:cNvSpPr/>
          <p:nvPr/>
        </p:nvSpPr>
        <p:spPr>
          <a:xfrm>
            <a:off x="7799760" y="331524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272" name="Line 91"/>
          <p:cNvSpPr/>
          <p:nvPr/>
        </p:nvSpPr>
        <p:spPr>
          <a:xfrm>
            <a:off x="7842600" y="3378600"/>
            <a:ext cx="61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273" name="Line 92"/>
          <p:cNvSpPr/>
          <p:nvPr/>
        </p:nvSpPr>
        <p:spPr>
          <a:xfrm>
            <a:off x="7883640" y="3442320"/>
            <a:ext cx="792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274" name="Line 93"/>
          <p:cNvSpPr/>
          <p:nvPr/>
        </p:nvSpPr>
        <p:spPr>
          <a:xfrm>
            <a:off x="7926480" y="3505680"/>
            <a:ext cx="648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275" name="Line 94"/>
          <p:cNvSpPr/>
          <p:nvPr/>
        </p:nvSpPr>
        <p:spPr>
          <a:xfrm>
            <a:off x="7967880" y="356760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276" name="Line 95"/>
          <p:cNvSpPr/>
          <p:nvPr/>
        </p:nvSpPr>
        <p:spPr>
          <a:xfrm>
            <a:off x="8010720" y="363096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277" name="Line 96"/>
          <p:cNvSpPr/>
          <p:nvPr/>
        </p:nvSpPr>
        <p:spPr>
          <a:xfrm>
            <a:off x="8052120" y="369468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278" name="Line 97"/>
          <p:cNvSpPr/>
          <p:nvPr/>
        </p:nvSpPr>
        <p:spPr>
          <a:xfrm>
            <a:off x="8094960" y="3758040"/>
            <a:ext cx="648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279" name="Line 98"/>
          <p:cNvSpPr/>
          <p:nvPr/>
        </p:nvSpPr>
        <p:spPr>
          <a:xfrm>
            <a:off x="8136360" y="3821400"/>
            <a:ext cx="792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280" name="Line 99"/>
          <p:cNvSpPr/>
          <p:nvPr/>
        </p:nvSpPr>
        <p:spPr>
          <a:xfrm>
            <a:off x="8179200" y="3883320"/>
            <a:ext cx="61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281" name="Line 100"/>
          <p:cNvSpPr/>
          <p:nvPr/>
        </p:nvSpPr>
        <p:spPr>
          <a:xfrm>
            <a:off x="8220240" y="394704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282" name="Line 101"/>
          <p:cNvSpPr/>
          <p:nvPr/>
        </p:nvSpPr>
        <p:spPr>
          <a:xfrm>
            <a:off x="8263080" y="401040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283" name="Line 102"/>
          <p:cNvSpPr/>
          <p:nvPr/>
        </p:nvSpPr>
        <p:spPr>
          <a:xfrm>
            <a:off x="8304480" y="4074120"/>
            <a:ext cx="792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284" name="Line 103"/>
          <p:cNvSpPr/>
          <p:nvPr/>
        </p:nvSpPr>
        <p:spPr>
          <a:xfrm>
            <a:off x="8347320" y="4137480"/>
            <a:ext cx="648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285" name="Line 104"/>
          <p:cNvSpPr/>
          <p:nvPr/>
        </p:nvSpPr>
        <p:spPr>
          <a:xfrm>
            <a:off x="8388720" y="419940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286" name="Line 105"/>
          <p:cNvSpPr/>
          <p:nvPr/>
        </p:nvSpPr>
        <p:spPr>
          <a:xfrm>
            <a:off x="8431560" y="4262760"/>
            <a:ext cx="61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287" name="Line 106"/>
          <p:cNvSpPr/>
          <p:nvPr/>
        </p:nvSpPr>
        <p:spPr>
          <a:xfrm>
            <a:off x="8472600" y="432648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288" name="Line 107"/>
          <p:cNvSpPr/>
          <p:nvPr/>
        </p:nvSpPr>
        <p:spPr>
          <a:xfrm>
            <a:off x="8515440" y="4389840"/>
            <a:ext cx="648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289" name="Line 108"/>
          <p:cNvSpPr/>
          <p:nvPr/>
        </p:nvSpPr>
        <p:spPr>
          <a:xfrm>
            <a:off x="8556840" y="4453560"/>
            <a:ext cx="792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290" name="Line 109"/>
          <p:cNvSpPr/>
          <p:nvPr/>
        </p:nvSpPr>
        <p:spPr>
          <a:xfrm>
            <a:off x="8599680" y="4515480"/>
            <a:ext cx="6480" cy="10800"/>
          </a:xfrm>
          <a:prstGeom prst="line">
            <a:avLst/>
          </a:prstGeom>
          <a:ln w="14288">
            <a:solidFill>
              <a:srgbClr val="000000"/>
            </a:solidFill>
            <a:round/>
          </a:ln>
        </p:spPr>
        <p:style>
          <a:lnRef idx="0"/>
          <a:fillRef idx="0"/>
          <a:effectRef idx="0"/>
          <a:fontRef idx="minor"/>
        </p:style>
        <p:txBody>
          <a:bodyPr lIns="90000" tIns="-34200" rIns="90000" bIns="-34200" anchor="t">
            <a:noAutofit/>
          </a:bodyPr>
          <a:p>
            <a:endParaRPr lang="es-ES" sz="1800" b="0" u="none" strike="noStrike">
              <a:solidFill>
                <a:srgbClr val="000000"/>
              </a:solidFill>
              <a:effectLst/>
              <a:uFillTx/>
              <a:latin typeface="Century Gothic"/>
            </a:endParaRPr>
          </a:p>
        </p:txBody>
      </p:sp>
      <p:sp>
        <p:nvSpPr>
          <p:cNvPr id="291" name="Line 110"/>
          <p:cNvSpPr/>
          <p:nvPr/>
        </p:nvSpPr>
        <p:spPr>
          <a:xfrm>
            <a:off x="8642520" y="457884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292" name="Line 111"/>
          <p:cNvSpPr/>
          <p:nvPr/>
        </p:nvSpPr>
        <p:spPr>
          <a:xfrm>
            <a:off x="8683920" y="464220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293" name="Line 112"/>
          <p:cNvSpPr/>
          <p:nvPr/>
        </p:nvSpPr>
        <p:spPr>
          <a:xfrm>
            <a:off x="8726760" y="4705920"/>
            <a:ext cx="648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294" name="Line 113"/>
          <p:cNvSpPr/>
          <p:nvPr/>
        </p:nvSpPr>
        <p:spPr>
          <a:xfrm>
            <a:off x="8768160" y="4769280"/>
            <a:ext cx="612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295" name="Line 114"/>
          <p:cNvSpPr/>
          <p:nvPr/>
        </p:nvSpPr>
        <p:spPr>
          <a:xfrm>
            <a:off x="8811000" y="4831200"/>
            <a:ext cx="61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296" name="Line 115"/>
          <p:cNvSpPr/>
          <p:nvPr/>
        </p:nvSpPr>
        <p:spPr>
          <a:xfrm>
            <a:off x="8852040" y="489456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297" name="Line 116"/>
          <p:cNvSpPr/>
          <p:nvPr/>
        </p:nvSpPr>
        <p:spPr>
          <a:xfrm>
            <a:off x="7158240" y="4010400"/>
            <a:ext cx="14400" cy="1800"/>
          </a:xfrm>
          <a:prstGeom prst="line">
            <a:avLst/>
          </a:prstGeom>
          <a:ln w="14288">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rgbClr val="000000"/>
              </a:solidFill>
              <a:effectLst/>
              <a:uFillTx/>
              <a:latin typeface="Century Gothic"/>
            </a:endParaRPr>
          </a:p>
        </p:txBody>
      </p:sp>
      <p:sp>
        <p:nvSpPr>
          <p:cNvPr id="298" name="Line 117"/>
          <p:cNvSpPr/>
          <p:nvPr/>
        </p:nvSpPr>
        <p:spPr>
          <a:xfrm>
            <a:off x="7234560" y="4010400"/>
            <a:ext cx="14040" cy="1800"/>
          </a:xfrm>
          <a:prstGeom prst="line">
            <a:avLst/>
          </a:prstGeom>
          <a:ln w="14288">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rgbClr val="000000"/>
              </a:solidFill>
              <a:effectLst/>
              <a:uFillTx/>
              <a:latin typeface="Century Gothic"/>
            </a:endParaRPr>
          </a:p>
        </p:txBody>
      </p:sp>
      <p:sp>
        <p:nvSpPr>
          <p:cNvPr id="299" name="Line 118"/>
          <p:cNvSpPr/>
          <p:nvPr/>
        </p:nvSpPr>
        <p:spPr>
          <a:xfrm>
            <a:off x="7312320" y="4010400"/>
            <a:ext cx="14400" cy="1800"/>
          </a:xfrm>
          <a:prstGeom prst="line">
            <a:avLst/>
          </a:prstGeom>
          <a:ln w="14288">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rgbClr val="000000"/>
              </a:solidFill>
              <a:effectLst/>
              <a:uFillTx/>
              <a:latin typeface="Century Gothic"/>
            </a:endParaRPr>
          </a:p>
        </p:txBody>
      </p:sp>
      <p:sp>
        <p:nvSpPr>
          <p:cNvPr id="300" name="Line 119"/>
          <p:cNvSpPr/>
          <p:nvPr/>
        </p:nvSpPr>
        <p:spPr>
          <a:xfrm>
            <a:off x="7390080" y="4010400"/>
            <a:ext cx="12600" cy="1800"/>
          </a:xfrm>
          <a:prstGeom prst="line">
            <a:avLst/>
          </a:prstGeom>
          <a:ln w="14288">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rgbClr val="000000"/>
              </a:solidFill>
              <a:effectLst/>
              <a:uFillTx/>
              <a:latin typeface="Century Gothic"/>
            </a:endParaRPr>
          </a:p>
        </p:txBody>
      </p:sp>
      <p:sp>
        <p:nvSpPr>
          <p:cNvPr id="301" name="Line 120"/>
          <p:cNvSpPr/>
          <p:nvPr/>
        </p:nvSpPr>
        <p:spPr>
          <a:xfrm>
            <a:off x="7466400" y="4010400"/>
            <a:ext cx="14040" cy="1800"/>
          </a:xfrm>
          <a:prstGeom prst="line">
            <a:avLst/>
          </a:prstGeom>
          <a:ln w="14288">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rgbClr val="000000"/>
              </a:solidFill>
              <a:effectLst/>
              <a:uFillTx/>
              <a:latin typeface="Century Gothic"/>
            </a:endParaRPr>
          </a:p>
        </p:txBody>
      </p:sp>
      <p:sp>
        <p:nvSpPr>
          <p:cNvPr id="302" name="Line 121"/>
          <p:cNvSpPr/>
          <p:nvPr/>
        </p:nvSpPr>
        <p:spPr>
          <a:xfrm>
            <a:off x="7544160" y="4010400"/>
            <a:ext cx="14040" cy="1800"/>
          </a:xfrm>
          <a:prstGeom prst="line">
            <a:avLst/>
          </a:prstGeom>
          <a:ln w="14288">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rgbClr val="000000"/>
              </a:solidFill>
              <a:effectLst/>
              <a:uFillTx/>
              <a:latin typeface="Century Gothic"/>
            </a:endParaRPr>
          </a:p>
        </p:txBody>
      </p:sp>
      <p:sp>
        <p:nvSpPr>
          <p:cNvPr id="303" name="Line 122"/>
          <p:cNvSpPr/>
          <p:nvPr/>
        </p:nvSpPr>
        <p:spPr>
          <a:xfrm>
            <a:off x="7620120" y="4010400"/>
            <a:ext cx="14400" cy="1800"/>
          </a:xfrm>
          <a:prstGeom prst="line">
            <a:avLst/>
          </a:prstGeom>
          <a:ln w="14288">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rgbClr val="000000"/>
              </a:solidFill>
              <a:effectLst/>
              <a:uFillTx/>
              <a:latin typeface="Century Gothic"/>
            </a:endParaRPr>
          </a:p>
        </p:txBody>
      </p:sp>
      <p:sp>
        <p:nvSpPr>
          <p:cNvPr id="304" name="Line 123"/>
          <p:cNvSpPr/>
          <p:nvPr/>
        </p:nvSpPr>
        <p:spPr>
          <a:xfrm>
            <a:off x="7697880" y="4010400"/>
            <a:ext cx="14400" cy="1800"/>
          </a:xfrm>
          <a:prstGeom prst="line">
            <a:avLst/>
          </a:prstGeom>
          <a:ln w="14288">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rgbClr val="000000"/>
              </a:solidFill>
              <a:effectLst/>
              <a:uFillTx/>
              <a:latin typeface="Century Gothic"/>
            </a:endParaRPr>
          </a:p>
        </p:txBody>
      </p:sp>
      <p:sp>
        <p:nvSpPr>
          <p:cNvPr id="305" name="Line 124"/>
          <p:cNvSpPr/>
          <p:nvPr/>
        </p:nvSpPr>
        <p:spPr>
          <a:xfrm>
            <a:off x="7776000" y="4010400"/>
            <a:ext cx="12600" cy="1800"/>
          </a:xfrm>
          <a:prstGeom prst="line">
            <a:avLst/>
          </a:prstGeom>
          <a:ln w="14288">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rgbClr val="000000"/>
              </a:solidFill>
              <a:effectLst/>
              <a:uFillTx/>
              <a:latin typeface="Century Gothic"/>
            </a:endParaRPr>
          </a:p>
        </p:txBody>
      </p:sp>
      <p:sp>
        <p:nvSpPr>
          <p:cNvPr id="306" name="Line 125"/>
          <p:cNvSpPr/>
          <p:nvPr/>
        </p:nvSpPr>
        <p:spPr>
          <a:xfrm>
            <a:off x="7851960" y="4010400"/>
            <a:ext cx="14400" cy="1800"/>
          </a:xfrm>
          <a:prstGeom prst="line">
            <a:avLst/>
          </a:prstGeom>
          <a:ln w="14288">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rgbClr val="000000"/>
              </a:solidFill>
              <a:effectLst/>
              <a:uFillTx/>
              <a:latin typeface="Century Gothic"/>
            </a:endParaRPr>
          </a:p>
        </p:txBody>
      </p:sp>
      <p:sp>
        <p:nvSpPr>
          <p:cNvPr id="307" name="Line 126"/>
          <p:cNvSpPr/>
          <p:nvPr/>
        </p:nvSpPr>
        <p:spPr>
          <a:xfrm>
            <a:off x="7929720" y="4010400"/>
            <a:ext cx="14400" cy="1800"/>
          </a:xfrm>
          <a:prstGeom prst="line">
            <a:avLst/>
          </a:prstGeom>
          <a:ln w="14288">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rgbClr val="000000"/>
              </a:solidFill>
              <a:effectLst/>
              <a:uFillTx/>
              <a:latin typeface="Century Gothic"/>
            </a:endParaRPr>
          </a:p>
        </p:txBody>
      </p:sp>
      <p:sp>
        <p:nvSpPr>
          <p:cNvPr id="308" name="Line 127"/>
          <p:cNvSpPr/>
          <p:nvPr/>
        </p:nvSpPr>
        <p:spPr>
          <a:xfrm>
            <a:off x="8007480" y="4010400"/>
            <a:ext cx="12960" cy="1800"/>
          </a:xfrm>
          <a:prstGeom prst="line">
            <a:avLst/>
          </a:prstGeom>
          <a:ln w="14288">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rgbClr val="000000"/>
              </a:solidFill>
              <a:effectLst/>
              <a:uFillTx/>
              <a:latin typeface="Century Gothic"/>
            </a:endParaRPr>
          </a:p>
        </p:txBody>
      </p:sp>
      <p:sp>
        <p:nvSpPr>
          <p:cNvPr id="309" name="Line 128"/>
          <p:cNvSpPr/>
          <p:nvPr/>
        </p:nvSpPr>
        <p:spPr>
          <a:xfrm>
            <a:off x="8083800" y="4010400"/>
            <a:ext cx="14400" cy="1800"/>
          </a:xfrm>
          <a:prstGeom prst="line">
            <a:avLst/>
          </a:prstGeom>
          <a:ln w="14288">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rgbClr val="000000"/>
              </a:solidFill>
              <a:effectLst/>
              <a:uFillTx/>
              <a:latin typeface="Century Gothic"/>
            </a:endParaRPr>
          </a:p>
        </p:txBody>
      </p:sp>
      <p:sp>
        <p:nvSpPr>
          <p:cNvPr id="310" name="Line 129"/>
          <p:cNvSpPr/>
          <p:nvPr/>
        </p:nvSpPr>
        <p:spPr>
          <a:xfrm>
            <a:off x="8161560" y="4010400"/>
            <a:ext cx="14400" cy="1800"/>
          </a:xfrm>
          <a:prstGeom prst="line">
            <a:avLst/>
          </a:prstGeom>
          <a:ln w="14288">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rgbClr val="000000"/>
              </a:solidFill>
              <a:effectLst/>
              <a:uFillTx/>
              <a:latin typeface="Century Gothic"/>
            </a:endParaRPr>
          </a:p>
        </p:txBody>
      </p:sp>
      <p:sp>
        <p:nvSpPr>
          <p:cNvPr id="311" name="Line 130"/>
          <p:cNvSpPr/>
          <p:nvPr/>
        </p:nvSpPr>
        <p:spPr>
          <a:xfrm>
            <a:off x="8237880" y="4010400"/>
            <a:ext cx="14040" cy="1800"/>
          </a:xfrm>
          <a:prstGeom prst="line">
            <a:avLst/>
          </a:prstGeom>
          <a:ln w="14288">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rgbClr val="000000"/>
              </a:solidFill>
              <a:effectLst/>
              <a:uFillTx/>
              <a:latin typeface="Century Gothic"/>
            </a:endParaRPr>
          </a:p>
        </p:txBody>
      </p:sp>
      <p:sp>
        <p:nvSpPr>
          <p:cNvPr id="312" name="Line 131"/>
          <p:cNvSpPr/>
          <p:nvPr/>
        </p:nvSpPr>
        <p:spPr>
          <a:xfrm>
            <a:off x="8315640" y="4010400"/>
            <a:ext cx="14400" cy="1800"/>
          </a:xfrm>
          <a:prstGeom prst="line">
            <a:avLst/>
          </a:prstGeom>
          <a:ln w="14288">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rgbClr val="000000"/>
              </a:solidFill>
              <a:effectLst/>
              <a:uFillTx/>
              <a:latin typeface="Century Gothic"/>
            </a:endParaRPr>
          </a:p>
        </p:txBody>
      </p:sp>
      <p:sp>
        <p:nvSpPr>
          <p:cNvPr id="313" name="Line 132"/>
          <p:cNvSpPr/>
          <p:nvPr/>
        </p:nvSpPr>
        <p:spPr>
          <a:xfrm>
            <a:off x="8393400" y="4010400"/>
            <a:ext cx="12600" cy="1800"/>
          </a:xfrm>
          <a:prstGeom prst="line">
            <a:avLst/>
          </a:prstGeom>
          <a:ln w="14288">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rgbClr val="000000"/>
              </a:solidFill>
              <a:effectLst/>
              <a:uFillTx/>
              <a:latin typeface="Century Gothic"/>
            </a:endParaRPr>
          </a:p>
        </p:txBody>
      </p:sp>
      <p:sp>
        <p:nvSpPr>
          <p:cNvPr id="314" name="Line 133"/>
          <p:cNvSpPr/>
          <p:nvPr/>
        </p:nvSpPr>
        <p:spPr>
          <a:xfrm>
            <a:off x="8469720" y="4010400"/>
            <a:ext cx="14040" cy="1800"/>
          </a:xfrm>
          <a:prstGeom prst="line">
            <a:avLst/>
          </a:prstGeom>
          <a:ln w="14288">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rgbClr val="000000"/>
              </a:solidFill>
              <a:effectLst/>
              <a:uFillTx/>
              <a:latin typeface="Century Gothic"/>
            </a:endParaRPr>
          </a:p>
        </p:txBody>
      </p:sp>
      <p:sp>
        <p:nvSpPr>
          <p:cNvPr id="315" name="Line 134"/>
          <p:cNvSpPr/>
          <p:nvPr/>
        </p:nvSpPr>
        <p:spPr>
          <a:xfrm>
            <a:off x="8547480" y="4010400"/>
            <a:ext cx="14040" cy="1800"/>
          </a:xfrm>
          <a:prstGeom prst="line">
            <a:avLst/>
          </a:prstGeom>
          <a:ln w="14288">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rgbClr val="000000"/>
              </a:solidFill>
              <a:effectLst/>
              <a:uFillTx/>
              <a:latin typeface="Century Gothic"/>
            </a:endParaRPr>
          </a:p>
        </p:txBody>
      </p:sp>
      <p:sp>
        <p:nvSpPr>
          <p:cNvPr id="316" name="Line 135"/>
          <p:cNvSpPr/>
          <p:nvPr/>
        </p:nvSpPr>
        <p:spPr>
          <a:xfrm>
            <a:off x="8623440" y="4010400"/>
            <a:ext cx="14400" cy="1800"/>
          </a:xfrm>
          <a:prstGeom prst="line">
            <a:avLst/>
          </a:prstGeom>
          <a:ln w="14288">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rgbClr val="000000"/>
              </a:solidFill>
              <a:effectLst/>
              <a:uFillTx/>
              <a:latin typeface="Century Gothic"/>
            </a:endParaRPr>
          </a:p>
        </p:txBody>
      </p:sp>
      <p:sp>
        <p:nvSpPr>
          <p:cNvPr id="317" name="Line 136"/>
          <p:cNvSpPr/>
          <p:nvPr/>
        </p:nvSpPr>
        <p:spPr>
          <a:xfrm>
            <a:off x="8701200" y="4010400"/>
            <a:ext cx="14400" cy="1800"/>
          </a:xfrm>
          <a:prstGeom prst="line">
            <a:avLst/>
          </a:prstGeom>
          <a:ln w="14288">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rgbClr val="000000"/>
              </a:solidFill>
              <a:effectLst/>
              <a:uFillTx/>
              <a:latin typeface="Century Gothic"/>
            </a:endParaRPr>
          </a:p>
        </p:txBody>
      </p:sp>
      <p:sp>
        <p:nvSpPr>
          <p:cNvPr id="318" name="Line 137"/>
          <p:cNvSpPr/>
          <p:nvPr/>
        </p:nvSpPr>
        <p:spPr>
          <a:xfrm>
            <a:off x="8778960" y="4010400"/>
            <a:ext cx="14400" cy="1800"/>
          </a:xfrm>
          <a:prstGeom prst="line">
            <a:avLst/>
          </a:prstGeom>
          <a:ln w="14288">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rgbClr val="000000"/>
              </a:solidFill>
              <a:effectLst/>
              <a:uFillTx/>
              <a:latin typeface="Century Gothic"/>
            </a:endParaRPr>
          </a:p>
        </p:txBody>
      </p:sp>
      <p:sp>
        <p:nvSpPr>
          <p:cNvPr id="319" name="Line 138"/>
          <p:cNvSpPr/>
          <p:nvPr/>
        </p:nvSpPr>
        <p:spPr>
          <a:xfrm>
            <a:off x="8855280" y="4010400"/>
            <a:ext cx="14400" cy="1800"/>
          </a:xfrm>
          <a:prstGeom prst="line">
            <a:avLst/>
          </a:prstGeom>
          <a:ln w="14288">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rgbClr val="000000"/>
              </a:solidFill>
              <a:effectLst/>
              <a:uFillTx/>
              <a:latin typeface="Century Gothic"/>
            </a:endParaRPr>
          </a:p>
        </p:txBody>
      </p:sp>
      <p:sp>
        <p:nvSpPr>
          <p:cNvPr id="320" name="Line 139"/>
          <p:cNvSpPr/>
          <p:nvPr/>
        </p:nvSpPr>
        <p:spPr>
          <a:xfrm>
            <a:off x="8933040" y="4010400"/>
            <a:ext cx="14400" cy="1800"/>
          </a:xfrm>
          <a:prstGeom prst="line">
            <a:avLst/>
          </a:prstGeom>
          <a:ln w="14288">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rgbClr val="000000"/>
              </a:solidFill>
              <a:effectLst/>
              <a:uFillTx/>
              <a:latin typeface="Century Gothic"/>
            </a:endParaRPr>
          </a:p>
        </p:txBody>
      </p:sp>
      <p:sp>
        <p:nvSpPr>
          <p:cNvPr id="321" name="Line 140"/>
          <p:cNvSpPr/>
          <p:nvPr/>
        </p:nvSpPr>
        <p:spPr>
          <a:xfrm>
            <a:off x="9010800" y="4010400"/>
            <a:ext cx="12960" cy="1800"/>
          </a:xfrm>
          <a:prstGeom prst="line">
            <a:avLst/>
          </a:prstGeom>
          <a:ln w="14288">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rgbClr val="000000"/>
              </a:solidFill>
              <a:effectLst/>
              <a:uFillTx/>
              <a:latin typeface="Century Gothic"/>
            </a:endParaRPr>
          </a:p>
        </p:txBody>
      </p:sp>
      <p:sp>
        <p:nvSpPr>
          <p:cNvPr id="322" name="Line 141"/>
          <p:cNvSpPr/>
          <p:nvPr/>
        </p:nvSpPr>
        <p:spPr>
          <a:xfrm>
            <a:off x="9087120" y="4010400"/>
            <a:ext cx="14400" cy="1800"/>
          </a:xfrm>
          <a:prstGeom prst="line">
            <a:avLst/>
          </a:prstGeom>
          <a:ln w="14288">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rgbClr val="000000"/>
              </a:solidFill>
              <a:effectLst/>
              <a:uFillTx/>
              <a:latin typeface="Century Gothic"/>
            </a:endParaRPr>
          </a:p>
        </p:txBody>
      </p:sp>
      <p:sp>
        <p:nvSpPr>
          <p:cNvPr id="323" name="Line 142"/>
          <p:cNvSpPr/>
          <p:nvPr/>
        </p:nvSpPr>
        <p:spPr>
          <a:xfrm>
            <a:off x="9164880" y="4010400"/>
            <a:ext cx="14400" cy="1800"/>
          </a:xfrm>
          <a:prstGeom prst="line">
            <a:avLst/>
          </a:prstGeom>
          <a:ln w="14288">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rgbClr val="000000"/>
              </a:solidFill>
              <a:effectLst/>
              <a:uFillTx/>
              <a:latin typeface="Century Gothic"/>
            </a:endParaRPr>
          </a:p>
        </p:txBody>
      </p:sp>
      <p:sp>
        <p:nvSpPr>
          <p:cNvPr id="324" name="Line 143"/>
          <p:cNvSpPr/>
          <p:nvPr/>
        </p:nvSpPr>
        <p:spPr>
          <a:xfrm>
            <a:off x="9241200" y="4010400"/>
            <a:ext cx="14040" cy="1800"/>
          </a:xfrm>
          <a:prstGeom prst="line">
            <a:avLst/>
          </a:prstGeom>
          <a:ln w="14288">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rgbClr val="000000"/>
              </a:solidFill>
              <a:effectLst/>
              <a:uFillTx/>
              <a:latin typeface="Century Gothic"/>
            </a:endParaRPr>
          </a:p>
        </p:txBody>
      </p:sp>
      <p:sp>
        <p:nvSpPr>
          <p:cNvPr id="325" name="Line 144"/>
          <p:cNvSpPr/>
          <p:nvPr/>
        </p:nvSpPr>
        <p:spPr>
          <a:xfrm>
            <a:off x="9318960" y="4010400"/>
            <a:ext cx="14040" cy="1800"/>
          </a:xfrm>
          <a:prstGeom prst="line">
            <a:avLst/>
          </a:prstGeom>
          <a:ln w="14288">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rgbClr val="000000"/>
              </a:solidFill>
              <a:effectLst/>
              <a:uFillTx/>
              <a:latin typeface="Century Gothic"/>
            </a:endParaRPr>
          </a:p>
        </p:txBody>
      </p:sp>
      <p:sp>
        <p:nvSpPr>
          <p:cNvPr id="326" name="Line 145"/>
          <p:cNvSpPr/>
          <p:nvPr/>
        </p:nvSpPr>
        <p:spPr>
          <a:xfrm flipV="1">
            <a:off x="7631280" y="494712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327" name="Line 146"/>
          <p:cNvSpPr/>
          <p:nvPr/>
        </p:nvSpPr>
        <p:spPr>
          <a:xfrm flipV="1">
            <a:off x="7674120" y="4883760"/>
            <a:ext cx="6480" cy="10800"/>
          </a:xfrm>
          <a:prstGeom prst="line">
            <a:avLst/>
          </a:prstGeom>
          <a:ln w="14288">
            <a:solidFill>
              <a:srgbClr val="000000"/>
            </a:solidFill>
            <a:round/>
          </a:ln>
        </p:spPr>
        <p:style>
          <a:lnRef idx="0"/>
          <a:fillRef idx="0"/>
          <a:effectRef idx="0"/>
          <a:fontRef idx="minor"/>
        </p:style>
        <p:txBody>
          <a:bodyPr lIns="90000" tIns="-34200" rIns="90000" bIns="-34200" anchor="t">
            <a:noAutofit/>
          </a:bodyPr>
          <a:p>
            <a:endParaRPr lang="es-ES" sz="1800" b="0" u="none" strike="noStrike">
              <a:solidFill>
                <a:srgbClr val="000000"/>
              </a:solidFill>
              <a:effectLst/>
              <a:uFillTx/>
              <a:latin typeface="Century Gothic"/>
            </a:endParaRPr>
          </a:p>
        </p:txBody>
      </p:sp>
      <p:sp>
        <p:nvSpPr>
          <p:cNvPr id="328" name="Line 147"/>
          <p:cNvSpPr/>
          <p:nvPr/>
        </p:nvSpPr>
        <p:spPr>
          <a:xfrm flipV="1">
            <a:off x="7715520" y="4821840"/>
            <a:ext cx="648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329" name="Line 148"/>
          <p:cNvSpPr/>
          <p:nvPr/>
        </p:nvSpPr>
        <p:spPr>
          <a:xfrm flipV="1">
            <a:off x="7758360" y="475812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330" name="Line 149"/>
          <p:cNvSpPr/>
          <p:nvPr/>
        </p:nvSpPr>
        <p:spPr>
          <a:xfrm flipV="1">
            <a:off x="7799760" y="469476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331" name="Line 150"/>
          <p:cNvSpPr/>
          <p:nvPr/>
        </p:nvSpPr>
        <p:spPr>
          <a:xfrm flipV="1">
            <a:off x="7842600" y="4631040"/>
            <a:ext cx="61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332" name="Line 151"/>
          <p:cNvSpPr/>
          <p:nvPr/>
        </p:nvSpPr>
        <p:spPr>
          <a:xfrm flipV="1">
            <a:off x="7883640" y="4569120"/>
            <a:ext cx="792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333" name="Line 152"/>
          <p:cNvSpPr/>
          <p:nvPr/>
        </p:nvSpPr>
        <p:spPr>
          <a:xfrm flipV="1">
            <a:off x="7926480" y="4505760"/>
            <a:ext cx="648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334" name="Line 153"/>
          <p:cNvSpPr/>
          <p:nvPr/>
        </p:nvSpPr>
        <p:spPr>
          <a:xfrm flipV="1">
            <a:off x="7967880" y="444240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335" name="Line 154"/>
          <p:cNvSpPr/>
          <p:nvPr/>
        </p:nvSpPr>
        <p:spPr>
          <a:xfrm flipV="1">
            <a:off x="8010720" y="437868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336" name="Line 155"/>
          <p:cNvSpPr/>
          <p:nvPr/>
        </p:nvSpPr>
        <p:spPr>
          <a:xfrm flipV="1">
            <a:off x="8052120" y="431532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337" name="Line 156"/>
          <p:cNvSpPr/>
          <p:nvPr/>
        </p:nvSpPr>
        <p:spPr>
          <a:xfrm flipV="1">
            <a:off x="8094960" y="4253400"/>
            <a:ext cx="648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338" name="Line 157"/>
          <p:cNvSpPr/>
          <p:nvPr/>
        </p:nvSpPr>
        <p:spPr>
          <a:xfrm flipV="1">
            <a:off x="8136360" y="4190040"/>
            <a:ext cx="792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339" name="Line 158"/>
          <p:cNvSpPr/>
          <p:nvPr/>
        </p:nvSpPr>
        <p:spPr>
          <a:xfrm flipV="1">
            <a:off x="8179200" y="4126320"/>
            <a:ext cx="61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340" name="Line 159"/>
          <p:cNvSpPr/>
          <p:nvPr/>
        </p:nvSpPr>
        <p:spPr>
          <a:xfrm flipV="1">
            <a:off x="8220240" y="406296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341" name="Line 160"/>
          <p:cNvSpPr/>
          <p:nvPr/>
        </p:nvSpPr>
        <p:spPr>
          <a:xfrm flipV="1">
            <a:off x="8263080" y="399924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342" name="Line 161"/>
          <p:cNvSpPr/>
          <p:nvPr/>
        </p:nvSpPr>
        <p:spPr>
          <a:xfrm flipV="1">
            <a:off x="8304480" y="3937320"/>
            <a:ext cx="792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343" name="Line 162"/>
          <p:cNvSpPr/>
          <p:nvPr/>
        </p:nvSpPr>
        <p:spPr>
          <a:xfrm flipV="1">
            <a:off x="8347320" y="3873960"/>
            <a:ext cx="648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344" name="Line 163"/>
          <p:cNvSpPr/>
          <p:nvPr/>
        </p:nvSpPr>
        <p:spPr>
          <a:xfrm flipV="1">
            <a:off x="8388720" y="3810600"/>
            <a:ext cx="7920" cy="10800"/>
          </a:xfrm>
          <a:prstGeom prst="line">
            <a:avLst/>
          </a:prstGeom>
          <a:ln w="14288">
            <a:solidFill>
              <a:srgbClr val="000000"/>
            </a:solidFill>
            <a:round/>
          </a:ln>
        </p:spPr>
        <p:style>
          <a:lnRef idx="0"/>
          <a:fillRef idx="0"/>
          <a:effectRef idx="0"/>
          <a:fontRef idx="minor"/>
        </p:style>
        <p:txBody>
          <a:bodyPr lIns="90000" tIns="-34200" rIns="90000" bIns="-34200" anchor="t">
            <a:noAutofit/>
          </a:bodyPr>
          <a:p>
            <a:endParaRPr lang="es-ES" sz="1800" b="0" u="none" strike="noStrike">
              <a:solidFill>
                <a:srgbClr val="000000"/>
              </a:solidFill>
              <a:effectLst/>
              <a:uFillTx/>
              <a:latin typeface="Century Gothic"/>
            </a:endParaRPr>
          </a:p>
        </p:txBody>
      </p:sp>
      <p:sp>
        <p:nvSpPr>
          <p:cNvPr id="345" name="Line 164"/>
          <p:cNvSpPr/>
          <p:nvPr/>
        </p:nvSpPr>
        <p:spPr>
          <a:xfrm flipV="1">
            <a:off x="8431560" y="3746880"/>
            <a:ext cx="61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346" name="Line 165"/>
          <p:cNvSpPr/>
          <p:nvPr/>
        </p:nvSpPr>
        <p:spPr>
          <a:xfrm flipV="1">
            <a:off x="8472600" y="368352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347" name="Line 166"/>
          <p:cNvSpPr/>
          <p:nvPr/>
        </p:nvSpPr>
        <p:spPr>
          <a:xfrm flipV="1">
            <a:off x="8515440" y="3621600"/>
            <a:ext cx="648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348" name="Line 167"/>
          <p:cNvSpPr/>
          <p:nvPr/>
        </p:nvSpPr>
        <p:spPr>
          <a:xfrm flipV="1">
            <a:off x="8556840" y="3557880"/>
            <a:ext cx="792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349" name="Line 168"/>
          <p:cNvSpPr/>
          <p:nvPr/>
        </p:nvSpPr>
        <p:spPr>
          <a:xfrm flipV="1">
            <a:off x="8599680" y="349452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350" name="Line 169"/>
          <p:cNvSpPr/>
          <p:nvPr/>
        </p:nvSpPr>
        <p:spPr>
          <a:xfrm flipV="1">
            <a:off x="8642520" y="343116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351" name="Line 170"/>
          <p:cNvSpPr/>
          <p:nvPr/>
        </p:nvSpPr>
        <p:spPr>
          <a:xfrm flipV="1">
            <a:off x="8683920" y="336744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352" name="Line 171"/>
          <p:cNvSpPr/>
          <p:nvPr/>
        </p:nvSpPr>
        <p:spPr>
          <a:xfrm flipV="1">
            <a:off x="8726760" y="3305520"/>
            <a:ext cx="648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353" name="Line 172"/>
          <p:cNvSpPr/>
          <p:nvPr/>
        </p:nvSpPr>
        <p:spPr>
          <a:xfrm flipV="1">
            <a:off x="8768160" y="3242160"/>
            <a:ext cx="612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354" name="Line 173"/>
          <p:cNvSpPr/>
          <p:nvPr/>
        </p:nvSpPr>
        <p:spPr>
          <a:xfrm flipV="1">
            <a:off x="8811000" y="3178800"/>
            <a:ext cx="6120" cy="10800"/>
          </a:xfrm>
          <a:prstGeom prst="line">
            <a:avLst/>
          </a:prstGeom>
          <a:ln w="14288">
            <a:solidFill>
              <a:srgbClr val="000000"/>
            </a:solidFill>
            <a:round/>
          </a:ln>
        </p:spPr>
        <p:style>
          <a:lnRef idx="0"/>
          <a:fillRef idx="0"/>
          <a:effectRef idx="0"/>
          <a:fontRef idx="minor"/>
        </p:style>
        <p:txBody>
          <a:bodyPr lIns="90000" tIns="-34200" rIns="90000" bIns="-34200" anchor="t">
            <a:noAutofit/>
          </a:bodyPr>
          <a:p>
            <a:endParaRPr lang="es-ES" sz="1800" b="0" u="none" strike="noStrike">
              <a:solidFill>
                <a:srgbClr val="000000"/>
              </a:solidFill>
              <a:effectLst/>
              <a:uFillTx/>
              <a:latin typeface="Century Gothic"/>
            </a:endParaRPr>
          </a:p>
        </p:txBody>
      </p:sp>
      <p:sp>
        <p:nvSpPr>
          <p:cNvPr id="355" name="Line 174"/>
          <p:cNvSpPr/>
          <p:nvPr/>
        </p:nvSpPr>
        <p:spPr>
          <a:xfrm flipV="1">
            <a:off x="8852040" y="311508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356" name="Line 175"/>
          <p:cNvSpPr/>
          <p:nvPr/>
        </p:nvSpPr>
        <p:spPr>
          <a:xfrm flipV="1">
            <a:off x="7158240" y="4004280"/>
            <a:ext cx="9720" cy="6120"/>
          </a:xfrm>
          <a:prstGeom prst="line">
            <a:avLst/>
          </a:prstGeom>
          <a:ln w="14288">
            <a:solidFill>
              <a:srgbClr val="000000"/>
            </a:solidFill>
            <a:round/>
          </a:ln>
        </p:spPr>
        <p:style>
          <a:lnRef idx="0"/>
          <a:fillRef idx="0"/>
          <a:effectRef idx="0"/>
          <a:fontRef idx="minor"/>
        </p:style>
        <p:txBody>
          <a:bodyPr lIns="90000" tIns="-38880" rIns="90000" bIns="-38880" anchor="t">
            <a:noAutofit/>
          </a:bodyPr>
          <a:p>
            <a:endParaRPr lang="es-ES" sz="1800" b="0" u="none" strike="noStrike">
              <a:solidFill>
                <a:srgbClr val="000000"/>
              </a:solidFill>
              <a:effectLst/>
              <a:uFillTx/>
              <a:latin typeface="Century Gothic"/>
            </a:endParaRPr>
          </a:p>
        </p:txBody>
      </p:sp>
      <p:sp>
        <p:nvSpPr>
          <p:cNvPr id="357" name="Line 176"/>
          <p:cNvSpPr/>
          <p:nvPr/>
        </p:nvSpPr>
        <p:spPr>
          <a:xfrm flipV="1">
            <a:off x="7224840" y="3967560"/>
            <a:ext cx="972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358" name="Line 177"/>
          <p:cNvSpPr/>
          <p:nvPr/>
        </p:nvSpPr>
        <p:spPr>
          <a:xfrm flipV="1">
            <a:off x="7291800" y="3929400"/>
            <a:ext cx="936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359" name="Line 178"/>
          <p:cNvSpPr/>
          <p:nvPr/>
        </p:nvSpPr>
        <p:spPr>
          <a:xfrm flipV="1">
            <a:off x="7358400" y="3894480"/>
            <a:ext cx="936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360" name="Line 179"/>
          <p:cNvSpPr/>
          <p:nvPr/>
        </p:nvSpPr>
        <p:spPr>
          <a:xfrm flipV="1">
            <a:off x="7425000" y="3859560"/>
            <a:ext cx="936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361" name="Line 180"/>
          <p:cNvSpPr/>
          <p:nvPr/>
        </p:nvSpPr>
        <p:spPr>
          <a:xfrm flipV="1">
            <a:off x="7491600" y="3821400"/>
            <a:ext cx="972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362" name="Line 181"/>
          <p:cNvSpPr/>
          <p:nvPr/>
        </p:nvSpPr>
        <p:spPr>
          <a:xfrm flipV="1">
            <a:off x="7558200" y="3786480"/>
            <a:ext cx="972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363" name="Line 182"/>
          <p:cNvSpPr/>
          <p:nvPr/>
        </p:nvSpPr>
        <p:spPr>
          <a:xfrm flipV="1">
            <a:off x="7625160" y="3750120"/>
            <a:ext cx="936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364" name="Line 183"/>
          <p:cNvSpPr/>
          <p:nvPr/>
        </p:nvSpPr>
        <p:spPr>
          <a:xfrm flipV="1">
            <a:off x="7691760" y="3711960"/>
            <a:ext cx="936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365" name="Line 184"/>
          <p:cNvSpPr/>
          <p:nvPr/>
        </p:nvSpPr>
        <p:spPr>
          <a:xfrm flipV="1">
            <a:off x="7758360" y="3677040"/>
            <a:ext cx="936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366" name="Line 185"/>
          <p:cNvSpPr/>
          <p:nvPr/>
        </p:nvSpPr>
        <p:spPr>
          <a:xfrm flipV="1">
            <a:off x="7824960" y="3642120"/>
            <a:ext cx="9720" cy="3240"/>
          </a:xfrm>
          <a:prstGeom prst="line">
            <a:avLst/>
          </a:prstGeom>
          <a:ln w="14288">
            <a:solidFill>
              <a:srgbClr val="000000"/>
            </a:solidFill>
            <a:round/>
          </a:ln>
        </p:spPr>
        <p:style>
          <a:lnRef idx="0"/>
          <a:fillRef idx="0"/>
          <a:effectRef idx="0"/>
          <a:fontRef idx="minor"/>
        </p:style>
        <p:txBody>
          <a:bodyPr lIns="90000" tIns="-41760" rIns="90000" bIns="-41760" anchor="t">
            <a:noAutofit/>
          </a:bodyPr>
          <a:p>
            <a:endParaRPr lang="es-ES" sz="1800" b="0" u="none" strike="noStrike">
              <a:solidFill>
                <a:srgbClr val="000000"/>
              </a:solidFill>
              <a:effectLst/>
              <a:uFillTx/>
              <a:latin typeface="Century Gothic"/>
            </a:endParaRPr>
          </a:p>
        </p:txBody>
      </p:sp>
      <p:sp>
        <p:nvSpPr>
          <p:cNvPr id="367" name="Line 186"/>
          <p:cNvSpPr/>
          <p:nvPr/>
        </p:nvSpPr>
        <p:spPr>
          <a:xfrm flipV="1">
            <a:off x="7891560" y="3603960"/>
            <a:ext cx="972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368" name="Line 187"/>
          <p:cNvSpPr/>
          <p:nvPr/>
        </p:nvSpPr>
        <p:spPr>
          <a:xfrm flipV="1">
            <a:off x="7958520" y="3567600"/>
            <a:ext cx="936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369" name="Line 188"/>
          <p:cNvSpPr/>
          <p:nvPr/>
        </p:nvSpPr>
        <p:spPr>
          <a:xfrm flipV="1">
            <a:off x="8025120" y="3529440"/>
            <a:ext cx="936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370" name="Line 189"/>
          <p:cNvSpPr/>
          <p:nvPr/>
        </p:nvSpPr>
        <p:spPr>
          <a:xfrm flipV="1">
            <a:off x="8091720" y="3494520"/>
            <a:ext cx="972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371" name="Line 190"/>
          <p:cNvSpPr/>
          <p:nvPr/>
        </p:nvSpPr>
        <p:spPr>
          <a:xfrm flipV="1">
            <a:off x="8158320" y="3459600"/>
            <a:ext cx="972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372" name="Line 191"/>
          <p:cNvSpPr/>
          <p:nvPr/>
        </p:nvSpPr>
        <p:spPr>
          <a:xfrm flipV="1">
            <a:off x="8224920" y="3421440"/>
            <a:ext cx="972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373" name="Line 192"/>
          <p:cNvSpPr/>
          <p:nvPr/>
        </p:nvSpPr>
        <p:spPr>
          <a:xfrm flipV="1">
            <a:off x="8291880" y="3385080"/>
            <a:ext cx="936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374" name="Line 193"/>
          <p:cNvSpPr/>
          <p:nvPr/>
        </p:nvSpPr>
        <p:spPr>
          <a:xfrm flipV="1">
            <a:off x="8358480" y="3350160"/>
            <a:ext cx="936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375" name="Line 194"/>
          <p:cNvSpPr/>
          <p:nvPr/>
        </p:nvSpPr>
        <p:spPr>
          <a:xfrm flipV="1">
            <a:off x="8423640" y="3312000"/>
            <a:ext cx="1116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376" name="Line 195"/>
          <p:cNvSpPr/>
          <p:nvPr/>
        </p:nvSpPr>
        <p:spPr>
          <a:xfrm flipV="1">
            <a:off x="8490240" y="3277080"/>
            <a:ext cx="1116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377" name="Line 196"/>
          <p:cNvSpPr/>
          <p:nvPr/>
        </p:nvSpPr>
        <p:spPr>
          <a:xfrm flipV="1">
            <a:off x="8556840" y="3242160"/>
            <a:ext cx="11160" cy="3240"/>
          </a:xfrm>
          <a:prstGeom prst="line">
            <a:avLst/>
          </a:prstGeom>
          <a:ln w="14288">
            <a:solidFill>
              <a:srgbClr val="000000"/>
            </a:solidFill>
            <a:round/>
          </a:ln>
        </p:spPr>
        <p:style>
          <a:lnRef idx="0"/>
          <a:fillRef idx="0"/>
          <a:effectRef idx="0"/>
          <a:fontRef idx="minor"/>
        </p:style>
        <p:txBody>
          <a:bodyPr lIns="90000" tIns="-41760" rIns="90000" bIns="-41760" anchor="t">
            <a:noAutofit/>
          </a:bodyPr>
          <a:p>
            <a:endParaRPr lang="es-ES" sz="1800" b="0" u="none" strike="noStrike">
              <a:solidFill>
                <a:srgbClr val="000000"/>
              </a:solidFill>
              <a:effectLst/>
              <a:uFillTx/>
              <a:latin typeface="Century Gothic"/>
            </a:endParaRPr>
          </a:p>
        </p:txBody>
      </p:sp>
      <p:sp>
        <p:nvSpPr>
          <p:cNvPr id="378" name="Line 197"/>
          <p:cNvSpPr/>
          <p:nvPr/>
        </p:nvSpPr>
        <p:spPr>
          <a:xfrm flipV="1">
            <a:off x="8623440" y="3204000"/>
            <a:ext cx="1116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379" name="Line 198"/>
          <p:cNvSpPr/>
          <p:nvPr/>
        </p:nvSpPr>
        <p:spPr>
          <a:xfrm flipV="1">
            <a:off x="8690400" y="3167640"/>
            <a:ext cx="1080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380" name="Line 199"/>
          <p:cNvSpPr/>
          <p:nvPr/>
        </p:nvSpPr>
        <p:spPr>
          <a:xfrm flipV="1">
            <a:off x="8757000" y="3129480"/>
            <a:ext cx="1116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381" name="Line 200"/>
          <p:cNvSpPr/>
          <p:nvPr/>
        </p:nvSpPr>
        <p:spPr>
          <a:xfrm flipV="1">
            <a:off x="8823600" y="3094560"/>
            <a:ext cx="11160" cy="6120"/>
          </a:xfrm>
          <a:prstGeom prst="line">
            <a:avLst/>
          </a:prstGeom>
          <a:ln w="14288">
            <a:solidFill>
              <a:srgbClr val="000000"/>
            </a:solidFill>
            <a:round/>
          </a:ln>
        </p:spPr>
        <p:style>
          <a:lnRef idx="0"/>
          <a:fillRef idx="0"/>
          <a:effectRef idx="0"/>
          <a:fontRef idx="minor"/>
        </p:style>
        <p:txBody>
          <a:bodyPr lIns="90000" tIns="-38880" rIns="90000" bIns="-38880" anchor="t">
            <a:noAutofit/>
          </a:bodyPr>
          <a:p>
            <a:endParaRPr lang="es-ES" sz="1800" b="0" u="none" strike="noStrike">
              <a:solidFill>
                <a:srgbClr val="000000"/>
              </a:solidFill>
              <a:effectLst/>
              <a:uFillTx/>
              <a:latin typeface="Century Gothic"/>
            </a:endParaRPr>
          </a:p>
        </p:txBody>
      </p:sp>
      <p:sp>
        <p:nvSpPr>
          <p:cNvPr id="382" name="Line 201"/>
          <p:cNvSpPr/>
          <p:nvPr/>
        </p:nvSpPr>
        <p:spPr>
          <a:xfrm flipV="1">
            <a:off x="8890200" y="3062880"/>
            <a:ext cx="4680" cy="2880"/>
          </a:xfrm>
          <a:prstGeom prst="line">
            <a:avLst/>
          </a:prstGeom>
          <a:ln w="14288">
            <a:solidFill>
              <a:srgbClr val="000000"/>
            </a:solidFill>
            <a:round/>
          </a:ln>
        </p:spPr>
        <p:style>
          <a:lnRef idx="0"/>
          <a:fillRef idx="0"/>
          <a:effectRef idx="0"/>
          <a:fontRef idx="minor"/>
        </p:style>
        <p:txBody>
          <a:bodyPr lIns="90000" tIns="-42120" rIns="90000" bIns="-42120" anchor="t">
            <a:noAutofit/>
          </a:bodyPr>
          <a:p>
            <a:endParaRPr lang="es-ES" sz="1800" b="0" u="none" strike="noStrike">
              <a:solidFill>
                <a:srgbClr val="000000"/>
              </a:solidFill>
              <a:effectLst/>
              <a:uFillTx/>
              <a:latin typeface="Century Gothic"/>
            </a:endParaRPr>
          </a:p>
        </p:txBody>
      </p:sp>
      <p:sp>
        <p:nvSpPr>
          <p:cNvPr id="383" name="Line 202"/>
          <p:cNvSpPr/>
          <p:nvPr/>
        </p:nvSpPr>
        <p:spPr>
          <a:xfrm>
            <a:off x="7631280" y="3062880"/>
            <a:ext cx="14400" cy="1440"/>
          </a:xfrm>
          <a:prstGeom prst="line">
            <a:avLst/>
          </a:prstGeom>
          <a:ln w="14288">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rgbClr val="000000"/>
              </a:solidFill>
              <a:effectLst/>
              <a:uFillTx/>
              <a:latin typeface="Century Gothic"/>
            </a:endParaRPr>
          </a:p>
        </p:txBody>
      </p:sp>
      <p:sp>
        <p:nvSpPr>
          <p:cNvPr id="384" name="Line 203"/>
          <p:cNvSpPr/>
          <p:nvPr/>
        </p:nvSpPr>
        <p:spPr>
          <a:xfrm>
            <a:off x="7709040" y="3062880"/>
            <a:ext cx="12960" cy="1440"/>
          </a:xfrm>
          <a:prstGeom prst="line">
            <a:avLst/>
          </a:prstGeom>
          <a:ln w="14288">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rgbClr val="000000"/>
              </a:solidFill>
              <a:effectLst/>
              <a:uFillTx/>
              <a:latin typeface="Century Gothic"/>
            </a:endParaRPr>
          </a:p>
        </p:txBody>
      </p:sp>
      <p:grpSp>
        <p:nvGrpSpPr>
          <p:cNvPr id="385" name="Group 204"/>
          <p:cNvGrpSpPr/>
          <p:nvPr/>
        </p:nvGrpSpPr>
        <p:grpSpPr>
          <a:xfrm>
            <a:off x="7158240" y="2350080"/>
            <a:ext cx="2209680" cy="3313080"/>
            <a:chOff x="7158240" y="2350080"/>
            <a:chExt cx="2209680" cy="3313080"/>
          </a:xfrm>
        </p:grpSpPr>
        <p:sp>
          <p:nvSpPr>
            <p:cNvPr id="386" name="Line 205"/>
            <p:cNvSpPr/>
            <p:nvPr/>
          </p:nvSpPr>
          <p:spPr>
            <a:xfrm>
              <a:off x="7785360" y="3062880"/>
              <a:ext cx="14400" cy="1440"/>
            </a:xfrm>
            <a:prstGeom prst="line">
              <a:avLst/>
            </a:prstGeom>
            <a:ln w="14288">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rgbClr val="000000"/>
                </a:solidFill>
                <a:effectLst/>
                <a:uFillTx/>
                <a:latin typeface="Century Gothic"/>
              </a:endParaRPr>
            </a:p>
          </p:txBody>
        </p:sp>
        <p:sp>
          <p:nvSpPr>
            <p:cNvPr id="387" name="Line 206"/>
            <p:cNvSpPr/>
            <p:nvPr/>
          </p:nvSpPr>
          <p:spPr>
            <a:xfrm>
              <a:off x="7863120" y="3062880"/>
              <a:ext cx="14400" cy="1440"/>
            </a:xfrm>
            <a:prstGeom prst="line">
              <a:avLst/>
            </a:prstGeom>
            <a:ln w="14288">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rgbClr val="000000"/>
                </a:solidFill>
                <a:effectLst/>
                <a:uFillTx/>
                <a:latin typeface="Century Gothic"/>
              </a:endParaRPr>
            </a:p>
          </p:txBody>
        </p:sp>
        <p:sp>
          <p:nvSpPr>
            <p:cNvPr id="388" name="Line 207"/>
            <p:cNvSpPr/>
            <p:nvPr/>
          </p:nvSpPr>
          <p:spPr>
            <a:xfrm>
              <a:off x="7940880" y="3062880"/>
              <a:ext cx="12600" cy="1440"/>
            </a:xfrm>
            <a:prstGeom prst="line">
              <a:avLst/>
            </a:prstGeom>
            <a:ln w="14288">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rgbClr val="000000"/>
                </a:solidFill>
                <a:effectLst/>
                <a:uFillTx/>
                <a:latin typeface="Century Gothic"/>
              </a:endParaRPr>
            </a:p>
          </p:txBody>
        </p:sp>
        <p:sp>
          <p:nvSpPr>
            <p:cNvPr id="389" name="Line 208"/>
            <p:cNvSpPr/>
            <p:nvPr/>
          </p:nvSpPr>
          <p:spPr>
            <a:xfrm>
              <a:off x="8017200" y="3062880"/>
              <a:ext cx="14040" cy="1440"/>
            </a:xfrm>
            <a:prstGeom prst="line">
              <a:avLst/>
            </a:prstGeom>
            <a:ln w="14288">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rgbClr val="000000"/>
                </a:solidFill>
                <a:effectLst/>
                <a:uFillTx/>
                <a:latin typeface="Century Gothic"/>
              </a:endParaRPr>
            </a:p>
          </p:txBody>
        </p:sp>
        <p:sp>
          <p:nvSpPr>
            <p:cNvPr id="390" name="Line 209"/>
            <p:cNvSpPr/>
            <p:nvPr/>
          </p:nvSpPr>
          <p:spPr>
            <a:xfrm>
              <a:off x="8094960" y="3062880"/>
              <a:ext cx="14400" cy="1440"/>
            </a:xfrm>
            <a:prstGeom prst="line">
              <a:avLst/>
            </a:prstGeom>
            <a:ln w="14288">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rgbClr val="000000"/>
                </a:solidFill>
                <a:effectLst/>
                <a:uFillTx/>
                <a:latin typeface="Century Gothic"/>
              </a:endParaRPr>
            </a:p>
          </p:txBody>
        </p:sp>
        <p:sp>
          <p:nvSpPr>
            <p:cNvPr id="391" name="Line 210"/>
            <p:cNvSpPr/>
            <p:nvPr/>
          </p:nvSpPr>
          <p:spPr>
            <a:xfrm>
              <a:off x="8171280" y="3062880"/>
              <a:ext cx="14040" cy="1440"/>
            </a:xfrm>
            <a:prstGeom prst="line">
              <a:avLst/>
            </a:prstGeom>
            <a:ln w="14288">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rgbClr val="000000"/>
                </a:solidFill>
                <a:effectLst/>
                <a:uFillTx/>
                <a:latin typeface="Century Gothic"/>
              </a:endParaRPr>
            </a:p>
          </p:txBody>
        </p:sp>
        <p:sp>
          <p:nvSpPr>
            <p:cNvPr id="392" name="Line 211"/>
            <p:cNvSpPr/>
            <p:nvPr/>
          </p:nvSpPr>
          <p:spPr>
            <a:xfrm>
              <a:off x="8249040" y="3062880"/>
              <a:ext cx="14040" cy="1440"/>
            </a:xfrm>
            <a:prstGeom prst="line">
              <a:avLst/>
            </a:prstGeom>
            <a:ln w="14288">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rgbClr val="000000"/>
                </a:solidFill>
                <a:effectLst/>
                <a:uFillTx/>
                <a:latin typeface="Century Gothic"/>
              </a:endParaRPr>
            </a:p>
          </p:txBody>
        </p:sp>
        <p:sp>
          <p:nvSpPr>
            <p:cNvPr id="393" name="Line 212"/>
            <p:cNvSpPr/>
            <p:nvPr/>
          </p:nvSpPr>
          <p:spPr>
            <a:xfrm>
              <a:off x="8326800" y="3062880"/>
              <a:ext cx="12600" cy="1440"/>
            </a:xfrm>
            <a:prstGeom prst="line">
              <a:avLst/>
            </a:prstGeom>
            <a:ln w="14288">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rgbClr val="000000"/>
                </a:solidFill>
                <a:effectLst/>
                <a:uFillTx/>
                <a:latin typeface="Century Gothic"/>
              </a:endParaRPr>
            </a:p>
          </p:txBody>
        </p:sp>
        <p:sp>
          <p:nvSpPr>
            <p:cNvPr id="394" name="Line 213"/>
            <p:cNvSpPr/>
            <p:nvPr/>
          </p:nvSpPr>
          <p:spPr>
            <a:xfrm>
              <a:off x="8402760" y="3062880"/>
              <a:ext cx="14400" cy="1440"/>
            </a:xfrm>
            <a:prstGeom prst="line">
              <a:avLst/>
            </a:prstGeom>
            <a:ln w="14288">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rgbClr val="000000"/>
                </a:solidFill>
                <a:effectLst/>
                <a:uFillTx/>
                <a:latin typeface="Century Gothic"/>
              </a:endParaRPr>
            </a:p>
          </p:txBody>
        </p:sp>
        <p:sp>
          <p:nvSpPr>
            <p:cNvPr id="395" name="Line 214"/>
            <p:cNvSpPr/>
            <p:nvPr/>
          </p:nvSpPr>
          <p:spPr>
            <a:xfrm>
              <a:off x="8480520" y="3062880"/>
              <a:ext cx="14400" cy="1440"/>
            </a:xfrm>
            <a:prstGeom prst="line">
              <a:avLst/>
            </a:prstGeom>
            <a:ln w="14288">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rgbClr val="000000"/>
                </a:solidFill>
                <a:effectLst/>
                <a:uFillTx/>
                <a:latin typeface="Century Gothic"/>
              </a:endParaRPr>
            </a:p>
          </p:txBody>
        </p:sp>
        <p:sp>
          <p:nvSpPr>
            <p:cNvPr id="396" name="Line 215"/>
            <p:cNvSpPr/>
            <p:nvPr/>
          </p:nvSpPr>
          <p:spPr>
            <a:xfrm>
              <a:off x="8556840" y="3062880"/>
              <a:ext cx="14400" cy="1440"/>
            </a:xfrm>
            <a:prstGeom prst="line">
              <a:avLst/>
            </a:prstGeom>
            <a:ln w="14288">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rgbClr val="000000"/>
                </a:solidFill>
                <a:effectLst/>
                <a:uFillTx/>
                <a:latin typeface="Century Gothic"/>
              </a:endParaRPr>
            </a:p>
          </p:txBody>
        </p:sp>
        <p:sp>
          <p:nvSpPr>
            <p:cNvPr id="397" name="Line 216"/>
            <p:cNvSpPr/>
            <p:nvPr/>
          </p:nvSpPr>
          <p:spPr>
            <a:xfrm>
              <a:off x="8634600" y="3062880"/>
              <a:ext cx="14400" cy="1440"/>
            </a:xfrm>
            <a:prstGeom prst="line">
              <a:avLst/>
            </a:prstGeom>
            <a:ln w="14288">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rgbClr val="000000"/>
                </a:solidFill>
                <a:effectLst/>
                <a:uFillTx/>
                <a:latin typeface="Century Gothic"/>
              </a:endParaRPr>
            </a:p>
          </p:txBody>
        </p:sp>
        <p:sp>
          <p:nvSpPr>
            <p:cNvPr id="398" name="Line 217"/>
            <p:cNvSpPr/>
            <p:nvPr/>
          </p:nvSpPr>
          <p:spPr>
            <a:xfrm>
              <a:off x="8712360" y="3062880"/>
              <a:ext cx="14400" cy="1440"/>
            </a:xfrm>
            <a:prstGeom prst="line">
              <a:avLst/>
            </a:prstGeom>
            <a:ln w="14288">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rgbClr val="000000"/>
                </a:solidFill>
                <a:effectLst/>
                <a:uFillTx/>
                <a:latin typeface="Century Gothic"/>
              </a:endParaRPr>
            </a:p>
          </p:txBody>
        </p:sp>
        <p:sp>
          <p:nvSpPr>
            <p:cNvPr id="399" name="Line 218"/>
            <p:cNvSpPr/>
            <p:nvPr/>
          </p:nvSpPr>
          <p:spPr>
            <a:xfrm>
              <a:off x="8788680" y="3062880"/>
              <a:ext cx="14400" cy="1440"/>
            </a:xfrm>
            <a:prstGeom prst="line">
              <a:avLst/>
            </a:prstGeom>
            <a:ln w="14288">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rgbClr val="000000"/>
                </a:solidFill>
                <a:effectLst/>
                <a:uFillTx/>
                <a:latin typeface="Century Gothic"/>
              </a:endParaRPr>
            </a:p>
          </p:txBody>
        </p:sp>
        <p:sp>
          <p:nvSpPr>
            <p:cNvPr id="400" name="Line 219"/>
            <p:cNvSpPr/>
            <p:nvPr/>
          </p:nvSpPr>
          <p:spPr>
            <a:xfrm>
              <a:off x="8866440" y="3062880"/>
              <a:ext cx="14400" cy="1440"/>
            </a:xfrm>
            <a:prstGeom prst="line">
              <a:avLst/>
            </a:prstGeom>
            <a:ln w="14288">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rgbClr val="000000"/>
                </a:solidFill>
                <a:effectLst/>
                <a:uFillTx/>
                <a:latin typeface="Century Gothic"/>
              </a:endParaRPr>
            </a:p>
          </p:txBody>
        </p:sp>
        <p:sp>
          <p:nvSpPr>
            <p:cNvPr id="401" name="Line 220"/>
            <p:cNvSpPr/>
            <p:nvPr/>
          </p:nvSpPr>
          <p:spPr>
            <a:xfrm>
              <a:off x="8263080" y="235008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02" name="Line 221"/>
            <p:cNvSpPr/>
            <p:nvPr/>
          </p:nvSpPr>
          <p:spPr>
            <a:xfrm>
              <a:off x="8312400" y="2406960"/>
              <a:ext cx="648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403" name="Line 222"/>
            <p:cNvSpPr/>
            <p:nvPr/>
          </p:nvSpPr>
          <p:spPr>
            <a:xfrm>
              <a:off x="8361720" y="2462760"/>
              <a:ext cx="936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04" name="Line 223"/>
            <p:cNvSpPr/>
            <p:nvPr/>
          </p:nvSpPr>
          <p:spPr>
            <a:xfrm>
              <a:off x="8413920" y="251820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05" name="Line 224"/>
            <p:cNvSpPr/>
            <p:nvPr/>
          </p:nvSpPr>
          <p:spPr>
            <a:xfrm>
              <a:off x="8463240" y="2575440"/>
              <a:ext cx="648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406" name="Line 225"/>
            <p:cNvSpPr/>
            <p:nvPr/>
          </p:nvSpPr>
          <p:spPr>
            <a:xfrm>
              <a:off x="8512560" y="2630880"/>
              <a:ext cx="61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07" name="Line 226"/>
            <p:cNvSpPr/>
            <p:nvPr/>
          </p:nvSpPr>
          <p:spPr>
            <a:xfrm>
              <a:off x="8561520" y="2688120"/>
              <a:ext cx="648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408" name="Line 227"/>
            <p:cNvSpPr/>
            <p:nvPr/>
          </p:nvSpPr>
          <p:spPr>
            <a:xfrm>
              <a:off x="8610840" y="2743560"/>
              <a:ext cx="936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09" name="Line 228"/>
            <p:cNvSpPr/>
            <p:nvPr/>
          </p:nvSpPr>
          <p:spPr>
            <a:xfrm>
              <a:off x="8663400" y="2799360"/>
              <a:ext cx="6120" cy="10800"/>
            </a:xfrm>
            <a:prstGeom prst="line">
              <a:avLst/>
            </a:prstGeom>
            <a:ln w="14288">
              <a:solidFill>
                <a:srgbClr val="000000"/>
              </a:solidFill>
              <a:round/>
            </a:ln>
          </p:spPr>
          <p:style>
            <a:lnRef idx="0"/>
            <a:fillRef idx="0"/>
            <a:effectRef idx="0"/>
            <a:fontRef idx="minor"/>
          </p:style>
          <p:txBody>
            <a:bodyPr lIns="90000" tIns="-34200" rIns="90000" bIns="-34200" anchor="t">
              <a:noAutofit/>
            </a:bodyPr>
            <a:p>
              <a:endParaRPr lang="es-ES" sz="1800" b="0" u="none" strike="noStrike">
                <a:solidFill>
                  <a:srgbClr val="000000"/>
                </a:solidFill>
                <a:effectLst/>
                <a:uFillTx/>
                <a:latin typeface="Century Gothic"/>
              </a:endParaRPr>
            </a:p>
          </p:txBody>
        </p:sp>
        <p:sp>
          <p:nvSpPr>
            <p:cNvPr id="410" name="Line 229"/>
            <p:cNvSpPr/>
            <p:nvPr/>
          </p:nvSpPr>
          <p:spPr>
            <a:xfrm>
              <a:off x="8712360" y="2856240"/>
              <a:ext cx="648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411" name="Line 230"/>
            <p:cNvSpPr/>
            <p:nvPr/>
          </p:nvSpPr>
          <p:spPr>
            <a:xfrm>
              <a:off x="8761680" y="291204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12" name="Line 231"/>
            <p:cNvSpPr/>
            <p:nvPr/>
          </p:nvSpPr>
          <p:spPr>
            <a:xfrm>
              <a:off x="8811000" y="2967480"/>
              <a:ext cx="61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13" name="Line 232"/>
            <p:cNvSpPr/>
            <p:nvPr/>
          </p:nvSpPr>
          <p:spPr>
            <a:xfrm>
              <a:off x="8859960" y="3024720"/>
              <a:ext cx="972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414" name="Line 233"/>
            <p:cNvSpPr/>
            <p:nvPr/>
          </p:nvSpPr>
          <p:spPr>
            <a:xfrm flipH="1">
              <a:off x="8255160" y="235008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15" name="Line 234"/>
            <p:cNvSpPr/>
            <p:nvPr/>
          </p:nvSpPr>
          <p:spPr>
            <a:xfrm flipH="1">
              <a:off x="8206200" y="2406960"/>
              <a:ext cx="792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416" name="Line 235"/>
            <p:cNvSpPr/>
            <p:nvPr/>
          </p:nvSpPr>
          <p:spPr>
            <a:xfrm flipH="1">
              <a:off x="8153640" y="2462760"/>
              <a:ext cx="1116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17" name="Line 236"/>
            <p:cNvSpPr/>
            <p:nvPr/>
          </p:nvSpPr>
          <p:spPr>
            <a:xfrm flipH="1">
              <a:off x="8104320" y="251820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18" name="Line 237"/>
            <p:cNvSpPr/>
            <p:nvPr/>
          </p:nvSpPr>
          <p:spPr>
            <a:xfrm flipH="1">
              <a:off x="8055360" y="2575440"/>
              <a:ext cx="792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419" name="Line 238"/>
            <p:cNvSpPr/>
            <p:nvPr/>
          </p:nvSpPr>
          <p:spPr>
            <a:xfrm flipH="1">
              <a:off x="8007480" y="263088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20" name="Line 239"/>
            <p:cNvSpPr/>
            <p:nvPr/>
          </p:nvSpPr>
          <p:spPr>
            <a:xfrm flipH="1">
              <a:off x="7958520" y="2688120"/>
              <a:ext cx="612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421" name="Line 240"/>
            <p:cNvSpPr/>
            <p:nvPr/>
          </p:nvSpPr>
          <p:spPr>
            <a:xfrm flipH="1">
              <a:off x="7904520" y="2743560"/>
              <a:ext cx="1116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22" name="Line 241"/>
            <p:cNvSpPr/>
            <p:nvPr/>
          </p:nvSpPr>
          <p:spPr>
            <a:xfrm flipH="1">
              <a:off x="7855200" y="2799360"/>
              <a:ext cx="7920" cy="10800"/>
            </a:xfrm>
            <a:prstGeom prst="line">
              <a:avLst/>
            </a:prstGeom>
            <a:ln w="14288">
              <a:solidFill>
                <a:srgbClr val="000000"/>
              </a:solidFill>
              <a:round/>
            </a:ln>
          </p:spPr>
          <p:style>
            <a:lnRef idx="0"/>
            <a:fillRef idx="0"/>
            <a:effectRef idx="0"/>
            <a:fontRef idx="minor"/>
          </p:style>
          <p:txBody>
            <a:bodyPr lIns="90000" tIns="-34200" rIns="90000" bIns="-34200" anchor="t">
              <a:noAutofit/>
            </a:bodyPr>
            <a:p>
              <a:endParaRPr lang="es-ES" sz="1800" b="0" u="none" strike="noStrike">
                <a:solidFill>
                  <a:srgbClr val="000000"/>
                </a:solidFill>
                <a:effectLst/>
                <a:uFillTx/>
                <a:latin typeface="Century Gothic"/>
              </a:endParaRPr>
            </a:p>
          </p:txBody>
        </p:sp>
        <p:sp>
          <p:nvSpPr>
            <p:cNvPr id="423" name="Line 242"/>
            <p:cNvSpPr/>
            <p:nvPr/>
          </p:nvSpPr>
          <p:spPr>
            <a:xfrm flipH="1">
              <a:off x="7807680" y="2856240"/>
              <a:ext cx="612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424" name="Line 243"/>
            <p:cNvSpPr/>
            <p:nvPr/>
          </p:nvSpPr>
          <p:spPr>
            <a:xfrm flipH="1">
              <a:off x="7758360" y="291204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25" name="Line 244"/>
            <p:cNvSpPr/>
            <p:nvPr/>
          </p:nvSpPr>
          <p:spPr>
            <a:xfrm flipH="1">
              <a:off x="7709040" y="296748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26" name="Line 245"/>
            <p:cNvSpPr/>
            <p:nvPr/>
          </p:nvSpPr>
          <p:spPr>
            <a:xfrm flipH="1">
              <a:off x="7656840" y="3024720"/>
              <a:ext cx="936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427" name="Line 246"/>
            <p:cNvSpPr/>
            <p:nvPr/>
          </p:nvSpPr>
          <p:spPr>
            <a:xfrm flipH="1">
              <a:off x="9361800" y="4010400"/>
              <a:ext cx="61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28" name="Line 247"/>
            <p:cNvSpPr/>
            <p:nvPr/>
          </p:nvSpPr>
          <p:spPr>
            <a:xfrm flipH="1">
              <a:off x="9318960" y="4074120"/>
              <a:ext cx="612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429" name="Line 248"/>
            <p:cNvSpPr/>
            <p:nvPr/>
          </p:nvSpPr>
          <p:spPr>
            <a:xfrm flipH="1">
              <a:off x="9277560" y="4137480"/>
              <a:ext cx="648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430" name="Line 249"/>
            <p:cNvSpPr/>
            <p:nvPr/>
          </p:nvSpPr>
          <p:spPr>
            <a:xfrm flipH="1">
              <a:off x="9234720" y="419940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31" name="Line 250"/>
            <p:cNvSpPr/>
            <p:nvPr/>
          </p:nvSpPr>
          <p:spPr>
            <a:xfrm flipH="1">
              <a:off x="9191880" y="426276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32" name="Line 251"/>
            <p:cNvSpPr/>
            <p:nvPr/>
          </p:nvSpPr>
          <p:spPr>
            <a:xfrm flipH="1">
              <a:off x="9150480" y="432648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33" name="Line 252"/>
            <p:cNvSpPr/>
            <p:nvPr/>
          </p:nvSpPr>
          <p:spPr>
            <a:xfrm flipH="1">
              <a:off x="9107640" y="4389840"/>
              <a:ext cx="792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434" name="Line 253"/>
            <p:cNvSpPr/>
            <p:nvPr/>
          </p:nvSpPr>
          <p:spPr>
            <a:xfrm flipH="1">
              <a:off x="9066600" y="4453560"/>
              <a:ext cx="612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435" name="Line 254"/>
            <p:cNvSpPr/>
            <p:nvPr/>
          </p:nvSpPr>
          <p:spPr>
            <a:xfrm flipH="1">
              <a:off x="9023760" y="4515480"/>
              <a:ext cx="7920" cy="10800"/>
            </a:xfrm>
            <a:prstGeom prst="line">
              <a:avLst/>
            </a:prstGeom>
            <a:ln w="14288">
              <a:solidFill>
                <a:srgbClr val="000000"/>
              </a:solidFill>
              <a:round/>
            </a:ln>
          </p:spPr>
          <p:style>
            <a:lnRef idx="0"/>
            <a:fillRef idx="0"/>
            <a:effectRef idx="0"/>
            <a:fontRef idx="minor"/>
          </p:style>
          <p:txBody>
            <a:bodyPr lIns="90000" tIns="-34200" rIns="90000" bIns="-34200" anchor="t">
              <a:noAutofit/>
            </a:bodyPr>
            <a:p>
              <a:endParaRPr lang="es-ES" sz="1800" b="0" u="none" strike="noStrike">
                <a:solidFill>
                  <a:srgbClr val="000000"/>
                </a:solidFill>
                <a:effectLst/>
                <a:uFillTx/>
                <a:latin typeface="Century Gothic"/>
              </a:endParaRPr>
            </a:p>
          </p:txBody>
        </p:sp>
        <p:sp>
          <p:nvSpPr>
            <p:cNvPr id="436" name="Line 255"/>
            <p:cNvSpPr/>
            <p:nvPr/>
          </p:nvSpPr>
          <p:spPr>
            <a:xfrm flipH="1">
              <a:off x="8982360" y="457884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37" name="Line 256"/>
            <p:cNvSpPr/>
            <p:nvPr/>
          </p:nvSpPr>
          <p:spPr>
            <a:xfrm flipH="1">
              <a:off x="8939520" y="464220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38" name="Line 257"/>
            <p:cNvSpPr/>
            <p:nvPr/>
          </p:nvSpPr>
          <p:spPr>
            <a:xfrm flipH="1">
              <a:off x="8898120" y="4705920"/>
              <a:ext cx="648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439" name="Line 258"/>
            <p:cNvSpPr/>
            <p:nvPr/>
          </p:nvSpPr>
          <p:spPr>
            <a:xfrm flipH="1">
              <a:off x="8855280" y="4769280"/>
              <a:ext cx="792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440" name="Line 259"/>
            <p:cNvSpPr/>
            <p:nvPr/>
          </p:nvSpPr>
          <p:spPr>
            <a:xfrm flipH="1">
              <a:off x="8813880" y="483120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41" name="Line 260"/>
            <p:cNvSpPr/>
            <p:nvPr/>
          </p:nvSpPr>
          <p:spPr>
            <a:xfrm flipH="1">
              <a:off x="8771040" y="489456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42" name="Line 261"/>
            <p:cNvSpPr/>
            <p:nvPr/>
          </p:nvSpPr>
          <p:spPr>
            <a:xfrm flipH="1">
              <a:off x="8730000" y="4958280"/>
              <a:ext cx="61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43" name="Line 262"/>
            <p:cNvSpPr/>
            <p:nvPr/>
          </p:nvSpPr>
          <p:spPr>
            <a:xfrm flipH="1">
              <a:off x="8687160" y="5021640"/>
              <a:ext cx="792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444" name="Line 263"/>
            <p:cNvSpPr/>
            <p:nvPr/>
          </p:nvSpPr>
          <p:spPr>
            <a:xfrm flipH="1">
              <a:off x="8645760" y="508356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45" name="Line 264"/>
            <p:cNvSpPr/>
            <p:nvPr/>
          </p:nvSpPr>
          <p:spPr>
            <a:xfrm flipH="1">
              <a:off x="8602920" y="5147280"/>
              <a:ext cx="7920" cy="10800"/>
            </a:xfrm>
            <a:prstGeom prst="line">
              <a:avLst/>
            </a:prstGeom>
            <a:ln w="14288">
              <a:solidFill>
                <a:srgbClr val="000000"/>
              </a:solidFill>
              <a:round/>
            </a:ln>
          </p:spPr>
          <p:style>
            <a:lnRef idx="0"/>
            <a:fillRef idx="0"/>
            <a:effectRef idx="0"/>
            <a:fontRef idx="minor"/>
          </p:style>
          <p:txBody>
            <a:bodyPr lIns="90000" tIns="-34200" rIns="90000" bIns="-34200" anchor="t">
              <a:noAutofit/>
            </a:bodyPr>
            <a:p>
              <a:endParaRPr lang="es-ES" sz="1800" b="0" u="none" strike="noStrike">
                <a:solidFill>
                  <a:srgbClr val="000000"/>
                </a:solidFill>
                <a:effectLst/>
                <a:uFillTx/>
                <a:latin typeface="Century Gothic"/>
              </a:endParaRPr>
            </a:p>
          </p:txBody>
        </p:sp>
        <p:sp>
          <p:nvSpPr>
            <p:cNvPr id="446" name="Line 265"/>
            <p:cNvSpPr/>
            <p:nvPr/>
          </p:nvSpPr>
          <p:spPr>
            <a:xfrm flipH="1">
              <a:off x="8561520" y="521064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47" name="Line 266"/>
            <p:cNvSpPr/>
            <p:nvPr/>
          </p:nvSpPr>
          <p:spPr>
            <a:xfrm flipH="1">
              <a:off x="8518680" y="5274000"/>
              <a:ext cx="792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448" name="Line 267"/>
            <p:cNvSpPr/>
            <p:nvPr/>
          </p:nvSpPr>
          <p:spPr>
            <a:xfrm flipH="1">
              <a:off x="8477640" y="5337720"/>
              <a:ext cx="612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449" name="Line 268"/>
            <p:cNvSpPr/>
            <p:nvPr/>
          </p:nvSpPr>
          <p:spPr>
            <a:xfrm flipH="1">
              <a:off x="8434800" y="539964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50" name="Line 269"/>
            <p:cNvSpPr/>
            <p:nvPr/>
          </p:nvSpPr>
          <p:spPr>
            <a:xfrm flipH="1">
              <a:off x="8393400" y="546300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51" name="Line 270"/>
            <p:cNvSpPr/>
            <p:nvPr/>
          </p:nvSpPr>
          <p:spPr>
            <a:xfrm flipH="1">
              <a:off x="8350560" y="5526720"/>
              <a:ext cx="7920" cy="10800"/>
            </a:xfrm>
            <a:prstGeom prst="line">
              <a:avLst/>
            </a:prstGeom>
            <a:ln w="14288">
              <a:solidFill>
                <a:srgbClr val="000000"/>
              </a:solidFill>
              <a:round/>
            </a:ln>
          </p:spPr>
          <p:style>
            <a:lnRef idx="0"/>
            <a:fillRef idx="0"/>
            <a:effectRef idx="0"/>
            <a:fontRef idx="minor"/>
          </p:style>
          <p:txBody>
            <a:bodyPr lIns="90000" tIns="-34200" rIns="90000" bIns="-34200" anchor="t">
              <a:noAutofit/>
            </a:bodyPr>
            <a:p>
              <a:endParaRPr lang="es-ES" sz="1800" b="0" u="none" strike="noStrike">
                <a:solidFill>
                  <a:srgbClr val="000000"/>
                </a:solidFill>
                <a:effectLst/>
                <a:uFillTx/>
                <a:latin typeface="Century Gothic"/>
              </a:endParaRPr>
            </a:p>
          </p:txBody>
        </p:sp>
        <p:sp>
          <p:nvSpPr>
            <p:cNvPr id="452" name="Line 271"/>
            <p:cNvSpPr/>
            <p:nvPr/>
          </p:nvSpPr>
          <p:spPr>
            <a:xfrm flipH="1">
              <a:off x="8309160" y="5590080"/>
              <a:ext cx="648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453" name="Line 272"/>
            <p:cNvSpPr/>
            <p:nvPr/>
          </p:nvSpPr>
          <p:spPr>
            <a:xfrm flipH="1">
              <a:off x="8266320" y="5653440"/>
              <a:ext cx="648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454" name="Line 273"/>
            <p:cNvSpPr/>
            <p:nvPr/>
          </p:nvSpPr>
          <p:spPr>
            <a:xfrm flipH="1" flipV="1">
              <a:off x="8217000" y="5621760"/>
              <a:ext cx="1116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455" name="Line 274"/>
            <p:cNvSpPr/>
            <p:nvPr/>
          </p:nvSpPr>
          <p:spPr>
            <a:xfrm flipH="1" flipV="1">
              <a:off x="8168040" y="5561640"/>
              <a:ext cx="7920" cy="10800"/>
            </a:xfrm>
            <a:prstGeom prst="line">
              <a:avLst/>
            </a:prstGeom>
            <a:ln w="14288">
              <a:solidFill>
                <a:srgbClr val="000000"/>
              </a:solidFill>
              <a:round/>
            </a:ln>
          </p:spPr>
          <p:style>
            <a:lnRef idx="0"/>
            <a:fillRef idx="0"/>
            <a:effectRef idx="0"/>
            <a:fontRef idx="minor"/>
          </p:style>
          <p:txBody>
            <a:bodyPr lIns="90000" tIns="-34200" rIns="90000" bIns="-34200" anchor="t">
              <a:noAutofit/>
            </a:bodyPr>
            <a:p>
              <a:endParaRPr lang="es-ES" sz="1800" b="0" u="none" strike="noStrike">
                <a:solidFill>
                  <a:srgbClr val="000000"/>
                </a:solidFill>
                <a:effectLst/>
                <a:uFillTx/>
                <a:latin typeface="Century Gothic"/>
              </a:endParaRPr>
            </a:p>
          </p:txBody>
        </p:sp>
        <p:sp>
          <p:nvSpPr>
            <p:cNvPr id="456" name="Line 275"/>
            <p:cNvSpPr/>
            <p:nvPr/>
          </p:nvSpPr>
          <p:spPr>
            <a:xfrm flipH="1" flipV="1">
              <a:off x="8118720" y="5505840"/>
              <a:ext cx="792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457" name="Line 276"/>
            <p:cNvSpPr/>
            <p:nvPr/>
          </p:nvSpPr>
          <p:spPr>
            <a:xfrm flipH="1" flipV="1">
              <a:off x="8066520" y="5448600"/>
              <a:ext cx="1080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58" name="Line 277"/>
            <p:cNvSpPr/>
            <p:nvPr/>
          </p:nvSpPr>
          <p:spPr>
            <a:xfrm flipH="1" flipV="1">
              <a:off x="8013960" y="5389920"/>
              <a:ext cx="1116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459" name="Line 278"/>
            <p:cNvSpPr/>
            <p:nvPr/>
          </p:nvSpPr>
          <p:spPr>
            <a:xfrm flipH="1" flipV="1">
              <a:off x="7961400" y="5329800"/>
              <a:ext cx="97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60" name="Line 279"/>
            <p:cNvSpPr/>
            <p:nvPr/>
          </p:nvSpPr>
          <p:spPr>
            <a:xfrm flipH="1" flipV="1">
              <a:off x="7912440" y="5274000"/>
              <a:ext cx="612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461" name="Line 280"/>
            <p:cNvSpPr/>
            <p:nvPr/>
          </p:nvSpPr>
          <p:spPr>
            <a:xfrm flipH="1" flipV="1">
              <a:off x="7863120" y="5217120"/>
              <a:ext cx="6480" cy="10800"/>
            </a:xfrm>
            <a:prstGeom prst="line">
              <a:avLst/>
            </a:prstGeom>
            <a:ln w="14288">
              <a:solidFill>
                <a:srgbClr val="000000"/>
              </a:solidFill>
              <a:round/>
            </a:ln>
          </p:spPr>
          <p:style>
            <a:lnRef idx="0"/>
            <a:fillRef idx="0"/>
            <a:effectRef idx="0"/>
            <a:fontRef idx="minor"/>
          </p:style>
          <p:txBody>
            <a:bodyPr lIns="90000" tIns="-34200" rIns="90000" bIns="-34200" anchor="t">
              <a:noAutofit/>
            </a:bodyPr>
            <a:p>
              <a:endParaRPr lang="es-ES" sz="1800" b="0" u="none" strike="noStrike">
                <a:solidFill>
                  <a:srgbClr val="000000"/>
                </a:solidFill>
                <a:effectLst/>
                <a:uFillTx/>
                <a:latin typeface="Century Gothic"/>
              </a:endParaRPr>
            </a:p>
          </p:txBody>
        </p:sp>
        <p:sp>
          <p:nvSpPr>
            <p:cNvPr id="462" name="Line 281"/>
            <p:cNvSpPr/>
            <p:nvPr/>
          </p:nvSpPr>
          <p:spPr>
            <a:xfrm flipH="1" flipV="1">
              <a:off x="7813800" y="516132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63" name="Line 282"/>
            <p:cNvSpPr/>
            <p:nvPr/>
          </p:nvSpPr>
          <p:spPr>
            <a:xfrm flipH="1" flipV="1">
              <a:off x="7764840" y="5105880"/>
              <a:ext cx="612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464" name="Line 283"/>
            <p:cNvSpPr/>
            <p:nvPr/>
          </p:nvSpPr>
          <p:spPr>
            <a:xfrm flipH="1" flipV="1">
              <a:off x="7712280" y="5048640"/>
              <a:ext cx="97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65" name="Line 284"/>
            <p:cNvSpPr/>
            <p:nvPr/>
          </p:nvSpPr>
          <p:spPr>
            <a:xfrm flipH="1" flipV="1">
              <a:off x="7660080" y="4989960"/>
              <a:ext cx="936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466" name="Line 285"/>
            <p:cNvSpPr/>
            <p:nvPr/>
          </p:nvSpPr>
          <p:spPr>
            <a:xfrm flipH="1" flipV="1">
              <a:off x="7617240" y="4929480"/>
              <a:ext cx="28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67" name="Line 286"/>
            <p:cNvSpPr/>
            <p:nvPr/>
          </p:nvSpPr>
          <p:spPr>
            <a:xfrm flipH="1" flipV="1">
              <a:off x="7582320" y="486288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68" name="Line 287"/>
            <p:cNvSpPr/>
            <p:nvPr/>
          </p:nvSpPr>
          <p:spPr>
            <a:xfrm flipH="1" flipV="1">
              <a:off x="7550280" y="479628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69" name="Line 288"/>
            <p:cNvSpPr/>
            <p:nvPr/>
          </p:nvSpPr>
          <p:spPr>
            <a:xfrm flipH="1" flipV="1">
              <a:off x="7515360" y="472968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70" name="Line 289"/>
            <p:cNvSpPr/>
            <p:nvPr/>
          </p:nvSpPr>
          <p:spPr>
            <a:xfrm flipH="1" flipV="1">
              <a:off x="7483680" y="4663080"/>
              <a:ext cx="3240" cy="10800"/>
            </a:xfrm>
            <a:prstGeom prst="line">
              <a:avLst/>
            </a:prstGeom>
            <a:ln w="14288">
              <a:solidFill>
                <a:srgbClr val="000000"/>
              </a:solidFill>
              <a:round/>
            </a:ln>
          </p:spPr>
          <p:style>
            <a:lnRef idx="0"/>
            <a:fillRef idx="0"/>
            <a:effectRef idx="0"/>
            <a:fontRef idx="minor"/>
          </p:style>
          <p:txBody>
            <a:bodyPr lIns="90000" tIns="-34200" rIns="90000" bIns="-34200" anchor="t">
              <a:noAutofit/>
            </a:bodyPr>
            <a:p>
              <a:endParaRPr lang="es-ES" sz="1800" b="0" u="none" strike="noStrike">
                <a:solidFill>
                  <a:srgbClr val="000000"/>
                </a:solidFill>
                <a:effectLst/>
                <a:uFillTx/>
                <a:latin typeface="Century Gothic"/>
              </a:endParaRPr>
            </a:p>
          </p:txBody>
        </p:sp>
        <p:sp>
          <p:nvSpPr>
            <p:cNvPr id="471" name="Line 290"/>
            <p:cNvSpPr/>
            <p:nvPr/>
          </p:nvSpPr>
          <p:spPr>
            <a:xfrm flipH="1" flipV="1">
              <a:off x="7448760" y="459612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72" name="Line 291"/>
            <p:cNvSpPr/>
            <p:nvPr/>
          </p:nvSpPr>
          <p:spPr>
            <a:xfrm flipH="1" flipV="1">
              <a:off x="7417080" y="452952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73" name="Line 292"/>
            <p:cNvSpPr/>
            <p:nvPr/>
          </p:nvSpPr>
          <p:spPr>
            <a:xfrm flipH="1" flipV="1">
              <a:off x="7382160" y="446292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74" name="Line 293"/>
            <p:cNvSpPr/>
            <p:nvPr/>
          </p:nvSpPr>
          <p:spPr>
            <a:xfrm flipH="1" flipV="1">
              <a:off x="7350480" y="439632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75" name="Line 294"/>
            <p:cNvSpPr/>
            <p:nvPr/>
          </p:nvSpPr>
          <p:spPr>
            <a:xfrm flipH="1" flipV="1">
              <a:off x="7315560" y="4329720"/>
              <a:ext cx="7920" cy="10800"/>
            </a:xfrm>
            <a:prstGeom prst="line">
              <a:avLst/>
            </a:prstGeom>
            <a:ln w="14288">
              <a:solidFill>
                <a:srgbClr val="000000"/>
              </a:solidFill>
              <a:round/>
            </a:ln>
          </p:spPr>
          <p:style>
            <a:lnRef idx="0"/>
            <a:fillRef idx="0"/>
            <a:effectRef idx="0"/>
            <a:fontRef idx="minor"/>
          </p:style>
          <p:txBody>
            <a:bodyPr lIns="90000" tIns="-34200" rIns="90000" bIns="-34200" anchor="t">
              <a:noAutofit/>
            </a:bodyPr>
            <a:p>
              <a:endParaRPr lang="es-ES" sz="1800" b="0" u="none" strike="noStrike">
                <a:solidFill>
                  <a:srgbClr val="000000"/>
                </a:solidFill>
                <a:effectLst/>
                <a:uFillTx/>
                <a:latin typeface="Century Gothic"/>
              </a:endParaRPr>
            </a:p>
          </p:txBody>
        </p:sp>
        <p:sp>
          <p:nvSpPr>
            <p:cNvPr id="476" name="Line 295"/>
            <p:cNvSpPr/>
            <p:nvPr/>
          </p:nvSpPr>
          <p:spPr>
            <a:xfrm flipH="1" flipV="1">
              <a:off x="7283880" y="4262760"/>
              <a:ext cx="28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77" name="Line 296"/>
            <p:cNvSpPr/>
            <p:nvPr/>
          </p:nvSpPr>
          <p:spPr>
            <a:xfrm flipH="1" flipV="1">
              <a:off x="7248600" y="4196160"/>
              <a:ext cx="82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78" name="Line 297"/>
            <p:cNvSpPr/>
            <p:nvPr/>
          </p:nvSpPr>
          <p:spPr>
            <a:xfrm flipH="1" flipV="1">
              <a:off x="7216920" y="412956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79" name="Line 298"/>
            <p:cNvSpPr/>
            <p:nvPr/>
          </p:nvSpPr>
          <p:spPr>
            <a:xfrm flipH="1" flipV="1">
              <a:off x="7182000" y="406296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80" name="Line 299"/>
            <p:cNvSpPr/>
            <p:nvPr/>
          </p:nvSpPr>
          <p:spPr>
            <a:xfrm flipV="1">
              <a:off x="7161480" y="3996360"/>
              <a:ext cx="3240" cy="10800"/>
            </a:xfrm>
            <a:prstGeom prst="line">
              <a:avLst/>
            </a:prstGeom>
            <a:ln w="14288">
              <a:solidFill>
                <a:srgbClr val="000000"/>
              </a:solidFill>
              <a:round/>
            </a:ln>
          </p:spPr>
          <p:style>
            <a:lnRef idx="0"/>
            <a:fillRef idx="0"/>
            <a:effectRef idx="0"/>
            <a:fontRef idx="minor"/>
          </p:style>
          <p:txBody>
            <a:bodyPr lIns="90000" tIns="-34200" rIns="90000" bIns="-34200" anchor="t">
              <a:noAutofit/>
            </a:bodyPr>
            <a:p>
              <a:endParaRPr lang="es-ES" sz="1800" b="0" u="none" strike="noStrike">
                <a:solidFill>
                  <a:srgbClr val="000000"/>
                </a:solidFill>
                <a:effectLst/>
                <a:uFillTx/>
                <a:latin typeface="Century Gothic"/>
              </a:endParaRPr>
            </a:p>
          </p:txBody>
        </p:sp>
        <p:sp>
          <p:nvSpPr>
            <p:cNvPr id="481" name="Line 300"/>
            <p:cNvSpPr/>
            <p:nvPr/>
          </p:nvSpPr>
          <p:spPr>
            <a:xfrm flipV="1">
              <a:off x="7193160" y="392940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82" name="Line 301"/>
            <p:cNvSpPr/>
            <p:nvPr/>
          </p:nvSpPr>
          <p:spPr>
            <a:xfrm flipV="1">
              <a:off x="7228080" y="386280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83" name="Line 302"/>
            <p:cNvSpPr/>
            <p:nvPr/>
          </p:nvSpPr>
          <p:spPr>
            <a:xfrm flipV="1">
              <a:off x="7259760" y="379620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84" name="Line 303"/>
            <p:cNvSpPr/>
            <p:nvPr/>
          </p:nvSpPr>
          <p:spPr>
            <a:xfrm flipV="1">
              <a:off x="7294680" y="372960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85" name="Line 304"/>
            <p:cNvSpPr/>
            <p:nvPr/>
          </p:nvSpPr>
          <p:spPr>
            <a:xfrm flipV="1">
              <a:off x="7326720" y="3663000"/>
              <a:ext cx="6120" cy="10800"/>
            </a:xfrm>
            <a:prstGeom prst="line">
              <a:avLst/>
            </a:prstGeom>
            <a:ln w="14288">
              <a:solidFill>
                <a:srgbClr val="000000"/>
              </a:solidFill>
              <a:round/>
            </a:ln>
          </p:spPr>
          <p:style>
            <a:lnRef idx="0"/>
            <a:fillRef idx="0"/>
            <a:effectRef idx="0"/>
            <a:fontRef idx="minor"/>
          </p:style>
          <p:txBody>
            <a:bodyPr lIns="90000" tIns="-34200" rIns="90000" bIns="-34200" anchor="t">
              <a:noAutofit/>
            </a:bodyPr>
            <a:p>
              <a:endParaRPr lang="es-ES" sz="1800" b="0" u="none" strike="noStrike">
                <a:solidFill>
                  <a:srgbClr val="000000"/>
                </a:solidFill>
                <a:effectLst/>
                <a:uFillTx/>
                <a:latin typeface="Century Gothic"/>
              </a:endParaRPr>
            </a:p>
          </p:txBody>
        </p:sp>
        <p:sp>
          <p:nvSpPr>
            <p:cNvPr id="486" name="Line 305"/>
            <p:cNvSpPr/>
            <p:nvPr/>
          </p:nvSpPr>
          <p:spPr>
            <a:xfrm flipV="1">
              <a:off x="7361640" y="3596040"/>
              <a:ext cx="28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87" name="Line 306"/>
            <p:cNvSpPr/>
            <p:nvPr/>
          </p:nvSpPr>
          <p:spPr>
            <a:xfrm flipV="1">
              <a:off x="7393320" y="3529440"/>
              <a:ext cx="61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88" name="Line 307"/>
            <p:cNvSpPr/>
            <p:nvPr/>
          </p:nvSpPr>
          <p:spPr>
            <a:xfrm flipV="1">
              <a:off x="7428240" y="346284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89" name="Line 308"/>
            <p:cNvSpPr/>
            <p:nvPr/>
          </p:nvSpPr>
          <p:spPr>
            <a:xfrm flipV="1">
              <a:off x="7459920" y="339624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90" name="Line 309"/>
            <p:cNvSpPr/>
            <p:nvPr/>
          </p:nvSpPr>
          <p:spPr>
            <a:xfrm flipV="1">
              <a:off x="7494840" y="332928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91" name="Line 310"/>
            <p:cNvSpPr/>
            <p:nvPr/>
          </p:nvSpPr>
          <p:spPr>
            <a:xfrm flipV="1">
              <a:off x="7526520" y="326268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92" name="Line 311"/>
            <p:cNvSpPr/>
            <p:nvPr/>
          </p:nvSpPr>
          <p:spPr>
            <a:xfrm flipV="1">
              <a:off x="7561440" y="319608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93" name="Line 312"/>
            <p:cNvSpPr/>
            <p:nvPr/>
          </p:nvSpPr>
          <p:spPr>
            <a:xfrm flipV="1">
              <a:off x="7593120" y="312948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494" name="Line 313"/>
            <p:cNvSpPr/>
            <p:nvPr/>
          </p:nvSpPr>
          <p:spPr>
            <a:xfrm flipV="1">
              <a:off x="7628040" y="3062880"/>
              <a:ext cx="3240" cy="10800"/>
            </a:xfrm>
            <a:prstGeom prst="line">
              <a:avLst/>
            </a:prstGeom>
            <a:ln w="14288">
              <a:solidFill>
                <a:srgbClr val="000000"/>
              </a:solidFill>
              <a:round/>
            </a:ln>
          </p:spPr>
          <p:style>
            <a:lnRef idx="0"/>
            <a:fillRef idx="0"/>
            <a:effectRef idx="0"/>
            <a:fontRef idx="minor"/>
          </p:style>
          <p:txBody>
            <a:bodyPr lIns="90000" tIns="-34200" rIns="90000" bIns="-34200" anchor="t">
              <a:noAutofit/>
            </a:bodyPr>
            <a:p>
              <a:endParaRPr lang="es-ES" sz="1800" b="0" u="none" strike="noStrike">
                <a:solidFill>
                  <a:srgbClr val="000000"/>
                </a:solidFill>
                <a:effectLst/>
                <a:uFillTx/>
                <a:latin typeface="Century Gothic"/>
              </a:endParaRPr>
            </a:p>
          </p:txBody>
        </p:sp>
        <p:sp>
          <p:nvSpPr>
            <p:cNvPr id="495" name="Line 314"/>
            <p:cNvSpPr/>
            <p:nvPr/>
          </p:nvSpPr>
          <p:spPr>
            <a:xfrm flipV="1">
              <a:off x="7631280" y="4950360"/>
              <a:ext cx="1116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496" name="Line 315"/>
            <p:cNvSpPr/>
            <p:nvPr/>
          </p:nvSpPr>
          <p:spPr>
            <a:xfrm flipV="1">
              <a:off x="7697880" y="4915440"/>
              <a:ext cx="1116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497" name="Line 316"/>
            <p:cNvSpPr/>
            <p:nvPr/>
          </p:nvSpPr>
          <p:spPr>
            <a:xfrm flipV="1">
              <a:off x="7764840" y="4877280"/>
              <a:ext cx="1116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498" name="Line 317"/>
            <p:cNvSpPr/>
            <p:nvPr/>
          </p:nvSpPr>
          <p:spPr>
            <a:xfrm flipV="1">
              <a:off x="7831440" y="4842360"/>
              <a:ext cx="1116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499" name="Line 318"/>
            <p:cNvSpPr/>
            <p:nvPr/>
          </p:nvSpPr>
          <p:spPr>
            <a:xfrm flipV="1">
              <a:off x="7898040" y="4807440"/>
              <a:ext cx="1116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500" name="Line 319"/>
            <p:cNvSpPr/>
            <p:nvPr/>
          </p:nvSpPr>
          <p:spPr>
            <a:xfrm flipV="1">
              <a:off x="7964640" y="4769280"/>
              <a:ext cx="1116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501" name="Line 320"/>
            <p:cNvSpPr/>
            <p:nvPr/>
          </p:nvSpPr>
          <p:spPr>
            <a:xfrm flipV="1">
              <a:off x="8031240" y="4732920"/>
              <a:ext cx="1116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502" name="Line 321"/>
            <p:cNvSpPr/>
            <p:nvPr/>
          </p:nvSpPr>
          <p:spPr>
            <a:xfrm flipV="1">
              <a:off x="8098200" y="4698000"/>
              <a:ext cx="1116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503" name="Line 322"/>
            <p:cNvSpPr/>
            <p:nvPr/>
          </p:nvSpPr>
          <p:spPr>
            <a:xfrm flipV="1">
              <a:off x="8164800" y="4659840"/>
              <a:ext cx="11160" cy="6120"/>
            </a:xfrm>
            <a:prstGeom prst="line">
              <a:avLst/>
            </a:prstGeom>
            <a:ln w="14288">
              <a:solidFill>
                <a:srgbClr val="000000"/>
              </a:solidFill>
              <a:round/>
            </a:ln>
          </p:spPr>
          <p:style>
            <a:lnRef idx="0"/>
            <a:fillRef idx="0"/>
            <a:effectRef idx="0"/>
            <a:fontRef idx="minor"/>
          </p:style>
          <p:txBody>
            <a:bodyPr lIns="90000" tIns="-38880" rIns="90000" bIns="-38880" anchor="t">
              <a:noAutofit/>
            </a:bodyPr>
            <a:p>
              <a:endParaRPr lang="es-ES" sz="1800" b="0" u="none" strike="noStrike">
                <a:solidFill>
                  <a:srgbClr val="000000"/>
                </a:solidFill>
                <a:effectLst/>
                <a:uFillTx/>
                <a:latin typeface="Century Gothic"/>
              </a:endParaRPr>
            </a:p>
          </p:txBody>
        </p:sp>
        <p:sp>
          <p:nvSpPr>
            <p:cNvPr id="504" name="Line 323"/>
            <p:cNvSpPr/>
            <p:nvPr/>
          </p:nvSpPr>
          <p:spPr>
            <a:xfrm flipV="1">
              <a:off x="8231400" y="4624920"/>
              <a:ext cx="11160" cy="6120"/>
            </a:xfrm>
            <a:prstGeom prst="line">
              <a:avLst/>
            </a:prstGeom>
            <a:ln w="14288">
              <a:solidFill>
                <a:srgbClr val="000000"/>
              </a:solidFill>
              <a:round/>
            </a:ln>
          </p:spPr>
          <p:style>
            <a:lnRef idx="0"/>
            <a:fillRef idx="0"/>
            <a:effectRef idx="0"/>
            <a:fontRef idx="minor"/>
          </p:style>
          <p:txBody>
            <a:bodyPr lIns="90000" tIns="-38880" rIns="90000" bIns="-38880" anchor="t">
              <a:noAutofit/>
            </a:bodyPr>
            <a:p>
              <a:endParaRPr lang="es-ES" sz="1800" b="0" u="none" strike="noStrike">
                <a:solidFill>
                  <a:srgbClr val="000000"/>
                </a:solidFill>
                <a:effectLst/>
                <a:uFillTx/>
                <a:latin typeface="Century Gothic"/>
              </a:endParaRPr>
            </a:p>
          </p:txBody>
        </p:sp>
        <p:sp>
          <p:nvSpPr>
            <p:cNvPr id="505" name="Line 324"/>
            <p:cNvSpPr/>
            <p:nvPr/>
          </p:nvSpPr>
          <p:spPr>
            <a:xfrm flipV="1">
              <a:off x="8298000" y="4590000"/>
              <a:ext cx="11160" cy="3240"/>
            </a:xfrm>
            <a:prstGeom prst="line">
              <a:avLst/>
            </a:prstGeom>
            <a:ln w="14288">
              <a:solidFill>
                <a:srgbClr val="000000"/>
              </a:solidFill>
              <a:round/>
            </a:ln>
          </p:spPr>
          <p:style>
            <a:lnRef idx="0"/>
            <a:fillRef idx="0"/>
            <a:effectRef idx="0"/>
            <a:fontRef idx="minor"/>
          </p:style>
          <p:txBody>
            <a:bodyPr lIns="90000" tIns="-41760" rIns="90000" bIns="-41760" anchor="t">
              <a:noAutofit/>
            </a:bodyPr>
            <a:p>
              <a:endParaRPr lang="es-ES" sz="1800" b="0" u="none" strike="noStrike">
                <a:solidFill>
                  <a:srgbClr val="000000"/>
                </a:solidFill>
                <a:effectLst/>
                <a:uFillTx/>
                <a:latin typeface="Century Gothic"/>
              </a:endParaRPr>
            </a:p>
          </p:txBody>
        </p:sp>
        <p:sp>
          <p:nvSpPr>
            <p:cNvPr id="506" name="Line 325"/>
            <p:cNvSpPr/>
            <p:nvPr/>
          </p:nvSpPr>
          <p:spPr>
            <a:xfrm flipV="1">
              <a:off x="8364960" y="4550400"/>
              <a:ext cx="1080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507" name="Line 326"/>
            <p:cNvSpPr/>
            <p:nvPr/>
          </p:nvSpPr>
          <p:spPr>
            <a:xfrm flipV="1">
              <a:off x="8431560" y="4515480"/>
              <a:ext cx="1116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508" name="Line 327"/>
            <p:cNvSpPr/>
            <p:nvPr/>
          </p:nvSpPr>
          <p:spPr>
            <a:xfrm flipV="1">
              <a:off x="8498160" y="4477320"/>
              <a:ext cx="11160" cy="6120"/>
            </a:xfrm>
            <a:prstGeom prst="line">
              <a:avLst/>
            </a:prstGeom>
            <a:ln w="14288">
              <a:solidFill>
                <a:srgbClr val="000000"/>
              </a:solidFill>
              <a:round/>
            </a:ln>
          </p:spPr>
          <p:style>
            <a:lnRef idx="0"/>
            <a:fillRef idx="0"/>
            <a:effectRef idx="0"/>
            <a:fontRef idx="minor"/>
          </p:style>
          <p:txBody>
            <a:bodyPr lIns="90000" tIns="-38880" rIns="90000" bIns="-38880" anchor="t">
              <a:noAutofit/>
            </a:bodyPr>
            <a:p>
              <a:endParaRPr lang="es-ES" sz="1800" b="0" u="none" strike="noStrike">
                <a:solidFill>
                  <a:srgbClr val="000000"/>
                </a:solidFill>
                <a:effectLst/>
                <a:uFillTx/>
                <a:latin typeface="Century Gothic"/>
              </a:endParaRPr>
            </a:p>
          </p:txBody>
        </p:sp>
        <p:sp>
          <p:nvSpPr>
            <p:cNvPr id="509" name="Line 328"/>
            <p:cNvSpPr/>
            <p:nvPr/>
          </p:nvSpPr>
          <p:spPr>
            <a:xfrm flipV="1">
              <a:off x="8564760" y="4442400"/>
              <a:ext cx="11160" cy="6120"/>
            </a:xfrm>
            <a:prstGeom prst="line">
              <a:avLst/>
            </a:prstGeom>
            <a:ln w="14288">
              <a:solidFill>
                <a:srgbClr val="000000"/>
              </a:solidFill>
              <a:round/>
            </a:ln>
          </p:spPr>
          <p:style>
            <a:lnRef idx="0"/>
            <a:fillRef idx="0"/>
            <a:effectRef idx="0"/>
            <a:fontRef idx="minor"/>
          </p:style>
          <p:txBody>
            <a:bodyPr lIns="90000" tIns="-38880" rIns="90000" bIns="-38880" anchor="t">
              <a:noAutofit/>
            </a:bodyPr>
            <a:p>
              <a:endParaRPr lang="es-ES" sz="1800" b="0" u="none" strike="noStrike">
                <a:solidFill>
                  <a:srgbClr val="000000"/>
                </a:solidFill>
                <a:effectLst/>
                <a:uFillTx/>
                <a:latin typeface="Century Gothic"/>
              </a:endParaRPr>
            </a:p>
          </p:txBody>
        </p:sp>
        <p:sp>
          <p:nvSpPr>
            <p:cNvPr id="510" name="Line 329"/>
            <p:cNvSpPr/>
            <p:nvPr/>
          </p:nvSpPr>
          <p:spPr>
            <a:xfrm flipV="1">
              <a:off x="8631360" y="4407480"/>
              <a:ext cx="11160" cy="6120"/>
            </a:xfrm>
            <a:prstGeom prst="line">
              <a:avLst/>
            </a:prstGeom>
            <a:ln w="14288">
              <a:solidFill>
                <a:srgbClr val="000000"/>
              </a:solidFill>
              <a:round/>
            </a:ln>
          </p:spPr>
          <p:style>
            <a:lnRef idx="0"/>
            <a:fillRef idx="0"/>
            <a:effectRef idx="0"/>
            <a:fontRef idx="minor"/>
          </p:style>
          <p:txBody>
            <a:bodyPr lIns="90000" tIns="-38880" rIns="90000" bIns="-38880" anchor="t">
              <a:noAutofit/>
            </a:bodyPr>
            <a:p>
              <a:endParaRPr lang="es-ES" sz="1800" b="0" u="none" strike="noStrike">
                <a:solidFill>
                  <a:srgbClr val="000000"/>
                </a:solidFill>
                <a:effectLst/>
                <a:uFillTx/>
                <a:latin typeface="Century Gothic"/>
              </a:endParaRPr>
            </a:p>
          </p:txBody>
        </p:sp>
        <p:sp>
          <p:nvSpPr>
            <p:cNvPr id="511" name="Line 330"/>
            <p:cNvSpPr/>
            <p:nvPr/>
          </p:nvSpPr>
          <p:spPr>
            <a:xfrm flipV="1">
              <a:off x="8698320" y="4367520"/>
              <a:ext cx="1080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512" name="Line 331"/>
            <p:cNvSpPr/>
            <p:nvPr/>
          </p:nvSpPr>
          <p:spPr>
            <a:xfrm flipV="1">
              <a:off x="8764920" y="4332600"/>
              <a:ext cx="936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513" name="Line 332"/>
            <p:cNvSpPr/>
            <p:nvPr/>
          </p:nvSpPr>
          <p:spPr>
            <a:xfrm flipV="1">
              <a:off x="8831520" y="4297680"/>
              <a:ext cx="936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514" name="Line 333"/>
            <p:cNvSpPr/>
            <p:nvPr/>
          </p:nvSpPr>
          <p:spPr>
            <a:xfrm flipV="1">
              <a:off x="8898120" y="4259880"/>
              <a:ext cx="9720" cy="6120"/>
            </a:xfrm>
            <a:prstGeom prst="line">
              <a:avLst/>
            </a:prstGeom>
            <a:ln w="14288">
              <a:solidFill>
                <a:srgbClr val="000000"/>
              </a:solidFill>
              <a:round/>
            </a:ln>
          </p:spPr>
          <p:style>
            <a:lnRef idx="0"/>
            <a:fillRef idx="0"/>
            <a:effectRef idx="0"/>
            <a:fontRef idx="minor"/>
          </p:style>
          <p:txBody>
            <a:bodyPr lIns="90000" tIns="-38880" rIns="90000" bIns="-38880" anchor="t">
              <a:noAutofit/>
            </a:bodyPr>
            <a:p>
              <a:endParaRPr lang="es-ES" sz="1800" b="0" u="none" strike="noStrike">
                <a:solidFill>
                  <a:srgbClr val="000000"/>
                </a:solidFill>
                <a:effectLst/>
                <a:uFillTx/>
                <a:latin typeface="Century Gothic"/>
              </a:endParaRPr>
            </a:p>
          </p:txBody>
        </p:sp>
        <p:sp>
          <p:nvSpPr>
            <p:cNvPr id="515" name="Line 334"/>
            <p:cNvSpPr/>
            <p:nvPr/>
          </p:nvSpPr>
          <p:spPr>
            <a:xfrm flipV="1">
              <a:off x="8964720" y="4224960"/>
              <a:ext cx="9720" cy="6120"/>
            </a:xfrm>
            <a:prstGeom prst="line">
              <a:avLst/>
            </a:prstGeom>
            <a:ln w="14288">
              <a:solidFill>
                <a:srgbClr val="000000"/>
              </a:solidFill>
              <a:round/>
            </a:ln>
          </p:spPr>
          <p:style>
            <a:lnRef idx="0"/>
            <a:fillRef idx="0"/>
            <a:effectRef idx="0"/>
            <a:fontRef idx="minor"/>
          </p:style>
          <p:txBody>
            <a:bodyPr lIns="90000" tIns="-38880" rIns="90000" bIns="-38880" anchor="t">
              <a:noAutofit/>
            </a:bodyPr>
            <a:p>
              <a:endParaRPr lang="es-ES" sz="1800" b="0" u="none" strike="noStrike">
                <a:solidFill>
                  <a:srgbClr val="000000"/>
                </a:solidFill>
                <a:effectLst/>
                <a:uFillTx/>
                <a:latin typeface="Century Gothic"/>
              </a:endParaRPr>
            </a:p>
          </p:txBody>
        </p:sp>
        <p:sp>
          <p:nvSpPr>
            <p:cNvPr id="516" name="Line 335"/>
            <p:cNvSpPr/>
            <p:nvPr/>
          </p:nvSpPr>
          <p:spPr>
            <a:xfrm flipV="1">
              <a:off x="9031680" y="4190040"/>
              <a:ext cx="9360" cy="2880"/>
            </a:xfrm>
            <a:prstGeom prst="line">
              <a:avLst/>
            </a:prstGeom>
            <a:ln w="14288">
              <a:solidFill>
                <a:srgbClr val="000000"/>
              </a:solidFill>
              <a:round/>
            </a:ln>
          </p:spPr>
          <p:style>
            <a:lnRef idx="0"/>
            <a:fillRef idx="0"/>
            <a:effectRef idx="0"/>
            <a:fontRef idx="minor"/>
          </p:style>
          <p:txBody>
            <a:bodyPr lIns="90000" tIns="-42120" rIns="90000" bIns="-42120" anchor="t">
              <a:noAutofit/>
            </a:bodyPr>
            <a:p>
              <a:endParaRPr lang="es-ES" sz="1800" b="0" u="none" strike="noStrike">
                <a:solidFill>
                  <a:srgbClr val="000000"/>
                </a:solidFill>
                <a:effectLst/>
                <a:uFillTx/>
                <a:latin typeface="Century Gothic"/>
              </a:endParaRPr>
            </a:p>
          </p:txBody>
        </p:sp>
        <p:sp>
          <p:nvSpPr>
            <p:cNvPr id="517" name="Line 336"/>
            <p:cNvSpPr/>
            <p:nvPr/>
          </p:nvSpPr>
          <p:spPr>
            <a:xfrm flipV="1">
              <a:off x="9098280" y="4150080"/>
              <a:ext cx="936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518" name="Line 337"/>
            <p:cNvSpPr/>
            <p:nvPr/>
          </p:nvSpPr>
          <p:spPr>
            <a:xfrm flipV="1">
              <a:off x="9164880" y="4115160"/>
              <a:ext cx="936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519" name="Line 338"/>
            <p:cNvSpPr/>
            <p:nvPr/>
          </p:nvSpPr>
          <p:spPr>
            <a:xfrm flipV="1">
              <a:off x="9231480" y="4077000"/>
              <a:ext cx="972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520" name="Line 339"/>
            <p:cNvSpPr/>
            <p:nvPr/>
          </p:nvSpPr>
          <p:spPr>
            <a:xfrm flipV="1">
              <a:off x="9298080" y="4042080"/>
              <a:ext cx="972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521" name="Line 340"/>
            <p:cNvSpPr/>
            <p:nvPr/>
          </p:nvSpPr>
          <p:spPr>
            <a:xfrm flipV="1">
              <a:off x="9365040" y="4010400"/>
              <a:ext cx="2880" cy="3240"/>
            </a:xfrm>
            <a:prstGeom prst="line">
              <a:avLst/>
            </a:prstGeom>
            <a:ln w="14288">
              <a:solidFill>
                <a:srgbClr val="000000"/>
              </a:solidFill>
              <a:round/>
            </a:ln>
          </p:spPr>
          <p:style>
            <a:lnRef idx="0"/>
            <a:fillRef idx="0"/>
            <a:effectRef idx="0"/>
            <a:fontRef idx="minor"/>
          </p:style>
          <p:txBody>
            <a:bodyPr lIns="90000" tIns="-41760" rIns="90000" bIns="-41760" anchor="t">
              <a:noAutofit/>
            </a:bodyPr>
            <a:p>
              <a:endParaRPr lang="es-ES" sz="1800" b="0" u="none" strike="noStrike">
                <a:solidFill>
                  <a:srgbClr val="000000"/>
                </a:solidFill>
                <a:effectLst/>
                <a:uFillTx/>
                <a:latin typeface="Century Gothic"/>
              </a:endParaRPr>
            </a:p>
          </p:txBody>
        </p:sp>
        <p:sp>
          <p:nvSpPr>
            <p:cNvPr id="522" name="Line 341"/>
            <p:cNvSpPr/>
            <p:nvPr/>
          </p:nvSpPr>
          <p:spPr>
            <a:xfrm>
              <a:off x="8894880" y="3062880"/>
              <a:ext cx="6480" cy="10800"/>
            </a:xfrm>
            <a:prstGeom prst="line">
              <a:avLst/>
            </a:prstGeom>
            <a:ln w="14288">
              <a:solidFill>
                <a:srgbClr val="000000"/>
              </a:solidFill>
              <a:round/>
            </a:ln>
          </p:spPr>
          <p:style>
            <a:lnRef idx="0"/>
            <a:fillRef idx="0"/>
            <a:effectRef idx="0"/>
            <a:fontRef idx="minor"/>
          </p:style>
          <p:txBody>
            <a:bodyPr lIns="90000" tIns="-34200" rIns="90000" bIns="-34200" anchor="t">
              <a:noAutofit/>
            </a:bodyPr>
            <a:p>
              <a:endParaRPr lang="es-ES" sz="1800" b="0" u="none" strike="noStrike">
                <a:solidFill>
                  <a:srgbClr val="000000"/>
                </a:solidFill>
                <a:effectLst/>
                <a:uFillTx/>
                <a:latin typeface="Century Gothic"/>
              </a:endParaRPr>
            </a:p>
          </p:txBody>
        </p:sp>
        <p:sp>
          <p:nvSpPr>
            <p:cNvPr id="523" name="Line 342"/>
            <p:cNvSpPr/>
            <p:nvPr/>
          </p:nvSpPr>
          <p:spPr>
            <a:xfrm>
              <a:off x="8929800" y="312948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524" name="Line 343"/>
            <p:cNvSpPr/>
            <p:nvPr/>
          </p:nvSpPr>
          <p:spPr>
            <a:xfrm>
              <a:off x="8961840" y="3196080"/>
              <a:ext cx="61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525" name="Line 344"/>
            <p:cNvSpPr/>
            <p:nvPr/>
          </p:nvSpPr>
          <p:spPr>
            <a:xfrm>
              <a:off x="8996760" y="3262680"/>
              <a:ext cx="28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526" name="Line 345"/>
            <p:cNvSpPr/>
            <p:nvPr/>
          </p:nvSpPr>
          <p:spPr>
            <a:xfrm>
              <a:off x="9028440" y="3329280"/>
              <a:ext cx="61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527" name="Line 346"/>
            <p:cNvSpPr/>
            <p:nvPr/>
          </p:nvSpPr>
          <p:spPr>
            <a:xfrm>
              <a:off x="9063360" y="339624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528" name="Line 347"/>
            <p:cNvSpPr/>
            <p:nvPr/>
          </p:nvSpPr>
          <p:spPr>
            <a:xfrm>
              <a:off x="9095040" y="346284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529" name="Line 348"/>
            <p:cNvSpPr/>
            <p:nvPr/>
          </p:nvSpPr>
          <p:spPr>
            <a:xfrm>
              <a:off x="9129960" y="352944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530" name="Line 349"/>
            <p:cNvSpPr/>
            <p:nvPr/>
          </p:nvSpPr>
          <p:spPr>
            <a:xfrm>
              <a:off x="9161640" y="359604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531" name="Line 350"/>
            <p:cNvSpPr/>
            <p:nvPr/>
          </p:nvSpPr>
          <p:spPr>
            <a:xfrm>
              <a:off x="9196560" y="3663000"/>
              <a:ext cx="3240" cy="10800"/>
            </a:xfrm>
            <a:prstGeom prst="line">
              <a:avLst/>
            </a:prstGeom>
            <a:ln w="14288">
              <a:solidFill>
                <a:srgbClr val="000000"/>
              </a:solidFill>
              <a:round/>
            </a:ln>
          </p:spPr>
          <p:style>
            <a:lnRef idx="0"/>
            <a:fillRef idx="0"/>
            <a:effectRef idx="0"/>
            <a:fontRef idx="minor"/>
          </p:style>
          <p:txBody>
            <a:bodyPr lIns="90000" tIns="-34200" rIns="90000" bIns="-34200" anchor="t">
              <a:noAutofit/>
            </a:bodyPr>
            <a:p>
              <a:endParaRPr lang="es-ES" sz="1800" b="0" u="none" strike="noStrike">
                <a:solidFill>
                  <a:srgbClr val="000000"/>
                </a:solidFill>
                <a:effectLst/>
                <a:uFillTx/>
                <a:latin typeface="Century Gothic"/>
              </a:endParaRPr>
            </a:p>
          </p:txBody>
        </p:sp>
        <p:sp>
          <p:nvSpPr>
            <p:cNvPr id="532" name="Line 351"/>
            <p:cNvSpPr/>
            <p:nvPr/>
          </p:nvSpPr>
          <p:spPr>
            <a:xfrm>
              <a:off x="9228240" y="372960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533" name="Line 352"/>
            <p:cNvSpPr/>
            <p:nvPr/>
          </p:nvSpPr>
          <p:spPr>
            <a:xfrm>
              <a:off x="9263160" y="379620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534" name="Line 353"/>
            <p:cNvSpPr/>
            <p:nvPr/>
          </p:nvSpPr>
          <p:spPr>
            <a:xfrm>
              <a:off x="9295200" y="3862800"/>
              <a:ext cx="61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535" name="Line 354"/>
            <p:cNvSpPr/>
            <p:nvPr/>
          </p:nvSpPr>
          <p:spPr>
            <a:xfrm>
              <a:off x="9330120" y="3929400"/>
              <a:ext cx="28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536" name="Line 355"/>
            <p:cNvSpPr/>
            <p:nvPr/>
          </p:nvSpPr>
          <p:spPr>
            <a:xfrm>
              <a:off x="9361800" y="3996360"/>
              <a:ext cx="6120" cy="10800"/>
            </a:xfrm>
            <a:prstGeom prst="line">
              <a:avLst/>
            </a:prstGeom>
            <a:ln w="14288">
              <a:solidFill>
                <a:srgbClr val="000000"/>
              </a:solidFill>
              <a:round/>
            </a:ln>
          </p:spPr>
          <p:style>
            <a:lnRef idx="0"/>
            <a:fillRef idx="0"/>
            <a:effectRef idx="0"/>
            <a:fontRef idx="minor"/>
          </p:style>
          <p:txBody>
            <a:bodyPr lIns="90000" tIns="-34200" rIns="90000" bIns="-34200" anchor="t">
              <a:noAutofit/>
            </a:bodyPr>
            <a:p>
              <a:endParaRPr lang="es-ES" sz="1800" b="0" u="none" strike="noStrike">
                <a:solidFill>
                  <a:srgbClr val="000000"/>
                </a:solidFill>
                <a:effectLst/>
                <a:uFillTx/>
                <a:latin typeface="Century Gothic"/>
              </a:endParaRPr>
            </a:p>
          </p:txBody>
        </p:sp>
        <p:sp>
          <p:nvSpPr>
            <p:cNvPr id="537" name="Line 356"/>
            <p:cNvSpPr/>
            <p:nvPr/>
          </p:nvSpPr>
          <p:spPr>
            <a:xfrm>
              <a:off x="7158240" y="4010400"/>
              <a:ext cx="972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538" name="Line 357"/>
            <p:cNvSpPr/>
            <p:nvPr/>
          </p:nvSpPr>
          <p:spPr>
            <a:xfrm>
              <a:off x="7224840" y="4045320"/>
              <a:ext cx="972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539" name="Line 358"/>
            <p:cNvSpPr/>
            <p:nvPr/>
          </p:nvSpPr>
          <p:spPr>
            <a:xfrm>
              <a:off x="7291800" y="4083480"/>
              <a:ext cx="936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540" name="Line 359"/>
            <p:cNvSpPr/>
            <p:nvPr/>
          </p:nvSpPr>
          <p:spPr>
            <a:xfrm>
              <a:off x="7358400" y="4120200"/>
              <a:ext cx="9360" cy="6120"/>
            </a:xfrm>
            <a:prstGeom prst="line">
              <a:avLst/>
            </a:prstGeom>
            <a:ln w="14288">
              <a:solidFill>
                <a:srgbClr val="000000"/>
              </a:solidFill>
              <a:round/>
            </a:ln>
          </p:spPr>
          <p:style>
            <a:lnRef idx="0"/>
            <a:fillRef idx="0"/>
            <a:effectRef idx="0"/>
            <a:fontRef idx="minor"/>
          </p:style>
          <p:txBody>
            <a:bodyPr lIns="90000" tIns="-38880" rIns="90000" bIns="-38880" anchor="t">
              <a:noAutofit/>
            </a:bodyPr>
            <a:p>
              <a:endParaRPr lang="es-ES" sz="1800" b="0" u="none" strike="noStrike">
                <a:solidFill>
                  <a:srgbClr val="000000"/>
                </a:solidFill>
                <a:effectLst/>
                <a:uFillTx/>
                <a:latin typeface="Century Gothic"/>
              </a:endParaRPr>
            </a:p>
          </p:txBody>
        </p:sp>
        <p:sp>
          <p:nvSpPr>
            <p:cNvPr id="541" name="Line 360"/>
            <p:cNvSpPr/>
            <p:nvPr/>
          </p:nvSpPr>
          <p:spPr>
            <a:xfrm>
              <a:off x="7425000" y="4155120"/>
              <a:ext cx="9360" cy="6120"/>
            </a:xfrm>
            <a:prstGeom prst="line">
              <a:avLst/>
            </a:prstGeom>
            <a:ln w="14288">
              <a:solidFill>
                <a:srgbClr val="000000"/>
              </a:solidFill>
              <a:round/>
            </a:ln>
          </p:spPr>
          <p:style>
            <a:lnRef idx="0"/>
            <a:fillRef idx="0"/>
            <a:effectRef idx="0"/>
            <a:fontRef idx="minor"/>
          </p:style>
          <p:txBody>
            <a:bodyPr lIns="90000" tIns="-38880" rIns="90000" bIns="-38880" anchor="t">
              <a:noAutofit/>
            </a:bodyPr>
            <a:p>
              <a:endParaRPr lang="es-ES" sz="1800" b="0" u="none" strike="noStrike">
                <a:solidFill>
                  <a:srgbClr val="000000"/>
                </a:solidFill>
                <a:effectLst/>
                <a:uFillTx/>
                <a:latin typeface="Century Gothic"/>
              </a:endParaRPr>
            </a:p>
          </p:txBody>
        </p:sp>
        <p:sp>
          <p:nvSpPr>
            <p:cNvPr id="542" name="Line 361"/>
            <p:cNvSpPr/>
            <p:nvPr/>
          </p:nvSpPr>
          <p:spPr>
            <a:xfrm>
              <a:off x="7491600" y="4192920"/>
              <a:ext cx="972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543" name="Line 362"/>
            <p:cNvSpPr/>
            <p:nvPr/>
          </p:nvSpPr>
          <p:spPr>
            <a:xfrm>
              <a:off x="7558200" y="4227840"/>
              <a:ext cx="972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544" name="Line 363"/>
            <p:cNvSpPr/>
            <p:nvPr/>
          </p:nvSpPr>
          <p:spPr>
            <a:xfrm>
              <a:off x="7625160" y="4262760"/>
              <a:ext cx="936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545" name="Line 364"/>
            <p:cNvSpPr/>
            <p:nvPr/>
          </p:nvSpPr>
          <p:spPr>
            <a:xfrm>
              <a:off x="7691760" y="4300920"/>
              <a:ext cx="936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546" name="Line 365"/>
            <p:cNvSpPr/>
            <p:nvPr/>
          </p:nvSpPr>
          <p:spPr>
            <a:xfrm>
              <a:off x="7758360" y="4337640"/>
              <a:ext cx="9360" cy="6120"/>
            </a:xfrm>
            <a:prstGeom prst="line">
              <a:avLst/>
            </a:prstGeom>
            <a:ln w="14288">
              <a:solidFill>
                <a:srgbClr val="000000"/>
              </a:solidFill>
              <a:round/>
            </a:ln>
          </p:spPr>
          <p:style>
            <a:lnRef idx="0"/>
            <a:fillRef idx="0"/>
            <a:effectRef idx="0"/>
            <a:fontRef idx="minor"/>
          </p:style>
          <p:txBody>
            <a:bodyPr lIns="90000" tIns="-38880" rIns="90000" bIns="-38880" anchor="t">
              <a:noAutofit/>
            </a:bodyPr>
            <a:p>
              <a:endParaRPr lang="es-ES" sz="1800" b="0" u="none" strike="noStrike">
                <a:solidFill>
                  <a:srgbClr val="000000"/>
                </a:solidFill>
                <a:effectLst/>
                <a:uFillTx/>
                <a:latin typeface="Century Gothic"/>
              </a:endParaRPr>
            </a:p>
          </p:txBody>
        </p:sp>
        <p:sp>
          <p:nvSpPr>
            <p:cNvPr id="547" name="Line 366"/>
            <p:cNvSpPr/>
            <p:nvPr/>
          </p:nvSpPr>
          <p:spPr>
            <a:xfrm>
              <a:off x="7824960" y="4375440"/>
              <a:ext cx="9720" cy="3240"/>
            </a:xfrm>
            <a:prstGeom prst="line">
              <a:avLst/>
            </a:prstGeom>
            <a:ln w="14288">
              <a:solidFill>
                <a:srgbClr val="000000"/>
              </a:solidFill>
              <a:round/>
            </a:ln>
          </p:spPr>
          <p:style>
            <a:lnRef idx="0"/>
            <a:fillRef idx="0"/>
            <a:effectRef idx="0"/>
            <a:fontRef idx="minor"/>
          </p:style>
          <p:txBody>
            <a:bodyPr lIns="90000" tIns="-41760" rIns="90000" bIns="-41760" anchor="t">
              <a:noAutofit/>
            </a:bodyPr>
            <a:p>
              <a:endParaRPr lang="es-ES" sz="1800" b="0" u="none" strike="noStrike">
                <a:solidFill>
                  <a:srgbClr val="000000"/>
                </a:solidFill>
                <a:effectLst/>
                <a:uFillTx/>
                <a:latin typeface="Century Gothic"/>
              </a:endParaRPr>
            </a:p>
          </p:txBody>
        </p:sp>
        <p:sp>
          <p:nvSpPr>
            <p:cNvPr id="548" name="Line 367"/>
            <p:cNvSpPr/>
            <p:nvPr/>
          </p:nvSpPr>
          <p:spPr>
            <a:xfrm>
              <a:off x="7891560" y="4410360"/>
              <a:ext cx="972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549" name="Line 368"/>
            <p:cNvSpPr/>
            <p:nvPr/>
          </p:nvSpPr>
          <p:spPr>
            <a:xfrm>
              <a:off x="7958520" y="4445280"/>
              <a:ext cx="9360" cy="8280"/>
            </a:xfrm>
            <a:prstGeom prst="line">
              <a:avLst/>
            </a:prstGeom>
            <a:ln w="14288">
              <a:solidFill>
                <a:srgbClr val="000000"/>
              </a:solidFill>
              <a:round/>
            </a:ln>
          </p:spPr>
          <p:style>
            <a:lnRef idx="0"/>
            <a:fillRef idx="0"/>
            <a:effectRef idx="0"/>
            <a:fontRef idx="minor"/>
          </p:style>
          <p:txBody>
            <a:bodyPr lIns="90000" tIns="-36720" rIns="90000" bIns="-36720" anchor="t">
              <a:noAutofit/>
            </a:bodyPr>
            <a:p>
              <a:endParaRPr lang="es-ES" sz="1800" b="0" u="none" strike="noStrike">
                <a:solidFill>
                  <a:srgbClr val="000000"/>
                </a:solidFill>
                <a:effectLst/>
                <a:uFillTx/>
                <a:latin typeface="Century Gothic"/>
              </a:endParaRPr>
            </a:p>
          </p:txBody>
        </p:sp>
        <p:sp>
          <p:nvSpPr>
            <p:cNvPr id="550" name="Line 369"/>
            <p:cNvSpPr/>
            <p:nvPr/>
          </p:nvSpPr>
          <p:spPr>
            <a:xfrm>
              <a:off x="8025120" y="4483440"/>
              <a:ext cx="936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551" name="Line 370"/>
            <p:cNvSpPr/>
            <p:nvPr/>
          </p:nvSpPr>
          <p:spPr>
            <a:xfrm>
              <a:off x="8091720" y="4520160"/>
              <a:ext cx="9720" cy="6120"/>
            </a:xfrm>
            <a:prstGeom prst="line">
              <a:avLst/>
            </a:prstGeom>
            <a:ln w="14288">
              <a:solidFill>
                <a:srgbClr val="000000"/>
              </a:solidFill>
              <a:round/>
            </a:ln>
          </p:spPr>
          <p:style>
            <a:lnRef idx="0"/>
            <a:fillRef idx="0"/>
            <a:effectRef idx="0"/>
            <a:fontRef idx="minor"/>
          </p:style>
          <p:txBody>
            <a:bodyPr lIns="90000" tIns="-38880" rIns="90000" bIns="-38880" anchor="t">
              <a:noAutofit/>
            </a:bodyPr>
            <a:p>
              <a:endParaRPr lang="es-ES" sz="1800" b="0" u="none" strike="noStrike">
                <a:solidFill>
                  <a:srgbClr val="000000"/>
                </a:solidFill>
                <a:effectLst/>
                <a:uFillTx/>
                <a:latin typeface="Century Gothic"/>
              </a:endParaRPr>
            </a:p>
          </p:txBody>
        </p:sp>
        <p:sp>
          <p:nvSpPr>
            <p:cNvPr id="552" name="Line 371"/>
            <p:cNvSpPr/>
            <p:nvPr/>
          </p:nvSpPr>
          <p:spPr>
            <a:xfrm>
              <a:off x="8158320" y="4555080"/>
              <a:ext cx="9720" cy="6120"/>
            </a:xfrm>
            <a:prstGeom prst="line">
              <a:avLst/>
            </a:prstGeom>
            <a:ln w="14288">
              <a:solidFill>
                <a:srgbClr val="000000"/>
              </a:solidFill>
              <a:round/>
            </a:ln>
          </p:spPr>
          <p:style>
            <a:lnRef idx="0"/>
            <a:fillRef idx="0"/>
            <a:effectRef idx="0"/>
            <a:fontRef idx="minor"/>
          </p:style>
          <p:txBody>
            <a:bodyPr lIns="90000" tIns="-38880" rIns="90000" bIns="-38880" anchor="t">
              <a:noAutofit/>
            </a:bodyPr>
            <a:p>
              <a:endParaRPr lang="es-ES" sz="1800" b="0" u="none" strike="noStrike">
                <a:solidFill>
                  <a:srgbClr val="000000"/>
                </a:solidFill>
                <a:effectLst/>
                <a:uFillTx/>
                <a:latin typeface="Century Gothic"/>
              </a:endParaRPr>
            </a:p>
          </p:txBody>
        </p:sp>
        <p:sp>
          <p:nvSpPr>
            <p:cNvPr id="553" name="Line 372"/>
            <p:cNvSpPr/>
            <p:nvPr/>
          </p:nvSpPr>
          <p:spPr>
            <a:xfrm>
              <a:off x="8224920" y="4593240"/>
              <a:ext cx="9720" cy="6120"/>
            </a:xfrm>
            <a:prstGeom prst="line">
              <a:avLst/>
            </a:prstGeom>
            <a:ln w="14288">
              <a:solidFill>
                <a:srgbClr val="000000"/>
              </a:solidFill>
              <a:round/>
            </a:ln>
          </p:spPr>
          <p:style>
            <a:lnRef idx="0"/>
            <a:fillRef idx="0"/>
            <a:effectRef idx="0"/>
            <a:fontRef idx="minor"/>
          </p:style>
          <p:txBody>
            <a:bodyPr lIns="90000" tIns="-38880" rIns="90000" bIns="-38880" anchor="t">
              <a:noAutofit/>
            </a:bodyPr>
            <a:p>
              <a:endParaRPr lang="es-ES" sz="1800" b="0" u="none" strike="noStrike">
                <a:solidFill>
                  <a:srgbClr val="000000"/>
                </a:solidFill>
                <a:effectLst/>
                <a:uFillTx/>
                <a:latin typeface="Century Gothic"/>
              </a:endParaRPr>
            </a:p>
          </p:txBody>
        </p:sp>
        <p:sp>
          <p:nvSpPr>
            <p:cNvPr id="554" name="Line 373"/>
            <p:cNvSpPr/>
            <p:nvPr/>
          </p:nvSpPr>
          <p:spPr>
            <a:xfrm>
              <a:off x="8291880" y="4628160"/>
              <a:ext cx="936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555" name="Line 374"/>
            <p:cNvSpPr/>
            <p:nvPr/>
          </p:nvSpPr>
          <p:spPr>
            <a:xfrm>
              <a:off x="8358480" y="4663080"/>
              <a:ext cx="936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556" name="Line 375"/>
            <p:cNvSpPr/>
            <p:nvPr/>
          </p:nvSpPr>
          <p:spPr>
            <a:xfrm>
              <a:off x="8423640" y="4702680"/>
              <a:ext cx="1116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557" name="Line 376"/>
            <p:cNvSpPr/>
            <p:nvPr/>
          </p:nvSpPr>
          <p:spPr>
            <a:xfrm>
              <a:off x="8490240" y="4737600"/>
              <a:ext cx="1116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558" name="Line 377"/>
            <p:cNvSpPr/>
            <p:nvPr/>
          </p:nvSpPr>
          <p:spPr>
            <a:xfrm>
              <a:off x="8556840" y="4775760"/>
              <a:ext cx="11160" cy="3240"/>
            </a:xfrm>
            <a:prstGeom prst="line">
              <a:avLst/>
            </a:prstGeom>
            <a:ln w="14288">
              <a:solidFill>
                <a:srgbClr val="000000"/>
              </a:solidFill>
              <a:round/>
            </a:ln>
          </p:spPr>
          <p:style>
            <a:lnRef idx="0"/>
            <a:fillRef idx="0"/>
            <a:effectRef idx="0"/>
            <a:fontRef idx="minor"/>
          </p:style>
          <p:txBody>
            <a:bodyPr lIns="90000" tIns="-41760" rIns="90000" bIns="-41760" anchor="t">
              <a:noAutofit/>
            </a:bodyPr>
            <a:p>
              <a:endParaRPr lang="es-ES" sz="1800" b="0" u="none" strike="noStrike">
                <a:solidFill>
                  <a:srgbClr val="000000"/>
                </a:solidFill>
                <a:effectLst/>
                <a:uFillTx/>
                <a:latin typeface="Century Gothic"/>
              </a:endParaRPr>
            </a:p>
          </p:txBody>
        </p:sp>
        <p:sp>
          <p:nvSpPr>
            <p:cNvPr id="559" name="Line 378"/>
            <p:cNvSpPr/>
            <p:nvPr/>
          </p:nvSpPr>
          <p:spPr>
            <a:xfrm>
              <a:off x="8623440" y="4810680"/>
              <a:ext cx="11160" cy="6120"/>
            </a:xfrm>
            <a:prstGeom prst="line">
              <a:avLst/>
            </a:prstGeom>
            <a:ln w="14288">
              <a:solidFill>
                <a:srgbClr val="000000"/>
              </a:solidFill>
              <a:round/>
            </a:ln>
          </p:spPr>
          <p:style>
            <a:lnRef idx="0"/>
            <a:fillRef idx="0"/>
            <a:effectRef idx="0"/>
            <a:fontRef idx="minor"/>
          </p:style>
          <p:txBody>
            <a:bodyPr lIns="90000" tIns="-38880" rIns="90000" bIns="-38880" anchor="t">
              <a:noAutofit/>
            </a:bodyPr>
            <a:p>
              <a:endParaRPr lang="es-ES" sz="1800" b="0" u="none" strike="noStrike">
                <a:solidFill>
                  <a:srgbClr val="000000"/>
                </a:solidFill>
                <a:effectLst/>
                <a:uFillTx/>
                <a:latin typeface="Century Gothic"/>
              </a:endParaRPr>
            </a:p>
          </p:txBody>
        </p:sp>
        <p:sp>
          <p:nvSpPr>
            <p:cNvPr id="560" name="Line 379"/>
            <p:cNvSpPr/>
            <p:nvPr/>
          </p:nvSpPr>
          <p:spPr>
            <a:xfrm>
              <a:off x="8690400" y="4845600"/>
              <a:ext cx="1080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561" name="Line 380"/>
            <p:cNvSpPr/>
            <p:nvPr/>
          </p:nvSpPr>
          <p:spPr>
            <a:xfrm>
              <a:off x="8757000" y="4883760"/>
              <a:ext cx="1116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562" name="Line 381"/>
            <p:cNvSpPr/>
            <p:nvPr/>
          </p:nvSpPr>
          <p:spPr>
            <a:xfrm>
              <a:off x="8823600" y="4920120"/>
              <a:ext cx="1116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563" name="Line 382"/>
            <p:cNvSpPr/>
            <p:nvPr/>
          </p:nvSpPr>
          <p:spPr>
            <a:xfrm>
              <a:off x="8890200" y="4955040"/>
              <a:ext cx="4680" cy="3240"/>
            </a:xfrm>
            <a:prstGeom prst="line">
              <a:avLst/>
            </a:prstGeom>
            <a:ln w="14288">
              <a:solidFill>
                <a:srgbClr val="000000"/>
              </a:solidFill>
              <a:round/>
            </a:ln>
          </p:spPr>
          <p:style>
            <a:lnRef idx="0"/>
            <a:fillRef idx="0"/>
            <a:effectRef idx="0"/>
            <a:fontRef idx="minor"/>
          </p:style>
          <p:txBody>
            <a:bodyPr lIns="90000" tIns="-41760" rIns="90000" bIns="-41760" anchor="t">
              <a:noAutofit/>
            </a:bodyPr>
            <a:p>
              <a:endParaRPr lang="es-ES" sz="1800" b="0" u="none" strike="noStrike">
                <a:solidFill>
                  <a:srgbClr val="000000"/>
                </a:solidFill>
                <a:effectLst/>
                <a:uFillTx/>
                <a:latin typeface="Century Gothic"/>
              </a:endParaRPr>
            </a:p>
          </p:txBody>
        </p:sp>
        <p:sp>
          <p:nvSpPr>
            <p:cNvPr id="564" name="Line 383"/>
            <p:cNvSpPr/>
            <p:nvPr/>
          </p:nvSpPr>
          <p:spPr>
            <a:xfrm>
              <a:off x="8894880" y="3062880"/>
              <a:ext cx="1800" cy="14040"/>
            </a:xfrm>
            <a:prstGeom prst="line">
              <a:avLst/>
            </a:prstGeom>
            <a:ln w="14288">
              <a:solidFill>
                <a:srgbClr val="000000"/>
              </a:solidFill>
              <a:round/>
            </a:ln>
          </p:spPr>
          <p:style>
            <a:lnRef idx="0"/>
            <a:fillRef idx="0"/>
            <a:effectRef idx="0"/>
            <a:fontRef idx="minor"/>
          </p:style>
          <p:txBody>
            <a:bodyPr lIns="90000" tIns="-30960" rIns="90000" bIns="-30960" anchor="t">
              <a:noAutofit/>
            </a:bodyPr>
            <a:p>
              <a:endParaRPr lang="es-ES" sz="1800" b="0" u="none" strike="noStrike">
                <a:solidFill>
                  <a:srgbClr val="000000"/>
                </a:solidFill>
                <a:effectLst/>
                <a:uFillTx/>
                <a:latin typeface="Century Gothic"/>
              </a:endParaRPr>
            </a:p>
          </p:txBody>
        </p:sp>
        <p:sp>
          <p:nvSpPr>
            <p:cNvPr id="565" name="Line 384"/>
            <p:cNvSpPr/>
            <p:nvPr/>
          </p:nvSpPr>
          <p:spPr>
            <a:xfrm>
              <a:off x="8894880" y="3140640"/>
              <a:ext cx="1800" cy="14040"/>
            </a:xfrm>
            <a:prstGeom prst="line">
              <a:avLst/>
            </a:prstGeom>
            <a:ln w="14288">
              <a:solidFill>
                <a:srgbClr val="000000"/>
              </a:solidFill>
              <a:round/>
            </a:ln>
          </p:spPr>
          <p:style>
            <a:lnRef idx="0"/>
            <a:fillRef idx="0"/>
            <a:effectRef idx="0"/>
            <a:fontRef idx="minor"/>
          </p:style>
          <p:txBody>
            <a:bodyPr lIns="90000" tIns="-30960" rIns="90000" bIns="-30960" anchor="t">
              <a:noAutofit/>
            </a:bodyPr>
            <a:p>
              <a:endParaRPr lang="es-ES" sz="1800" b="0" u="none" strike="noStrike">
                <a:solidFill>
                  <a:srgbClr val="000000"/>
                </a:solidFill>
                <a:effectLst/>
                <a:uFillTx/>
                <a:latin typeface="Century Gothic"/>
              </a:endParaRPr>
            </a:p>
          </p:txBody>
        </p:sp>
        <p:sp>
          <p:nvSpPr>
            <p:cNvPr id="566" name="Line 385"/>
            <p:cNvSpPr/>
            <p:nvPr/>
          </p:nvSpPr>
          <p:spPr>
            <a:xfrm>
              <a:off x="8894880" y="321660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567" name="Line 386"/>
            <p:cNvSpPr/>
            <p:nvPr/>
          </p:nvSpPr>
          <p:spPr>
            <a:xfrm>
              <a:off x="8894880" y="329436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568" name="Line 387"/>
            <p:cNvSpPr/>
            <p:nvPr/>
          </p:nvSpPr>
          <p:spPr>
            <a:xfrm>
              <a:off x="8894880" y="3372480"/>
              <a:ext cx="1800" cy="12600"/>
            </a:xfrm>
            <a:prstGeom prst="line">
              <a:avLst/>
            </a:prstGeom>
            <a:ln w="14288">
              <a:solidFill>
                <a:srgbClr val="000000"/>
              </a:solidFill>
              <a:round/>
            </a:ln>
          </p:spPr>
          <p:style>
            <a:lnRef idx="0"/>
            <a:fillRef idx="0"/>
            <a:effectRef idx="0"/>
            <a:fontRef idx="minor"/>
          </p:style>
          <p:txBody>
            <a:bodyPr lIns="90000" tIns="-32400" rIns="90000" bIns="-32400" anchor="t">
              <a:noAutofit/>
            </a:bodyPr>
            <a:p>
              <a:endParaRPr lang="es-ES" sz="1800" b="0" u="none" strike="noStrike">
                <a:solidFill>
                  <a:srgbClr val="000000"/>
                </a:solidFill>
                <a:effectLst/>
                <a:uFillTx/>
                <a:latin typeface="Century Gothic"/>
              </a:endParaRPr>
            </a:p>
          </p:txBody>
        </p:sp>
        <p:sp>
          <p:nvSpPr>
            <p:cNvPr id="569" name="Line 388"/>
            <p:cNvSpPr/>
            <p:nvPr/>
          </p:nvSpPr>
          <p:spPr>
            <a:xfrm>
              <a:off x="8894880" y="344844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570" name="Line 389"/>
            <p:cNvSpPr/>
            <p:nvPr/>
          </p:nvSpPr>
          <p:spPr>
            <a:xfrm>
              <a:off x="8894880" y="352620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571" name="Line 390"/>
            <p:cNvSpPr/>
            <p:nvPr/>
          </p:nvSpPr>
          <p:spPr>
            <a:xfrm>
              <a:off x="8894880" y="3603960"/>
              <a:ext cx="1800" cy="12960"/>
            </a:xfrm>
            <a:prstGeom prst="line">
              <a:avLst/>
            </a:prstGeom>
            <a:ln w="14288">
              <a:solidFill>
                <a:srgbClr val="000000"/>
              </a:solidFill>
              <a:round/>
            </a:ln>
          </p:spPr>
          <p:style>
            <a:lnRef idx="0"/>
            <a:fillRef idx="0"/>
            <a:effectRef idx="0"/>
            <a:fontRef idx="minor"/>
          </p:style>
          <p:txBody>
            <a:bodyPr lIns="90000" tIns="-32040" rIns="90000" bIns="-32040" anchor="t">
              <a:noAutofit/>
            </a:bodyPr>
            <a:p>
              <a:endParaRPr lang="es-ES" sz="1800" b="0" u="none" strike="noStrike">
                <a:solidFill>
                  <a:srgbClr val="000000"/>
                </a:solidFill>
                <a:effectLst/>
                <a:uFillTx/>
                <a:latin typeface="Century Gothic"/>
              </a:endParaRPr>
            </a:p>
          </p:txBody>
        </p:sp>
        <p:sp>
          <p:nvSpPr>
            <p:cNvPr id="572" name="Line 391"/>
            <p:cNvSpPr/>
            <p:nvPr/>
          </p:nvSpPr>
          <p:spPr>
            <a:xfrm>
              <a:off x="8894880" y="368028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573" name="Line 392"/>
            <p:cNvSpPr/>
            <p:nvPr/>
          </p:nvSpPr>
          <p:spPr>
            <a:xfrm>
              <a:off x="8894880" y="375804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574" name="Line 393"/>
            <p:cNvSpPr/>
            <p:nvPr/>
          </p:nvSpPr>
          <p:spPr>
            <a:xfrm>
              <a:off x="8894880" y="3834360"/>
              <a:ext cx="1800" cy="14040"/>
            </a:xfrm>
            <a:prstGeom prst="line">
              <a:avLst/>
            </a:prstGeom>
            <a:ln w="14288">
              <a:solidFill>
                <a:srgbClr val="000000"/>
              </a:solidFill>
              <a:round/>
            </a:ln>
          </p:spPr>
          <p:style>
            <a:lnRef idx="0"/>
            <a:fillRef idx="0"/>
            <a:effectRef idx="0"/>
            <a:fontRef idx="minor"/>
          </p:style>
          <p:txBody>
            <a:bodyPr lIns="90000" tIns="-30960" rIns="90000" bIns="-30960" anchor="t">
              <a:noAutofit/>
            </a:bodyPr>
            <a:p>
              <a:endParaRPr lang="es-ES" sz="1800" b="0" u="none" strike="noStrike">
                <a:solidFill>
                  <a:srgbClr val="000000"/>
                </a:solidFill>
                <a:effectLst/>
                <a:uFillTx/>
                <a:latin typeface="Century Gothic"/>
              </a:endParaRPr>
            </a:p>
          </p:txBody>
        </p:sp>
        <p:sp>
          <p:nvSpPr>
            <p:cNvPr id="575" name="Line 394"/>
            <p:cNvSpPr/>
            <p:nvPr/>
          </p:nvSpPr>
          <p:spPr>
            <a:xfrm>
              <a:off x="8894880" y="391212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576" name="Line 395"/>
            <p:cNvSpPr/>
            <p:nvPr/>
          </p:nvSpPr>
          <p:spPr>
            <a:xfrm>
              <a:off x="8894880" y="398988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577" name="Line 396"/>
            <p:cNvSpPr/>
            <p:nvPr/>
          </p:nvSpPr>
          <p:spPr>
            <a:xfrm>
              <a:off x="8894880" y="4066200"/>
              <a:ext cx="1800" cy="14040"/>
            </a:xfrm>
            <a:prstGeom prst="line">
              <a:avLst/>
            </a:prstGeom>
            <a:ln w="14288">
              <a:solidFill>
                <a:srgbClr val="000000"/>
              </a:solidFill>
              <a:round/>
            </a:ln>
          </p:spPr>
          <p:style>
            <a:lnRef idx="0"/>
            <a:fillRef idx="0"/>
            <a:effectRef idx="0"/>
            <a:fontRef idx="minor"/>
          </p:style>
          <p:txBody>
            <a:bodyPr lIns="90000" tIns="-30960" rIns="90000" bIns="-30960" anchor="t">
              <a:noAutofit/>
            </a:bodyPr>
            <a:p>
              <a:endParaRPr lang="es-ES" sz="1800" b="0" u="none" strike="noStrike">
                <a:solidFill>
                  <a:srgbClr val="000000"/>
                </a:solidFill>
                <a:effectLst/>
                <a:uFillTx/>
                <a:latin typeface="Century Gothic"/>
              </a:endParaRPr>
            </a:p>
          </p:txBody>
        </p:sp>
        <p:sp>
          <p:nvSpPr>
            <p:cNvPr id="578" name="Line 397"/>
            <p:cNvSpPr/>
            <p:nvPr/>
          </p:nvSpPr>
          <p:spPr>
            <a:xfrm>
              <a:off x="8894880" y="4143960"/>
              <a:ext cx="1800" cy="14040"/>
            </a:xfrm>
            <a:prstGeom prst="line">
              <a:avLst/>
            </a:prstGeom>
            <a:ln w="14288">
              <a:solidFill>
                <a:srgbClr val="000000"/>
              </a:solidFill>
              <a:round/>
            </a:ln>
          </p:spPr>
          <p:style>
            <a:lnRef idx="0"/>
            <a:fillRef idx="0"/>
            <a:effectRef idx="0"/>
            <a:fontRef idx="minor"/>
          </p:style>
          <p:txBody>
            <a:bodyPr lIns="90000" tIns="-30960" rIns="90000" bIns="-30960" anchor="t">
              <a:noAutofit/>
            </a:bodyPr>
            <a:p>
              <a:endParaRPr lang="es-ES" sz="1800" b="0" u="none" strike="noStrike">
                <a:solidFill>
                  <a:srgbClr val="000000"/>
                </a:solidFill>
                <a:effectLst/>
                <a:uFillTx/>
                <a:latin typeface="Century Gothic"/>
              </a:endParaRPr>
            </a:p>
          </p:txBody>
        </p:sp>
        <p:sp>
          <p:nvSpPr>
            <p:cNvPr id="579" name="Line 398"/>
            <p:cNvSpPr/>
            <p:nvPr/>
          </p:nvSpPr>
          <p:spPr>
            <a:xfrm>
              <a:off x="8894880" y="4221720"/>
              <a:ext cx="1800" cy="12600"/>
            </a:xfrm>
            <a:prstGeom prst="line">
              <a:avLst/>
            </a:prstGeom>
            <a:ln w="14288">
              <a:solidFill>
                <a:srgbClr val="000000"/>
              </a:solidFill>
              <a:round/>
            </a:ln>
          </p:spPr>
          <p:style>
            <a:lnRef idx="0"/>
            <a:fillRef idx="0"/>
            <a:effectRef idx="0"/>
            <a:fontRef idx="minor"/>
          </p:style>
          <p:txBody>
            <a:bodyPr lIns="90000" tIns="-32400" rIns="90000" bIns="-32400" anchor="t">
              <a:noAutofit/>
            </a:bodyPr>
            <a:p>
              <a:endParaRPr lang="es-ES" sz="1800" b="0" u="none" strike="noStrike">
                <a:solidFill>
                  <a:srgbClr val="000000"/>
                </a:solidFill>
                <a:effectLst/>
                <a:uFillTx/>
                <a:latin typeface="Century Gothic"/>
              </a:endParaRPr>
            </a:p>
          </p:txBody>
        </p:sp>
        <p:sp>
          <p:nvSpPr>
            <p:cNvPr id="580" name="Line 399"/>
            <p:cNvSpPr/>
            <p:nvPr/>
          </p:nvSpPr>
          <p:spPr>
            <a:xfrm>
              <a:off x="8894880" y="429768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581" name="Line 400"/>
            <p:cNvSpPr/>
            <p:nvPr/>
          </p:nvSpPr>
          <p:spPr>
            <a:xfrm>
              <a:off x="8894880" y="437544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582" name="Line 401"/>
            <p:cNvSpPr/>
            <p:nvPr/>
          </p:nvSpPr>
          <p:spPr>
            <a:xfrm>
              <a:off x="8894880" y="4453560"/>
              <a:ext cx="1800" cy="12600"/>
            </a:xfrm>
            <a:prstGeom prst="line">
              <a:avLst/>
            </a:prstGeom>
            <a:ln w="14288">
              <a:solidFill>
                <a:srgbClr val="000000"/>
              </a:solidFill>
              <a:round/>
            </a:ln>
          </p:spPr>
          <p:style>
            <a:lnRef idx="0"/>
            <a:fillRef idx="0"/>
            <a:effectRef idx="0"/>
            <a:fontRef idx="minor"/>
          </p:style>
          <p:txBody>
            <a:bodyPr lIns="90000" tIns="-32400" rIns="90000" bIns="-32400" anchor="t">
              <a:noAutofit/>
            </a:bodyPr>
            <a:p>
              <a:endParaRPr lang="es-ES" sz="1800" b="0" u="none" strike="noStrike">
                <a:solidFill>
                  <a:srgbClr val="000000"/>
                </a:solidFill>
                <a:effectLst/>
                <a:uFillTx/>
                <a:latin typeface="Century Gothic"/>
              </a:endParaRPr>
            </a:p>
          </p:txBody>
        </p:sp>
        <p:sp>
          <p:nvSpPr>
            <p:cNvPr id="583" name="Line 402"/>
            <p:cNvSpPr/>
            <p:nvPr/>
          </p:nvSpPr>
          <p:spPr>
            <a:xfrm>
              <a:off x="8894880" y="452952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584" name="Line 403"/>
            <p:cNvSpPr/>
            <p:nvPr/>
          </p:nvSpPr>
          <p:spPr>
            <a:xfrm>
              <a:off x="8894880" y="460728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585" name="Line 404"/>
            <p:cNvSpPr/>
            <p:nvPr/>
          </p:nvSpPr>
          <p:spPr>
            <a:xfrm>
              <a:off x="8894880" y="468360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grpSp>
      <p:grpSp>
        <p:nvGrpSpPr>
          <p:cNvPr id="586" name="Group 405"/>
          <p:cNvGrpSpPr/>
          <p:nvPr/>
        </p:nvGrpSpPr>
        <p:grpSpPr>
          <a:xfrm>
            <a:off x="7631280" y="2410200"/>
            <a:ext cx="1736640" cy="3200400"/>
            <a:chOff x="7631280" y="2410200"/>
            <a:chExt cx="1736640" cy="3200400"/>
          </a:xfrm>
        </p:grpSpPr>
        <p:sp>
          <p:nvSpPr>
            <p:cNvPr id="587" name="Line 406"/>
            <p:cNvSpPr/>
            <p:nvPr/>
          </p:nvSpPr>
          <p:spPr>
            <a:xfrm>
              <a:off x="8894880" y="476136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588" name="Line 407"/>
            <p:cNvSpPr/>
            <p:nvPr/>
          </p:nvSpPr>
          <p:spPr>
            <a:xfrm>
              <a:off x="8894880" y="483912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589" name="Line 408"/>
            <p:cNvSpPr/>
            <p:nvPr/>
          </p:nvSpPr>
          <p:spPr>
            <a:xfrm>
              <a:off x="8894880" y="4915440"/>
              <a:ext cx="1800" cy="14040"/>
            </a:xfrm>
            <a:prstGeom prst="line">
              <a:avLst/>
            </a:prstGeom>
            <a:ln w="14288">
              <a:solidFill>
                <a:srgbClr val="000000"/>
              </a:solidFill>
              <a:round/>
            </a:ln>
          </p:spPr>
          <p:style>
            <a:lnRef idx="0"/>
            <a:fillRef idx="0"/>
            <a:effectRef idx="0"/>
            <a:fontRef idx="minor"/>
          </p:style>
          <p:txBody>
            <a:bodyPr lIns="90000" tIns="-30960" rIns="90000" bIns="-30960" anchor="t">
              <a:noAutofit/>
            </a:bodyPr>
            <a:p>
              <a:endParaRPr lang="es-ES" sz="1800" b="0" u="none" strike="noStrike">
                <a:solidFill>
                  <a:srgbClr val="000000"/>
                </a:solidFill>
                <a:effectLst/>
                <a:uFillTx/>
                <a:latin typeface="Century Gothic"/>
              </a:endParaRPr>
            </a:p>
          </p:txBody>
        </p:sp>
        <p:sp>
          <p:nvSpPr>
            <p:cNvPr id="590" name="Line 409"/>
            <p:cNvSpPr/>
            <p:nvPr/>
          </p:nvSpPr>
          <p:spPr>
            <a:xfrm>
              <a:off x="7631280" y="3062880"/>
              <a:ext cx="1800" cy="14040"/>
            </a:xfrm>
            <a:prstGeom prst="line">
              <a:avLst/>
            </a:prstGeom>
            <a:ln w="14288">
              <a:solidFill>
                <a:srgbClr val="000000"/>
              </a:solidFill>
              <a:round/>
            </a:ln>
          </p:spPr>
          <p:style>
            <a:lnRef idx="0"/>
            <a:fillRef idx="0"/>
            <a:effectRef idx="0"/>
            <a:fontRef idx="minor"/>
          </p:style>
          <p:txBody>
            <a:bodyPr lIns="90000" tIns="-30960" rIns="90000" bIns="-30960" anchor="t">
              <a:noAutofit/>
            </a:bodyPr>
            <a:p>
              <a:endParaRPr lang="es-ES" sz="1800" b="0" u="none" strike="noStrike">
                <a:solidFill>
                  <a:srgbClr val="000000"/>
                </a:solidFill>
                <a:effectLst/>
                <a:uFillTx/>
                <a:latin typeface="Century Gothic"/>
              </a:endParaRPr>
            </a:p>
          </p:txBody>
        </p:sp>
        <p:sp>
          <p:nvSpPr>
            <p:cNvPr id="591" name="Line 410"/>
            <p:cNvSpPr/>
            <p:nvPr/>
          </p:nvSpPr>
          <p:spPr>
            <a:xfrm>
              <a:off x="7631280" y="3140640"/>
              <a:ext cx="1800" cy="14040"/>
            </a:xfrm>
            <a:prstGeom prst="line">
              <a:avLst/>
            </a:prstGeom>
            <a:ln w="14288">
              <a:solidFill>
                <a:srgbClr val="000000"/>
              </a:solidFill>
              <a:round/>
            </a:ln>
          </p:spPr>
          <p:style>
            <a:lnRef idx="0"/>
            <a:fillRef idx="0"/>
            <a:effectRef idx="0"/>
            <a:fontRef idx="minor"/>
          </p:style>
          <p:txBody>
            <a:bodyPr lIns="90000" tIns="-30960" rIns="90000" bIns="-30960" anchor="t">
              <a:noAutofit/>
            </a:bodyPr>
            <a:p>
              <a:endParaRPr lang="es-ES" sz="1800" b="0" u="none" strike="noStrike">
                <a:solidFill>
                  <a:srgbClr val="000000"/>
                </a:solidFill>
                <a:effectLst/>
                <a:uFillTx/>
                <a:latin typeface="Century Gothic"/>
              </a:endParaRPr>
            </a:p>
          </p:txBody>
        </p:sp>
        <p:sp>
          <p:nvSpPr>
            <p:cNvPr id="592" name="Line 411"/>
            <p:cNvSpPr/>
            <p:nvPr/>
          </p:nvSpPr>
          <p:spPr>
            <a:xfrm>
              <a:off x="7631280" y="321660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593" name="Line 412"/>
            <p:cNvSpPr/>
            <p:nvPr/>
          </p:nvSpPr>
          <p:spPr>
            <a:xfrm>
              <a:off x="7631280" y="329436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594" name="Line 413"/>
            <p:cNvSpPr/>
            <p:nvPr/>
          </p:nvSpPr>
          <p:spPr>
            <a:xfrm>
              <a:off x="7631280" y="3372480"/>
              <a:ext cx="1800" cy="12600"/>
            </a:xfrm>
            <a:prstGeom prst="line">
              <a:avLst/>
            </a:prstGeom>
            <a:ln w="14288">
              <a:solidFill>
                <a:srgbClr val="000000"/>
              </a:solidFill>
              <a:round/>
            </a:ln>
          </p:spPr>
          <p:style>
            <a:lnRef idx="0"/>
            <a:fillRef idx="0"/>
            <a:effectRef idx="0"/>
            <a:fontRef idx="minor"/>
          </p:style>
          <p:txBody>
            <a:bodyPr lIns="90000" tIns="-32400" rIns="90000" bIns="-32400" anchor="t">
              <a:noAutofit/>
            </a:bodyPr>
            <a:p>
              <a:endParaRPr lang="es-ES" sz="1800" b="0" u="none" strike="noStrike">
                <a:solidFill>
                  <a:srgbClr val="000000"/>
                </a:solidFill>
                <a:effectLst/>
                <a:uFillTx/>
                <a:latin typeface="Century Gothic"/>
              </a:endParaRPr>
            </a:p>
          </p:txBody>
        </p:sp>
        <p:sp>
          <p:nvSpPr>
            <p:cNvPr id="595" name="Line 414"/>
            <p:cNvSpPr/>
            <p:nvPr/>
          </p:nvSpPr>
          <p:spPr>
            <a:xfrm>
              <a:off x="7631280" y="344844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596" name="Line 415"/>
            <p:cNvSpPr/>
            <p:nvPr/>
          </p:nvSpPr>
          <p:spPr>
            <a:xfrm>
              <a:off x="7631280" y="352620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597" name="Line 416"/>
            <p:cNvSpPr/>
            <p:nvPr/>
          </p:nvSpPr>
          <p:spPr>
            <a:xfrm>
              <a:off x="7631280" y="3603960"/>
              <a:ext cx="1800" cy="12960"/>
            </a:xfrm>
            <a:prstGeom prst="line">
              <a:avLst/>
            </a:prstGeom>
            <a:ln w="14288">
              <a:solidFill>
                <a:srgbClr val="000000"/>
              </a:solidFill>
              <a:round/>
            </a:ln>
          </p:spPr>
          <p:style>
            <a:lnRef idx="0"/>
            <a:fillRef idx="0"/>
            <a:effectRef idx="0"/>
            <a:fontRef idx="minor"/>
          </p:style>
          <p:txBody>
            <a:bodyPr lIns="90000" tIns="-32040" rIns="90000" bIns="-32040" anchor="t">
              <a:noAutofit/>
            </a:bodyPr>
            <a:p>
              <a:endParaRPr lang="es-ES" sz="1800" b="0" u="none" strike="noStrike">
                <a:solidFill>
                  <a:srgbClr val="000000"/>
                </a:solidFill>
                <a:effectLst/>
                <a:uFillTx/>
                <a:latin typeface="Century Gothic"/>
              </a:endParaRPr>
            </a:p>
          </p:txBody>
        </p:sp>
        <p:sp>
          <p:nvSpPr>
            <p:cNvPr id="598" name="Line 417"/>
            <p:cNvSpPr/>
            <p:nvPr/>
          </p:nvSpPr>
          <p:spPr>
            <a:xfrm>
              <a:off x="7631280" y="368028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599" name="Line 418"/>
            <p:cNvSpPr/>
            <p:nvPr/>
          </p:nvSpPr>
          <p:spPr>
            <a:xfrm>
              <a:off x="7631280" y="375804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600" name="Line 419"/>
            <p:cNvSpPr/>
            <p:nvPr/>
          </p:nvSpPr>
          <p:spPr>
            <a:xfrm>
              <a:off x="7631280" y="3834360"/>
              <a:ext cx="1800" cy="14040"/>
            </a:xfrm>
            <a:prstGeom prst="line">
              <a:avLst/>
            </a:prstGeom>
            <a:ln w="14288">
              <a:solidFill>
                <a:srgbClr val="000000"/>
              </a:solidFill>
              <a:round/>
            </a:ln>
          </p:spPr>
          <p:style>
            <a:lnRef idx="0"/>
            <a:fillRef idx="0"/>
            <a:effectRef idx="0"/>
            <a:fontRef idx="minor"/>
          </p:style>
          <p:txBody>
            <a:bodyPr lIns="90000" tIns="-30960" rIns="90000" bIns="-30960" anchor="t">
              <a:noAutofit/>
            </a:bodyPr>
            <a:p>
              <a:endParaRPr lang="es-ES" sz="1800" b="0" u="none" strike="noStrike">
                <a:solidFill>
                  <a:srgbClr val="000000"/>
                </a:solidFill>
                <a:effectLst/>
                <a:uFillTx/>
                <a:latin typeface="Century Gothic"/>
              </a:endParaRPr>
            </a:p>
          </p:txBody>
        </p:sp>
        <p:sp>
          <p:nvSpPr>
            <p:cNvPr id="601" name="Line 420"/>
            <p:cNvSpPr/>
            <p:nvPr/>
          </p:nvSpPr>
          <p:spPr>
            <a:xfrm>
              <a:off x="7631280" y="391212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602" name="Line 421"/>
            <p:cNvSpPr/>
            <p:nvPr/>
          </p:nvSpPr>
          <p:spPr>
            <a:xfrm>
              <a:off x="7631280" y="398988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603" name="Line 422"/>
            <p:cNvSpPr/>
            <p:nvPr/>
          </p:nvSpPr>
          <p:spPr>
            <a:xfrm>
              <a:off x="7631280" y="4066200"/>
              <a:ext cx="1800" cy="14040"/>
            </a:xfrm>
            <a:prstGeom prst="line">
              <a:avLst/>
            </a:prstGeom>
            <a:ln w="14288">
              <a:solidFill>
                <a:srgbClr val="000000"/>
              </a:solidFill>
              <a:round/>
            </a:ln>
          </p:spPr>
          <p:style>
            <a:lnRef idx="0"/>
            <a:fillRef idx="0"/>
            <a:effectRef idx="0"/>
            <a:fontRef idx="minor"/>
          </p:style>
          <p:txBody>
            <a:bodyPr lIns="90000" tIns="-30960" rIns="90000" bIns="-30960" anchor="t">
              <a:noAutofit/>
            </a:bodyPr>
            <a:p>
              <a:endParaRPr lang="es-ES" sz="1800" b="0" u="none" strike="noStrike">
                <a:solidFill>
                  <a:srgbClr val="000000"/>
                </a:solidFill>
                <a:effectLst/>
                <a:uFillTx/>
                <a:latin typeface="Century Gothic"/>
              </a:endParaRPr>
            </a:p>
          </p:txBody>
        </p:sp>
        <p:sp>
          <p:nvSpPr>
            <p:cNvPr id="604" name="Line 423"/>
            <p:cNvSpPr/>
            <p:nvPr/>
          </p:nvSpPr>
          <p:spPr>
            <a:xfrm>
              <a:off x="7631280" y="4143960"/>
              <a:ext cx="1800" cy="14040"/>
            </a:xfrm>
            <a:prstGeom prst="line">
              <a:avLst/>
            </a:prstGeom>
            <a:ln w="14288">
              <a:solidFill>
                <a:srgbClr val="000000"/>
              </a:solidFill>
              <a:round/>
            </a:ln>
          </p:spPr>
          <p:style>
            <a:lnRef idx="0"/>
            <a:fillRef idx="0"/>
            <a:effectRef idx="0"/>
            <a:fontRef idx="minor"/>
          </p:style>
          <p:txBody>
            <a:bodyPr lIns="90000" tIns="-30960" rIns="90000" bIns="-30960" anchor="t">
              <a:noAutofit/>
            </a:bodyPr>
            <a:p>
              <a:endParaRPr lang="es-ES" sz="1800" b="0" u="none" strike="noStrike">
                <a:solidFill>
                  <a:srgbClr val="000000"/>
                </a:solidFill>
                <a:effectLst/>
                <a:uFillTx/>
                <a:latin typeface="Century Gothic"/>
              </a:endParaRPr>
            </a:p>
          </p:txBody>
        </p:sp>
        <p:sp>
          <p:nvSpPr>
            <p:cNvPr id="605" name="Line 424"/>
            <p:cNvSpPr/>
            <p:nvPr/>
          </p:nvSpPr>
          <p:spPr>
            <a:xfrm>
              <a:off x="7631280" y="4221720"/>
              <a:ext cx="1800" cy="12600"/>
            </a:xfrm>
            <a:prstGeom prst="line">
              <a:avLst/>
            </a:prstGeom>
            <a:ln w="14288">
              <a:solidFill>
                <a:srgbClr val="000000"/>
              </a:solidFill>
              <a:round/>
            </a:ln>
          </p:spPr>
          <p:style>
            <a:lnRef idx="0"/>
            <a:fillRef idx="0"/>
            <a:effectRef idx="0"/>
            <a:fontRef idx="minor"/>
          </p:style>
          <p:txBody>
            <a:bodyPr lIns="90000" tIns="-32400" rIns="90000" bIns="-32400" anchor="t">
              <a:noAutofit/>
            </a:bodyPr>
            <a:p>
              <a:endParaRPr lang="es-ES" sz="1800" b="0" u="none" strike="noStrike">
                <a:solidFill>
                  <a:srgbClr val="000000"/>
                </a:solidFill>
                <a:effectLst/>
                <a:uFillTx/>
                <a:latin typeface="Century Gothic"/>
              </a:endParaRPr>
            </a:p>
          </p:txBody>
        </p:sp>
        <p:sp>
          <p:nvSpPr>
            <p:cNvPr id="606" name="Line 425"/>
            <p:cNvSpPr/>
            <p:nvPr/>
          </p:nvSpPr>
          <p:spPr>
            <a:xfrm>
              <a:off x="7631280" y="429768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607" name="Line 426"/>
            <p:cNvSpPr/>
            <p:nvPr/>
          </p:nvSpPr>
          <p:spPr>
            <a:xfrm>
              <a:off x="7631280" y="437544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608" name="Line 427"/>
            <p:cNvSpPr/>
            <p:nvPr/>
          </p:nvSpPr>
          <p:spPr>
            <a:xfrm>
              <a:off x="7631280" y="4453560"/>
              <a:ext cx="1800" cy="12600"/>
            </a:xfrm>
            <a:prstGeom prst="line">
              <a:avLst/>
            </a:prstGeom>
            <a:ln w="14288">
              <a:solidFill>
                <a:srgbClr val="000000"/>
              </a:solidFill>
              <a:round/>
            </a:ln>
          </p:spPr>
          <p:style>
            <a:lnRef idx="0"/>
            <a:fillRef idx="0"/>
            <a:effectRef idx="0"/>
            <a:fontRef idx="minor"/>
          </p:style>
          <p:txBody>
            <a:bodyPr lIns="90000" tIns="-32400" rIns="90000" bIns="-32400" anchor="t">
              <a:noAutofit/>
            </a:bodyPr>
            <a:p>
              <a:endParaRPr lang="es-ES" sz="1800" b="0" u="none" strike="noStrike">
                <a:solidFill>
                  <a:srgbClr val="000000"/>
                </a:solidFill>
                <a:effectLst/>
                <a:uFillTx/>
                <a:latin typeface="Century Gothic"/>
              </a:endParaRPr>
            </a:p>
          </p:txBody>
        </p:sp>
        <p:sp>
          <p:nvSpPr>
            <p:cNvPr id="609" name="Line 428"/>
            <p:cNvSpPr/>
            <p:nvPr/>
          </p:nvSpPr>
          <p:spPr>
            <a:xfrm>
              <a:off x="7631280" y="452952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610" name="Line 429"/>
            <p:cNvSpPr/>
            <p:nvPr/>
          </p:nvSpPr>
          <p:spPr>
            <a:xfrm>
              <a:off x="7631280" y="460728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611" name="Line 430"/>
            <p:cNvSpPr/>
            <p:nvPr/>
          </p:nvSpPr>
          <p:spPr>
            <a:xfrm>
              <a:off x="7631280" y="468360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612" name="Line 431"/>
            <p:cNvSpPr/>
            <p:nvPr/>
          </p:nvSpPr>
          <p:spPr>
            <a:xfrm>
              <a:off x="7631280" y="476136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613" name="Line 432"/>
            <p:cNvSpPr/>
            <p:nvPr/>
          </p:nvSpPr>
          <p:spPr>
            <a:xfrm>
              <a:off x="7631280" y="4839120"/>
              <a:ext cx="180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614" name="Line 433"/>
            <p:cNvSpPr/>
            <p:nvPr/>
          </p:nvSpPr>
          <p:spPr>
            <a:xfrm>
              <a:off x="7631280" y="4915440"/>
              <a:ext cx="1800" cy="14040"/>
            </a:xfrm>
            <a:prstGeom prst="line">
              <a:avLst/>
            </a:prstGeom>
            <a:ln w="14288">
              <a:solidFill>
                <a:srgbClr val="000000"/>
              </a:solidFill>
              <a:round/>
            </a:ln>
          </p:spPr>
          <p:style>
            <a:lnRef idx="0"/>
            <a:fillRef idx="0"/>
            <a:effectRef idx="0"/>
            <a:fontRef idx="minor"/>
          </p:style>
          <p:txBody>
            <a:bodyPr lIns="90000" tIns="-30960" rIns="90000" bIns="-30960" anchor="t">
              <a:noAutofit/>
            </a:bodyPr>
            <a:p>
              <a:endParaRPr lang="es-ES" sz="1800" b="0" u="none" strike="noStrike">
                <a:solidFill>
                  <a:srgbClr val="000000"/>
                </a:solidFill>
                <a:effectLst/>
                <a:uFillTx/>
                <a:latin typeface="Century Gothic"/>
              </a:endParaRPr>
            </a:p>
          </p:txBody>
        </p:sp>
        <p:sp>
          <p:nvSpPr>
            <p:cNvPr id="615" name="Line 434"/>
            <p:cNvSpPr/>
            <p:nvPr/>
          </p:nvSpPr>
          <p:spPr>
            <a:xfrm flipH="1">
              <a:off x="8880840" y="4958280"/>
              <a:ext cx="14040" cy="1440"/>
            </a:xfrm>
            <a:prstGeom prst="line">
              <a:avLst/>
            </a:prstGeom>
            <a:ln w="14288">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rgbClr val="000000"/>
                </a:solidFill>
                <a:effectLst/>
                <a:uFillTx/>
                <a:latin typeface="Century Gothic"/>
              </a:endParaRPr>
            </a:p>
          </p:txBody>
        </p:sp>
        <p:sp>
          <p:nvSpPr>
            <p:cNvPr id="616" name="Line 435"/>
            <p:cNvSpPr/>
            <p:nvPr/>
          </p:nvSpPr>
          <p:spPr>
            <a:xfrm flipH="1">
              <a:off x="8803080" y="4958280"/>
              <a:ext cx="14040" cy="1440"/>
            </a:xfrm>
            <a:prstGeom prst="line">
              <a:avLst/>
            </a:prstGeom>
            <a:ln w="14288">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rgbClr val="000000"/>
                </a:solidFill>
                <a:effectLst/>
                <a:uFillTx/>
                <a:latin typeface="Century Gothic"/>
              </a:endParaRPr>
            </a:p>
          </p:txBody>
        </p:sp>
        <p:sp>
          <p:nvSpPr>
            <p:cNvPr id="617" name="Line 436"/>
            <p:cNvSpPr/>
            <p:nvPr/>
          </p:nvSpPr>
          <p:spPr>
            <a:xfrm flipH="1">
              <a:off x="8726760" y="4958280"/>
              <a:ext cx="12600" cy="1440"/>
            </a:xfrm>
            <a:prstGeom prst="line">
              <a:avLst/>
            </a:prstGeom>
            <a:ln w="14288">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rgbClr val="000000"/>
                </a:solidFill>
                <a:effectLst/>
                <a:uFillTx/>
                <a:latin typeface="Century Gothic"/>
              </a:endParaRPr>
            </a:p>
          </p:txBody>
        </p:sp>
        <p:sp>
          <p:nvSpPr>
            <p:cNvPr id="618" name="Line 437"/>
            <p:cNvSpPr/>
            <p:nvPr/>
          </p:nvSpPr>
          <p:spPr>
            <a:xfrm flipH="1">
              <a:off x="8649000" y="4958280"/>
              <a:ext cx="14400" cy="1440"/>
            </a:xfrm>
            <a:prstGeom prst="line">
              <a:avLst/>
            </a:prstGeom>
            <a:ln w="14288">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rgbClr val="000000"/>
                </a:solidFill>
                <a:effectLst/>
                <a:uFillTx/>
                <a:latin typeface="Century Gothic"/>
              </a:endParaRPr>
            </a:p>
          </p:txBody>
        </p:sp>
        <p:sp>
          <p:nvSpPr>
            <p:cNvPr id="619" name="Line 438"/>
            <p:cNvSpPr/>
            <p:nvPr/>
          </p:nvSpPr>
          <p:spPr>
            <a:xfrm flipH="1">
              <a:off x="8571240" y="4958280"/>
              <a:ext cx="14040" cy="1440"/>
            </a:xfrm>
            <a:prstGeom prst="line">
              <a:avLst/>
            </a:prstGeom>
            <a:ln w="14288">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rgbClr val="000000"/>
                </a:solidFill>
                <a:effectLst/>
                <a:uFillTx/>
                <a:latin typeface="Century Gothic"/>
              </a:endParaRPr>
            </a:p>
          </p:txBody>
        </p:sp>
        <p:sp>
          <p:nvSpPr>
            <p:cNvPr id="620" name="Line 439"/>
            <p:cNvSpPr/>
            <p:nvPr/>
          </p:nvSpPr>
          <p:spPr>
            <a:xfrm flipH="1">
              <a:off x="8494920" y="4958280"/>
              <a:ext cx="14400" cy="1440"/>
            </a:xfrm>
            <a:prstGeom prst="line">
              <a:avLst/>
            </a:prstGeom>
            <a:ln w="14288">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rgbClr val="000000"/>
                </a:solidFill>
                <a:effectLst/>
                <a:uFillTx/>
                <a:latin typeface="Century Gothic"/>
              </a:endParaRPr>
            </a:p>
          </p:txBody>
        </p:sp>
        <p:sp>
          <p:nvSpPr>
            <p:cNvPr id="621" name="Line 440"/>
            <p:cNvSpPr/>
            <p:nvPr/>
          </p:nvSpPr>
          <p:spPr>
            <a:xfrm flipH="1">
              <a:off x="8417160" y="4958280"/>
              <a:ext cx="14400" cy="1440"/>
            </a:xfrm>
            <a:prstGeom prst="line">
              <a:avLst/>
            </a:prstGeom>
            <a:ln w="14288">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rgbClr val="000000"/>
                </a:solidFill>
                <a:effectLst/>
                <a:uFillTx/>
                <a:latin typeface="Century Gothic"/>
              </a:endParaRPr>
            </a:p>
          </p:txBody>
        </p:sp>
        <p:sp>
          <p:nvSpPr>
            <p:cNvPr id="622" name="Line 441"/>
            <p:cNvSpPr/>
            <p:nvPr/>
          </p:nvSpPr>
          <p:spPr>
            <a:xfrm flipH="1">
              <a:off x="8339400" y="4958280"/>
              <a:ext cx="14400" cy="1440"/>
            </a:xfrm>
            <a:prstGeom prst="line">
              <a:avLst/>
            </a:prstGeom>
            <a:ln w="14288">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rgbClr val="000000"/>
                </a:solidFill>
                <a:effectLst/>
                <a:uFillTx/>
                <a:latin typeface="Century Gothic"/>
              </a:endParaRPr>
            </a:p>
          </p:txBody>
        </p:sp>
        <p:sp>
          <p:nvSpPr>
            <p:cNvPr id="623" name="Line 442"/>
            <p:cNvSpPr/>
            <p:nvPr/>
          </p:nvSpPr>
          <p:spPr>
            <a:xfrm flipH="1">
              <a:off x="8263080" y="4958280"/>
              <a:ext cx="14400" cy="1440"/>
            </a:xfrm>
            <a:prstGeom prst="line">
              <a:avLst/>
            </a:prstGeom>
            <a:ln w="14288">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rgbClr val="000000"/>
                </a:solidFill>
                <a:effectLst/>
                <a:uFillTx/>
                <a:latin typeface="Century Gothic"/>
              </a:endParaRPr>
            </a:p>
          </p:txBody>
        </p:sp>
        <p:sp>
          <p:nvSpPr>
            <p:cNvPr id="624" name="Line 443"/>
            <p:cNvSpPr/>
            <p:nvPr/>
          </p:nvSpPr>
          <p:spPr>
            <a:xfrm flipH="1">
              <a:off x="8185320" y="4958280"/>
              <a:ext cx="14400" cy="1440"/>
            </a:xfrm>
            <a:prstGeom prst="line">
              <a:avLst/>
            </a:prstGeom>
            <a:ln w="14288">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rgbClr val="000000"/>
                </a:solidFill>
                <a:effectLst/>
                <a:uFillTx/>
                <a:latin typeface="Century Gothic"/>
              </a:endParaRPr>
            </a:p>
          </p:txBody>
        </p:sp>
        <p:sp>
          <p:nvSpPr>
            <p:cNvPr id="625" name="Line 444"/>
            <p:cNvSpPr/>
            <p:nvPr/>
          </p:nvSpPr>
          <p:spPr>
            <a:xfrm flipH="1">
              <a:off x="8109360" y="4958280"/>
              <a:ext cx="12600" cy="1440"/>
            </a:xfrm>
            <a:prstGeom prst="line">
              <a:avLst/>
            </a:prstGeom>
            <a:ln w="14288">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rgbClr val="000000"/>
                </a:solidFill>
                <a:effectLst/>
                <a:uFillTx/>
                <a:latin typeface="Century Gothic"/>
              </a:endParaRPr>
            </a:p>
          </p:txBody>
        </p:sp>
        <p:sp>
          <p:nvSpPr>
            <p:cNvPr id="626" name="Line 445"/>
            <p:cNvSpPr/>
            <p:nvPr/>
          </p:nvSpPr>
          <p:spPr>
            <a:xfrm flipH="1">
              <a:off x="8031240" y="4958280"/>
              <a:ext cx="14400" cy="1440"/>
            </a:xfrm>
            <a:prstGeom prst="line">
              <a:avLst/>
            </a:prstGeom>
            <a:ln w="14288">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rgbClr val="000000"/>
                </a:solidFill>
                <a:effectLst/>
                <a:uFillTx/>
                <a:latin typeface="Century Gothic"/>
              </a:endParaRPr>
            </a:p>
          </p:txBody>
        </p:sp>
        <p:sp>
          <p:nvSpPr>
            <p:cNvPr id="627" name="Line 446"/>
            <p:cNvSpPr/>
            <p:nvPr/>
          </p:nvSpPr>
          <p:spPr>
            <a:xfrm flipH="1">
              <a:off x="7953480" y="4958280"/>
              <a:ext cx="14400" cy="1440"/>
            </a:xfrm>
            <a:prstGeom prst="line">
              <a:avLst/>
            </a:prstGeom>
            <a:ln w="14288">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rgbClr val="000000"/>
                </a:solidFill>
                <a:effectLst/>
                <a:uFillTx/>
                <a:latin typeface="Century Gothic"/>
              </a:endParaRPr>
            </a:p>
          </p:txBody>
        </p:sp>
        <p:sp>
          <p:nvSpPr>
            <p:cNvPr id="628" name="Line 447"/>
            <p:cNvSpPr/>
            <p:nvPr/>
          </p:nvSpPr>
          <p:spPr>
            <a:xfrm flipH="1">
              <a:off x="7877520" y="4958280"/>
              <a:ext cx="14040" cy="1440"/>
            </a:xfrm>
            <a:prstGeom prst="line">
              <a:avLst/>
            </a:prstGeom>
            <a:ln w="14288">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rgbClr val="000000"/>
                </a:solidFill>
                <a:effectLst/>
                <a:uFillTx/>
                <a:latin typeface="Century Gothic"/>
              </a:endParaRPr>
            </a:p>
          </p:txBody>
        </p:sp>
        <p:sp>
          <p:nvSpPr>
            <p:cNvPr id="629" name="Line 448"/>
            <p:cNvSpPr/>
            <p:nvPr/>
          </p:nvSpPr>
          <p:spPr>
            <a:xfrm flipH="1">
              <a:off x="7799760" y="4958280"/>
              <a:ext cx="14040" cy="1440"/>
            </a:xfrm>
            <a:prstGeom prst="line">
              <a:avLst/>
            </a:prstGeom>
            <a:ln w="14288">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rgbClr val="000000"/>
                </a:solidFill>
                <a:effectLst/>
                <a:uFillTx/>
                <a:latin typeface="Century Gothic"/>
              </a:endParaRPr>
            </a:p>
          </p:txBody>
        </p:sp>
        <p:sp>
          <p:nvSpPr>
            <p:cNvPr id="630" name="Line 449"/>
            <p:cNvSpPr/>
            <p:nvPr/>
          </p:nvSpPr>
          <p:spPr>
            <a:xfrm flipH="1">
              <a:off x="7722000" y="4958280"/>
              <a:ext cx="14040" cy="1440"/>
            </a:xfrm>
            <a:prstGeom prst="line">
              <a:avLst/>
            </a:prstGeom>
            <a:ln w="14288">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rgbClr val="000000"/>
                </a:solidFill>
                <a:effectLst/>
                <a:uFillTx/>
                <a:latin typeface="Century Gothic"/>
              </a:endParaRPr>
            </a:p>
          </p:txBody>
        </p:sp>
        <p:sp>
          <p:nvSpPr>
            <p:cNvPr id="631" name="Line 450"/>
            <p:cNvSpPr/>
            <p:nvPr/>
          </p:nvSpPr>
          <p:spPr>
            <a:xfrm flipH="1">
              <a:off x="7645680" y="4958280"/>
              <a:ext cx="14400" cy="1440"/>
            </a:xfrm>
            <a:prstGeom prst="line">
              <a:avLst/>
            </a:prstGeom>
            <a:ln w="14288">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rgbClr val="000000"/>
                </a:solidFill>
                <a:effectLst/>
                <a:uFillTx/>
                <a:latin typeface="Century Gothic"/>
              </a:endParaRPr>
            </a:p>
          </p:txBody>
        </p:sp>
        <p:sp>
          <p:nvSpPr>
            <p:cNvPr id="632" name="Line 451"/>
            <p:cNvSpPr/>
            <p:nvPr/>
          </p:nvSpPr>
          <p:spPr>
            <a:xfrm>
              <a:off x="7631280" y="3062880"/>
              <a:ext cx="1116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633" name="Line 452"/>
            <p:cNvSpPr/>
            <p:nvPr/>
          </p:nvSpPr>
          <p:spPr>
            <a:xfrm>
              <a:off x="7697880" y="3097800"/>
              <a:ext cx="1116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634" name="Line 453"/>
            <p:cNvSpPr/>
            <p:nvPr/>
          </p:nvSpPr>
          <p:spPr>
            <a:xfrm>
              <a:off x="7764840" y="3137400"/>
              <a:ext cx="1116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635" name="Line 454"/>
            <p:cNvSpPr/>
            <p:nvPr/>
          </p:nvSpPr>
          <p:spPr>
            <a:xfrm>
              <a:off x="7831440" y="3172320"/>
              <a:ext cx="1116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636" name="Line 455"/>
            <p:cNvSpPr/>
            <p:nvPr/>
          </p:nvSpPr>
          <p:spPr>
            <a:xfrm>
              <a:off x="7898040" y="3207240"/>
              <a:ext cx="1116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637" name="Line 456"/>
            <p:cNvSpPr/>
            <p:nvPr/>
          </p:nvSpPr>
          <p:spPr>
            <a:xfrm>
              <a:off x="7964640" y="3245400"/>
              <a:ext cx="11160" cy="6120"/>
            </a:xfrm>
            <a:prstGeom prst="line">
              <a:avLst/>
            </a:prstGeom>
            <a:ln w="14288">
              <a:solidFill>
                <a:srgbClr val="000000"/>
              </a:solidFill>
              <a:round/>
            </a:ln>
          </p:spPr>
          <p:style>
            <a:lnRef idx="0"/>
            <a:fillRef idx="0"/>
            <a:effectRef idx="0"/>
            <a:fontRef idx="minor"/>
          </p:style>
          <p:txBody>
            <a:bodyPr lIns="90000" tIns="-38880" rIns="90000" bIns="-38880" anchor="t">
              <a:noAutofit/>
            </a:bodyPr>
            <a:p>
              <a:endParaRPr lang="es-ES" sz="1800" b="0" u="none" strike="noStrike">
                <a:solidFill>
                  <a:srgbClr val="000000"/>
                </a:solidFill>
                <a:effectLst/>
                <a:uFillTx/>
                <a:latin typeface="Century Gothic"/>
              </a:endParaRPr>
            </a:p>
          </p:txBody>
        </p:sp>
        <p:sp>
          <p:nvSpPr>
            <p:cNvPr id="638" name="Line 457"/>
            <p:cNvSpPr/>
            <p:nvPr/>
          </p:nvSpPr>
          <p:spPr>
            <a:xfrm>
              <a:off x="8031240" y="3280320"/>
              <a:ext cx="1116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639" name="Line 458"/>
            <p:cNvSpPr/>
            <p:nvPr/>
          </p:nvSpPr>
          <p:spPr>
            <a:xfrm>
              <a:off x="8098200" y="3315240"/>
              <a:ext cx="1116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640" name="Line 459"/>
            <p:cNvSpPr/>
            <p:nvPr/>
          </p:nvSpPr>
          <p:spPr>
            <a:xfrm>
              <a:off x="8164800" y="3354840"/>
              <a:ext cx="1116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641" name="Line 460"/>
            <p:cNvSpPr/>
            <p:nvPr/>
          </p:nvSpPr>
          <p:spPr>
            <a:xfrm>
              <a:off x="8231400" y="3389760"/>
              <a:ext cx="1116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642" name="Line 461"/>
            <p:cNvSpPr/>
            <p:nvPr/>
          </p:nvSpPr>
          <p:spPr>
            <a:xfrm>
              <a:off x="8298000" y="3427920"/>
              <a:ext cx="11160" cy="3240"/>
            </a:xfrm>
            <a:prstGeom prst="line">
              <a:avLst/>
            </a:prstGeom>
            <a:ln w="14288">
              <a:solidFill>
                <a:srgbClr val="000000"/>
              </a:solidFill>
              <a:round/>
            </a:ln>
          </p:spPr>
          <p:style>
            <a:lnRef idx="0"/>
            <a:fillRef idx="0"/>
            <a:effectRef idx="0"/>
            <a:fontRef idx="minor"/>
          </p:style>
          <p:txBody>
            <a:bodyPr lIns="90000" tIns="-41760" rIns="90000" bIns="-41760" anchor="t">
              <a:noAutofit/>
            </a:bodyPr>
            <a:p>
              <a:endParaRPr lang="es-ES" sz="1800" b="0" u="none" strike="noStrike">
                <a:solidFill>
                  <a:srgbClr val="000000"/>
                </a:solidFill>
                <a:effectLst/>
                <a:uFillTx/>
                <a:latin typeface="Century Gothic"/>
              </a:endParaRPr>
            </a:p>
          </p:txBody>
        </p:sp>
        <p:sp>
          <p:nvSpPr>
            <p:cNvPr id="643" name="Line 462"/>
            <p:cNvSpPr/>
            <p:nvPr/>
          </p:nvSpPr>
          <p:spPr>
            <a:xfrm>
              <a:off x="8364960" y="3462840"/>
              <a:ext cx="1080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644" name="Line 463"/>
            <p:cNvSpPr/>
            <p:nvPr/>
          </p:nvSpPr>
          <p:spPr>
            <a:xfrm>
              <a:off x="8431560" y="3497760"/>
              <a:ext cx="1116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645" name="Line 464"/>
            <p:cNvSpPr/>
            <p:nvPr/>
          </p:nvSpPr>
          <p:spPr>
            <a:xfrm>
              <a:off x="8498160" y="3537360"/>
              <a:ext cx="1116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646" name="Line 465"/>
            <p:cNvSpPr/>
            <p:nvPr/>
          </p:nvSpPr>
          <p:spPr>
            <a:xfrm>
              <a:off x="8564760" y="3572280"/>
              <a:ext cx="1116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647" name="Line 466"/>
            <p:cNvSpPr/>
            <p:nvPr/>
          </p:nvSpPr>
          <p:spPr>
            <a:xfrm>
              <a:off x="8631360" y="3607200"/>
              <a:ext cx="1116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648" name="Line 467"/>
            <p:cNvSpPr/>
            <p:nvPr/>
          </p:nvSpPr>
          <p:spPr>
            <a:xfrm>
              <a:off x="8698320" y="3645360"/>
              <a:ext cx="1080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649" name="Line 468"/>
            <p:cNvSpPr/>
            <p:nvPr/>
          </p:nvSpPr>
          <p:spPr>
            <a:xfrm>
              <a:off x="8764920" y="3680280"/>
              <a:ext cx="936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650" name="Line 469"/>
            <p:cNvSpPr/>
            <p:nvPr/>
          </p:nvSpPr>
          <p:spPr>
            <a:xfrm>
              <a:off x="8831520" y="3715200"/>
              <a:ext cx="936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651" name="Line 470"/>
            <p:cNvSpPr/>
            <p:nvPr/>
          </p:nvSpPr>
          <p:spPr>
            <a:xfrm>
              <a:off x="8898120" y="3754800"/>
              <a:ext cx="972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652" name="Line 471"/>
            <p:cNvSpPr/>
            <p:nvPr/>
          </p:nvSpPr>
          <p:spPr>
            <a:xfrm>
              <a:off x="8964720" y="3789720"/>
              <a:ext cx="972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653" name="Line 472"/>
            <p:cNvSpPr/>
            <p:nvPr/>
          </p:nvSpPr>
          <p:spPr>
            <a:xfrm>
              <a:off x="9031680" y="3827880"/>
              <a:ext cx="9360" cy="3240"/>
            </a:xfrm>
            <a:prstGeom prst="line">
              <a:avLst/>
            </a:prstGeom>
            <a:ln w="14288">
              <a:solidFill>
                <a:srgbClr val="000000"/>
              </a:solidFill>
              <a:round/>
            </a:ln>
          </p:spPr>
          <p:style>
            <a:lnRef idx="0"/>
            <a:fillRef idx="0"/>
            <a:effectRef idx="0"/>
            <a:fontRef idx="minor"/>
          </p:style>
          <p:txBody>
            <a:bodyPr lIns="90000" tIns="-41760" rIns="90000" bIns="-41760" anchor="t">
              <a:noAutofit/>
            </a:bodyPr>
            <a:p>
              <a:endParaRPr lang="es-ES" sz="1800" b="0" u="none" strike="noStrike">
                <a:solidFill>
                  <a:srgbClr val="000000"/>
                </a:solidFill>
                <a:effectLst/>
                <a:uFillTx/>
                <a:latin typeface="Century Gothic"/>
              </a:endParaRPr>
            </a:p>
          </p:txBody>
        </p:sp>
        <p:sp>
          <p:nvSpPr>
            <p:cNvPr id="654" name="Line 473"/>
            <p:cNvSpPr/>
            <p:nvPr/>
          </p:nvSpPr>
          <p:spPr>
            <a:xfrm>
              <a:off x="9098280" y="3862800"/>
              <a:ext cx="936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655" name="Line 474"/>
            <p:cNvSpPr/>
            <p:nvPr/>
          </p:nvSpPr>
          <p:spPr>
            <a:xfrm>
              <a:off x="9164880" y="3897720"/>
              <a:ext cx="9360" cy="7920"/>
            </a:xfrm>
            <a:prstGeom prst="line">
              <a:avLst/>
            </a:prstGeom>
            <a:ln w="14288">
              <a:solidFill>
                <a:srgbClr val="000000"/>
              </a:solidFill>
              <a:round/>
            </a:ln>
          </p:spPr>
          <p:style>
            <a:lnRef idx="0"/>
            <a:fillRef idx="0"/>
            <a:effectRef idx="0"/>
            <a:fontRef idx="minor"/>
          </p:style>
          <p:txBody>
            <a:bodyPr lIns="90000" tIns="-37080" rIns="90000" bIns="-37080" anchor="t">
              <a:noAutofit/>
            </a:bodyPr>
            <a:p>
              <a:endParaRPr lang="es-ES" sz="1800" b="0" u="none" strike="noStrike">
                <a:solidFill>
                  <a:srgbClr val="000000"/>
                </a:solidFill>
                <a:effectLst/>
                <a:uFillTx/>
                <a:latin typeface="Century Gothic"/>
              </a:endParaRPr>
            </a:p>
          </p:txBody>
        </p:sp>
        <p:sp>
          <p:nvSpPr>
            <p:cNvPr id="656" name="Line 475"/>
            <p:cNvSpPr/>
            <p:nvPr/>
          </p:nvSpPr>
          <p:spPr>
            <a:xfrm>
              <a:off x="9231480" y="3937320"/>
              <a:ext cx="972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657" name="Line 476"/>
            <p:cNvSpPr/>
            <p:nvPr/>
          </p:nvSpPr>
          <p:spPr>
            <a:xfrm>
              <a:off x="9298080" y="3972240"/>
              <a:ext cx="9720" cy="6480"/>
            </a:xfrm>
            <a:prstGeom prst="line">
              <a:avLst/>
            </a:prstGeom>
            <a:ln w="14288">
              <a:solidFill>
                <a:srgbClr val="000000"/>
              </a:solidFill>
              <a:round/>
            </a:ln>
          </p:spPr>
          <p:style>
            <a:lnRef idx="0"/>
            <a:fillRef idx="0"/>
            <a:effectRef idx="0"/>
            <a:fontRef idx="minor"/>
          </p:style>
          <p:txBody>
            <a:bodyPr lIns="90000" tIns="-38520" rIns="90000" bIns="-38520" anchor="t">
              <a:noAutofit/>
            </a:bodyPr>
            <a:p>
              <a:endParaRPr lang="es-ES" sz="1800" b="0" u="none" strike="noStrike">
                <a:solidFill>
                  <a:srgbClr val="000000"/>
                </a:solidFill>
                <a:effectLst/>
                <a:uFillTx/>
                <a:latin typeface="Century Gothic"/>
              </a:endParaRPr>
            </a:p>
          </p:txBody>
        </p:sp>
        <p:sp>
          <p:nvSpPr>
            <p:cNvPr id="658" name="Line 477"/>
            <p:cNvSpPr/>
            <p:nvPr/>
          </p:nvSpPr>
          <p:spPr>
            <a:xfrm>
              <a:off x="9365040" y="4007160"/>
              <a:ext cx="2880" cy="3240"/>
            </a:xfrm>
            <a:prstGeom prst="line">
              <a:avLst/>
            </a:prstGeom>
            <a:ln w="14288">
              <a:solidFill>
                <a:srgbClr val="000000"/>
              </a:solidFill>
              <a:round/>
            </a:ln>
          </p:spPr>
          <p:style>
            <a:lnRef idx="0"/>
            <a:fillRef idx="0"/>
            <a:effectRef idx="0"/>
            <a:fontRef idx="minor"/>
          </p:style>
          <p:txBody>
            <a:bodyPr lIns="90000" tIns="-41760" rIns="90000" bIns="-41760" anchor="t">
              <a:noAutofit/>
            </a:bodyPr>
            <a:p>
              <a:endParaRPr lang="es-ES" sz="1800" b="0" u="none" strike="noStrike">
                <a:solidFill>
                  <a:srgbClr val="000000"/>
                </a:solidFill>
                <a:effectLst/>
                <a:uFillTx/>
                <a:latin typeface="Century Gothic"/>
              </a:endParaRPr>
            </a:p>
          </p:txBody>
        </p:sp>
        <p:sp>
          <p:nvSpPr>
            <p:cNvPr id="659" name="Line 478"/>
            <p:cNvSpPr/>
            <p:nvPr/>
          </p:nvSpPr>
          <p:spPr>
            <a:xfrm flipH="1">
              <a:off x="8890200" y="3062880"/>
              <a:ext cx="4680" cy="14040"/>
            </a:xfrm>
            <a:prstGeom prst="line">
              <a:avLst/>
            </a:prstGeom>
            <a:ln w="14288">
              <a:solidFill>
                <a:srgbClr val="000000"/>
              </a:solidFill>
              <a:round/>
            </a:ln>
          </p:spPr>
          <p:style>
            <a:lnRef idx="0"/>
            <a:fillRef idx="0"/>
            <a:effectRef idx="0"/>
            <a:fontRef idx="minor"/>
          </p:style>
          <p:txBody>
            <a:bodyPr lIns="90000" tIns="-30960" rIns="90000" bIns="-30960" anchor="t">
              <a:noAutofit/>
            </a:bodyPr>
            <a:p>
              <a:endParaRPr lang="es-ES" sz="1800" b="0" u="none" strike="noStrike">
                <a:solidFill>
                  <a:srgbClr val="000000"/>
                </a:solidFill>
                <a:effectLst/>
                <a:uFillTx/>
                <a:latin typeface="Century Gothic"/>
              </a:endParaRPr>
            </a:p>
          </p:txBody>
        </p:sp>
        <p:sp>
          <p:nvSpPr>
            <p:cNvPr id="660" name="Line 479"/>
            <p:cNvSpPr/>
            <p:nvPr/>
          </p:nvSpPr>
          <p:spPr>
            <a:xfrm flipH="1">
              <a:off x="8872920" y="3140640"/>
              <a:ext cx="468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661" name="Line 480"/>
            <p:cNvSpPr/>
            <p:nvPr/>
          </p:nvSpPr>
          <p:spPr>
            <a:xfrm flipH="1">
              <a:off x="8855280" y="3210480"/>
              <a:ext cx="46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662" name="Line 481"/>
            <p:cNvSpPr/>
            <p:nvPr/>
          </p:nvSpPr>
          <p:spPr>
            <a:xfrm flipH="1">
              <a:off x="8838000" y="3283560"/>
              <a:ext cx="2880" cy="10800"/>
            </a:xfrm>
            <a:prstGeom prst="line">
              <a:avLst/>
            </a:prstGeom>
            <a:ln w="14288">
              <a:solidFill>
                <a:srgbClr val="000000"/>
              </a:solidFill>
              <a:round/>
            </a:ln>
          </p:spPr>
          <p:style>
            <a:lnRef idx="0"/>
            <a:fillRef idx="0"/>
            <a:effectRef idx="0"/>
            <a:fontRef idx="minor"/>
          </p:style>
          <p:txBody>
            <a:bodyPr lIns="90000" tIns="-34200" rIns="90000" bIns="-34200" anchor="t">
              <a:noAutofit/>
            </a:bodyPr>
            <a:p>
              <a:endParaRPr lang="es-ES" sz="1800" b="0" u="none" strike="noStrike">
                <a:solidFill>
                  <a:srgbClr val="000000"/>
                </a:solidFill>
                <a:effectLst/>
                <a:uFillTx/>
                <a:latin typeface="Century Gothic"/>
              </a:endParaRPr>
            </a:p>
          </p:txBody>
        </p:sp>
        <p:sp>
          <p:nvSpPr>
            <p:cNvPr id="663" name="Line 482"/>
            <p:cNvSpPr/>
            <p:nvPr/>
          </p:nvSpPr>
          <p:spPr>
            <a:xfrm flipH="1">
              <a:off x="8820360" y="3358080"/>
              <a:ext cx="324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664" name="Line 483"/>
            <p:cNvSpPr/>
            <p:nvPr/>
          </p:nvSpPr>
          <p:spPr>
            <a:xfrm flipH="1">
              <a:off x="8803080" y="3427920"/>
              <a:ext cx="28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665" name="Line 484"/>
            <p:cNvSpPr/>
            <p:nvPr/>
          </p:nvSpPr>
          <p:spPr>
            <a:xfrm flipH="1">
              <a:off x="8785440" y="350100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666" name="Line 485"/>
            <p:cNvSpPr/>
            <p:nvPr/>
          </p:nvSpPr>
          <p:spPr>
            <a:xfrm flipH="1">
              <a:off x="8768160" y="3575520"/>
              <a:ext cx="28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667" name="Line 486"/>
            <p:cNvSpPr/>
            <p:nvPr/>
          </p:nvSpPr>
          <p:spPr>
            <a:xfrm flipH="1">
              <a:off x="8750520" y="364536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668" name="Line 487"/>
            <p:cNvSpPr/>
            <p:nvPr/>
          </p:nvSpPr>
          <p:spPr>
            <a:xfrm flipH="1">
              <a:off x="8733240" y="3719880"/>
              <a:ext cx="288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669" name="Line 488"/>
            <p:cNvSpPr/>
            <p:nvPr/>
          </p:nvSpPr>
          <p:spPr>
            <a:xfrm flipH="1">
              <a:off x="8715600" y="3789720"/>
              <a:ext cx="324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670" name="Line 489"/>
            <p:cNvSpPr/>
            <p:nvPr/>
          </p:nvSpPr>
          <p:spPr>
            <a:xfrm flipH="1">
              <a:off x="8698320" y="3862800"/>
              <a:ext cx="28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671" name="Line 490"/>
            <p:cNvSpPr/>
            <p:nvPr/>
          </p:nvSpPr>
          <p:spPr>
            <a:xfrm flipH="1">
              <a:off x="8680680" y="3937320"/>
              <a:ext cx="324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672" name="Line 491"/>
            <p:cNvSpPr/>
            <p:nvPr/>
          </p:nvSpPr>
          <p:spPr>
            <a:xfrm flipH="1">
              <a:off x="8663400" y="4007160"/>
              <a:ext cx="288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673" name="Line 492"/>
            <p:cNvSpPr/>
            <p:nvPr/>
          </p:nvSpPr>
          <p:spPr>
            <a:xfrm flipH="1">
              <a:off x="8645760" y="408024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674" name="Line 493"/>
            <p:cNvSpPr/>
            <p:nvPr/>
          </p:nvSpPr>
          <p:spPr>
            <a:xfrm flipH="1">
              <a:off x="8628480" y="4155120"/>
              <a:ext cx="288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675" name="Line 494"/>
            <p:cNvSpPr/>
            <p:nvPr/>
          </p:nvSpPr>
          <p:spPr>
            <a:xfrm flipH="1">
              <a:off x="8610840" y="4224960"/>
              <a:ext cx="324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676" name="Line 495"/>
            <p:cNvSpPr/>
            <p:nvPr/>
          </p:nvSpPr>
          <p:spPr>
            <a:xfrm flipH="1">
              <a:off x="8593560" y="4297680"/>
              <a:ext cx="28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677" name="Line 496"/>
            <p:cNvSpPr/>
            <p:nvPr/>
          </p:nvSpPr>
          <p:spPr>
            <a:xfrm flipH="1">
              <a:off x="8575920" y="4372560"/>
              <a:ext cx="324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678" name="Line 497"/>
            <p:cNvSpPr/>
            <p:nvPr/>
          </p:nvSpPr>
          <p:spPr>
            <a:xfrm flipH="1">
              <a:off x="8556840" y="4442400"/>
              <a:ext cx="46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679" name="Line 498"/>
            <p:cNvSpPr/>
            <p:nvPr/>
          </p:nvSpPr>
          <p:spPr>
            <a:xfrm flipH="1">
              <a:off x="8539560" y="4515480"/>
              <a:ext cx="4680" cy="10800"/>
            </a:xfrm>
            <a:prstGeom prst="line">
              <a:avLst/>
            </a:prstGeom>
            <a:ln w="14288">
              <a:solidFill>
                <a:srgbClr val="000000"/>
              </a:solidFill>
              <a:round/>
            </a:ln>
          </p:spPr>
          <p:style>
            <a:lnRef idx="0"/>
            <a:fillRef idx="0"/>
            <a:effectRef idx="0"/>
            <a:fontRef idx="minor"/>
          </p:style>
          <p:txBody>
            <a:bodyPr lIns="90000" tIns="-34200" rIns="90000" bIns="-34200" anchor="t">
              <a:noAutofit/>
            </a:bodyPr>
            <a:p>
              <a:endParaRPr lang="es-ES" sz="1800" b="0" u="none" strike="noStrike">
                <a:solidFill>
                  <a:srgbClr val="000000"/>
                </a:solidFill>
                <a:effectLst/>
                <a:uFillTx/>
                <a:latin typeface="Century Gothic"/>
              </a:endParaRPr>
            </a:p>
          </p:txBody>
        </p:sp>
        <p:sp>
          <p:nvSpPr>
            <p:cNvPr id="680" name="Line 499"/>
            <p:cNvSpPr/>
            <p:nvPr/>
          </p:nvSpPr>
          <p:spPr>
            <a:xfrm flipH="1">
              <a:off x="8521920" y="4586760"/>
              <a:ext cx="468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681" name="Line 500"/>
            <p:cNvSpPr/>
            <p:nvPr/>
          </p:nvSpPr>
          <p:spPr>
            <a:xfrm flipH="1">
              <a:off x="8504640" y="4659840"/>
              <a:ext cx="46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682" name="Line 501"/>
            <p:cNvSpPr/>
            <p:nvPr/>
          </p:nvSpPr>
          <p:spPr>
            <a:xfrm flipH="1">
              <a:off x="8487000" y="473292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683" name="Line 502"/>
            <p:cNvSpPr/>
            <p:nvPr/>
          </p:nvSpPr>
          <p:spPr>
            <a:xfrm flipH="1">
              <a:off x="8469720" y="4804200"/>
              <a:ext cx="288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684" name="Line 503"/>
            <p:cNvSpPr/>
            <p:nvPr/>
          </p:nvSpPr>
          <p:spPr>
            <a:xfrm flipH="1">
              <a:off x="8452080" y="487728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685" name="Line 504"/>
            <p:cNvSpPr/>
            <p:nvPr/>
          </p:nvSpPr>
          <p:spPr>
            <a:xfrm flipH="1">
              <a:off x="8434800" y="4950360"/>
              <a:ext cx="28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686" name="Line 505"/>
            <p:cNvSpPr/>
            <p:nvPr/>
          </p:nvSpPr>
          <p:spPr>
            <a:xfrm flipH="1">
              <a:off x="8417160" y="5021640"/>
              <a:ext cx="324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687" name="Line 506"/>
            <p:cNvSpPr/>
            <p:nvPr/>
          </p:nvSpPr>
          <p:spPr>
            <a:xfrm flipH="1">
              <a:off x="8399880" y="5094720"/>
              <a:ext cx="28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688" name="Line 507"/>
            <p:cNvSpPr/>
            <p:nvPr/>
          </p:nvSpPr>
          <p:spPr>
            <a:xfrm flipH="1">
              <a:off x="8382240" y="5169240"/>
              <a:ext cx="324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689" name="Line 508"/>
            <p:cNvSpPr/>
            <p:nvPr/>
          </p:nvSpPr>
          <p:spPr>
            <a:xfrm flipH="1">
              <a:off x="8364960" y="5239080"/>
              <a:ext cx="288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690" name="Line 509"/>
            <p:cNvSpPr/>
            <p:nvPr/>
          </p:nvSpPr>
          <p:spPr>
            <a:xfrm flipH="1">
              <a:off x="8347320" y="531216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691" name="Line 510"/>
            <p:cNvSpPr/>
            <p:nvPr/>
          </p:nvSpPr>
          <p:spPr>
            <a:xfrm flipH="1">
              <a:off x="8330040" y="5382000"/>
              <a:ext cx="28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692" name="Line 511"/>
            <p:cNvSpPr/>
            <p:nvPr/>
          </p:nvSpPr>
          <p:spPr>
            <a:xfrm flipH="1">
              <a:off x="8312400" y="5456520"/>
              <a:ext cx="324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693" name="Line 512"/>
            <p:cNvSpPr/>
            <p:nvPr/>
          </p:nvSpPr>
          <p:spPr>
            <a:xfrm flipH="1">
              <a:off x="8295120" y="5529600"/>
              <a:ext cx="28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694" name="Line 513"/>
            <p:cNvSpPr/>
            <p:nvPr/>
          </p:nvSpPr>
          <p:spPr>
            <a:xfrm flipH="1">
              <a:off x="8277480" y="559944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695" name="Line 514"/>
            <p:cNvSpPr/>
            <p:nvPr/>
          </p:nvSpPr>
          <p:spPr>
            <a:xfrm>
              <a:off x="7631280" y="3062880"/>
              <a:ext cx="3240" cy="14040"/>
            </a:xfrm>
            <a:prstGeom prst="line">
              <a:avLst/>
            </a:prstGeom>
            <a:ln w="14288">
              <a:solidFill>
                <a:srgbClr val="000000"/>
              </a:solidFill>
              <a:round/>
            </a:ln>
          </p:spPr>
          <p:style>
            <a:lnRef idx="0"/>
            <a:fillRef idx="0"/>
            <a:effectRef idx="0"/>
            <a:fontRef idx="minor"/>
          </p:style>
          <p:txBody>
            <a:bodyPr lIns="90000" tIns="-30960" rIns="90000" bIns="-30960" anchor="t">
              <a:noAutofit/>
            </a:bodyPr>
            <a:p>
              <a:endParaRPr lang="es-ES" sz="1800" b="0" u="none" strike="noStrike">
                <a:solidFill>
                  <a:srgbClr val="000000"/>
                </a:solidFill>
                <a:effectLst/>
                <a:uFillTx/>
                <a:latin typeface="Century Gothic"/>
              </a:endParaRPr>
            </a:p>
          </p:txBody>
        </p:sp>
        <p:sp>
          <p:nvSpPr>
            <p:cNvPr id="696" name="Line 515"/>
            <p:cNvSpPr/>
            <p:nvPr/>
          </p:nvSpPr>
          <p:spPr>
            <a:xfrm>
              <a:off x="7648920" y="3140640"/>
              <a:ext cx="324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697" name="Line 516"/>
            <p:cNvSpPr/>
            <p:nvPr/>
          </p:nvSpPr>
          <p:spPr>
            <a:xfrm>
              <a:off x="7666200" y="321048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698" name="Line 517"/>
            <p:cNvSpPr/>
            <p:nvPr/>
          </p:nvSpPr>
          <p:spPr>
            <a:xfrm>
              <a:off x="7683840" y="3283560"/>
              <a:ext cx="3240" cy="10800"/>
            </a:xfrm>
            <a:prstGeom prst="line">
              <a:avLst/>
            </a:prstGeom>
            <a:ln w="14288">
              <a:solidFill>
                <a:srgbClr val="000000"/>
              </a:solidFill>
              <a:round/>
            </a:ln>
          </p:spPr>
          <p:style>
            <a:lnRef idx="0"/>
            <a:fillRef idx="0"/>
            <a:effectRef idx="0"/>
            <a:fontRef idx="minor"/>
          </p:style>
          <p:txBody>
            <a:bodyPr lIns="90000" tIns="-34200" rIns="90000" bIns="-34200" anchor="t">
              <a:noAutofit/>
            </a:bodyPr>
            <a:p>
              <a:endParaRPr lang="es-ES" sz="1800" b="0" u="none" strike="noStrike">
                <a:solidFill>
                  <a:srgbClr val="000000"/>
                </a:solidFill>
                <a:effectLst/>
                <a:uFillTx/>
                <a:latin typeface="Century Gothic"/>
              </a:endParaRPr>
            </a:p>
          </p:txBody>
        </p:sp>
        <p:sp>
          <p:nvSpPr>
            <p:cNvPr id="699" name="Line 518"/>
            <p:cNvSpPr/>
            <p:nvPr/>
          </p:nvSpPr>
          <p:spPr>
            <a:xfrm>
              <a:off x="7701120" y="3358080"/>
              <a:ext cx="324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700" name="Line 519"/>
            <p:cNvSpPr/>
            <p:nvPr/>
          </p:nvSpPr>
          <p:spPr>
            <a:xfrm>
              <a:off x="7718760" y="342792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01" name="Line 520"/>
            <p:cNvSpPr/>
            <p:nvPr/>
          </p:nvSpPr>
          <p:spPr>
            <a:xfrm>
              <a:off x="7736040" y="3501000"/>
              <a:ext cx="50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02" name="Line 521"/>
            <p:cNvSpPr/>
            <p:nvPr/>
          </p:nvSpPr>
          <p:spPr>
            <a:xfrm>
              <a:off x="7753680" y="3575520"/>
              <a:ext cx="46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03" name="Line 522"/>
            <p:cNvSpPr/>
            <p:nvPr/>
          </p:nvSpPr>
          <p:spPr>
            <a:xfrm>
              <a:off x="7770960" y="3645360"/>
              <a:ext cx="50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04" name="Line 523"/>
            <p:cNvSpPr/>
            <p:nvPr/>
          </p:nvSpPr>
          <p:spPr>
            <a:xfrm>
              <a:off x="7788600" y="3719880"/>
              <a:ext cx="468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705" name="Line 524"/>
            <p:cNvSpPr/>
            <p:nvPr/>
          </p:nvSpPr>
          <p:spPr>
            <a:xfrm>
              <a:off x="7807680" y="3789720"/>
              <a:ext cx="324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706" name="Line 525"/>
            <p:cNvSpPr/>
            <p:nvPr/>
          </p:nvSpPr>
          <p:spPr>
            <a:xfrm>
              <a:off x="7824960" y="386280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07" name="Line 526"/>
            <p:cNvSpPr/>
            <p:nvPr/>
          </p:nvSpPr>
          <p:spPr>
            <a:xfrm>
              <a:off x="7842600" y="3937320"/>
              <a:ext cx="324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708" name="Line 527"/>
            <p:cNvSpPr/>
            <p:nvPr/>
          </p:nvSpPr>
          <p:spPr>
            <a:xfrm>
              <a:off x="7859880" y="4007160"/>
              <a:ext cx="324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709" name="Line 528"/>
            <p:cNvSpPr/>
            <p:nvPr/>
          </p:nvSpPr>
          <p:spPr>
            <a:xfrm>
              <a:off x="7877520" y="408024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10" name="Line 529"/>
            <p:cNvSpPr/>
            <p:nvPr/>
          </p:nvSpPr>
          <p:spPr>
            <a:xfrm>
              <a:off x="7894800" y="4155120"/>
              <a:ext cx="324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711" name="Line 530"/>
            <p:cNvSpPr/>
            <p:nvPr/>
          </p:nvSpPr>
          <p:spPr>
            <a:xfrm>
              <a:off x="7912440" y="4224960"/>
              <a:ext cx="324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712" name="Line 531"/>
            <p:cNvSpPr/>
            <p:nvPr/>
          </p:nvSpPr>
          <p:spPr>
            <a:xfrm>
              <a:off x="7929720" y="429768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13" name="Line 532"/>
            <p:cNvSpPr/>
            <p:nvPr/>
          </p:nvSpPr>
          <p:spPr>
            <a:xfrm>
              <a:off x="7947360" y="4372560"/>
              <a:ext cx="324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714" name="Line 533"/>
            <p:cNvSpPr/>
            <p:nvPr/>
          </p:nvSpPr>
          <p:spPr>
            <a:xfrm>
              <a:off x="7964640" y="444240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15" name="Line 534"/>
            <p:cNvSpPr/>
            <p:nvPr/>
          </p:nvSpPr>
          <p:spPr>
            <a:xfrm>
              <a:off x="7982280" y="4515480"/>
              <a:ext cx="3240" cy="10800"/>
            </a:xfrm>
            <a:prstGeom prst="line">
              <a:avLst/>
            </a:prstGeom>
            <a:ln w="14288">
              <a:solidFill>
                <a:srgbClr val="000000"/>
              </a:solidFill>
              <a:round/>
            </a:ln>
          </p:spPr>
          <p:style>
            <a:lnRef idx="0"/>
            <a:fillRef idx="0"/>
            <a:effectRef idx="0"/>
            <a:fontRef idx="minor"/>
          </p:style>
          <p:txBody>
            <a:bodyPr lIns="90000" tIns="-34200" rIns="90000" bIns="-34200" anchor="t">
              <a:noAutofit/>
            </a:bodyPr>
            <a:p>
              <a:endParaRPr lang="es-ES" sz="1800" b="0" u="none" strike="noStrike">
                <a:solidFill>
                  <a:srgbClr val="000000"/>
                </a:solidFill>
                <a:effectLst/>
                <a:uFillTx/>
                <a:latin typeface="Century Gothic"/>
              </a:endParaRPr>
            </a:p>
          </p:txBody>
        </p:sp>
        <p:sp>
          <p:nvSpPr>
            <p:cNvPr id="716" name="Line 535"/>
            <p:cNvSpPr/>
            <p:nvPr/>
          </p:nvSpPr>
          <p:spPr>
            <a:xfrm>
              <a:off x="7999560" y="4586760"/>
              <a:ext cx="324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717" name="Line 536"/>
            <p:cNvSpPr/>
            <p:nvPr/>
          </p:nvSpPr>
          <p:spPr>
            <a:xfrm>
              <a:off x="8017200" y="465984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18" name="Line 537"/>
            <p:cNvSpPr/>
            <p:nvPr/>
          </p:nvSpPr>
          <p:spPr>
            <a:xfrm>
              <a:off x="8034480" y="473292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19" name="Line 538"/>
            <p:cNvSpPr/>
            <p:nvPr/>
          </p:nvSpPr>
          <p:spPr>
            <a:xfrm>
              <a:off x="8052120" y="4804200"/>
              <a:ext cx="324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720" name="Line 539"/>
            <p:cNvSpPr/>
            <p:nvPr/>
          </p:nvSpPr>
          <p:spPr>
            <a:xfrm>
              <a:off x="8069400" y="487728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21" name="Line 540"/>
            <p:cNvSpPr/>
            <p:nvPr/>
          </p:nvSpPr>
          <p:spPr>
            <a:xfrm>
              <a:off x="8087040" y="4950360"/>
              <a:ext cx="46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22" name="Line 541"/>
            <p:cNvSpPr/>
            <p:nvPr/>
          </p:nvSpPr>
          <p:spPr>
            <a:xfrm>
              <a:off x="8104320" y="5021640"/>
              <a:ext cx="504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723" name="Line 542"/>
            <p:cNvSpPr/>
            <p:nvPr/>
          </p:nvSpPr>
          <p:spPr>
            <a:xfrm>
              <a:off x="8121960" y="5094720"/>
              <a:ext cx="46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24" name="Line 543"/>
            <p:cNvSpPr/>
            <p:nvPr/>
          </p:nvSpPr>
          <p:spPr>
            <a:xfrm>
              <a:off x="8139240" y="5169240"/>
              <a:ext cx="504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725" name="Line 544"/>
            <p:cNvSpPr/>
            <p:nvPr/>
          </p:nvSpPr>
          <p:spPr>
            <a:xfrm>
              <a:off x="8158320" y="5239080"/>
              <a:ext cx="324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726" name="Line 545"/>
            <p:cNvSpPr/>
            <p:nvPr/>
          </p:nvSpPr>
          <p:spPr>
            <a:xfrm>
              <a:off x="8175960" y="531216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27" name="Line 546"/>
            <p:cNvSpPr/>
            <p:nvPr/>
          </p:nvSpPr>
          <p:spPr>
            <a:xfrm>
              <a:off x="8193240" y="538200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28" name="Line 547"/>
            <p:cNvSpPr/>
            <p:nvPr/>
          </p:nvSpPr>
          <p:spPr>
            <a:xfrm>
              <a:off x="8210880" y="5456520"/>
              <a:ext cx="324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729" name="Line 548"/>
            <p:cNvSpPr/>
            <p:nvPr/>
          </p:nvSpPr>
          <p:spPr>
            <a:xfrm>
              <a:off x="8228160" y="552960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30" name="Line 549"/>
            <p:cNvSpPr/>
            <p:nvPr/>
          </p:nvSpPr>
          <p:spPr>
            <a:xfrm>
              <a:off x="8245800" y="559944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31" name="Line 550"/>
            <p:cNvSpPr/>
            <p:nvPr/>
          </p:nvSpPr>
          <p:spPr>
            <a:xfrm flipV="1">
              <a:off x="7631280" y="4943880"/>
              <a:ext cx="324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732" name="Line 551"/>
            <p:cNvSpPr/>
            <p:nvPr/>
          </p:nvSpPr>
          <p:spPr>
            <a:xfrm flipV="1">
              <a:off x="7648920" y="4870800"/>
              <a:ext cx="324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733" name="Line 552"/>
            <p:cNvSpPr/>
            <p:nvPr/>
          </p:nvSpPr>
          <p:spPr>
            <a:xfrm flipV="1">
              <a:off x="7666200" y="479952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34" name="Line 553"/>
            <p:cNvSpPr/>
            <p:nvPr/>
          </p:nvSpPr>
          <p:spPr>
            <a:xfrm flipV="1">
              <a:off x="7683840" y="472644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35" name="Line 554"/>
            <p:cNvSpPr/>
            <p:nvPr/>
          </p:nvSpPr>
          <p:spPr>
            <a:xfrm flipV="1">
              <a:off x="7701120" y="4653360"/>
              <a:ext cx="324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736" name="Line 555"/>
            <p:cNvSpPr/>
            <p:nvPr/>
          </p:nvSpPr>
          <p:spPr>
            <a:xfrm flipV="1">
              <a:off x="7718760" y="458208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37" name="Line 556"/>
            <p:cNvSpPr/>
            <p:nvPr/>
          </p:nvSpPr>
          <p:spPr>
            <a:xfrm flipV="1">
              <a:off x="7736040" y="4509000"/>
              <a:ext cx="50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38" name="Line 557"/>
            <p:cNvSpPr/>
            <p:nvPr/>
          </p:nvSpPr>
          <p:spPr>
            <a:xfrm flipV="1">
              <a:off x="7753680" y="4434480"/>
              <a:ext cx="46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39" name="Line 558"/>
            <p:cNvSpPr/>
            <p:nvPr/>
          </p:nvSpPr>
          <p:spPr>
            <a:xfrm flipV="1">
              <a:off x="7770960" y="4364640"/>
              <a:ext cx="5040" cy="10800"/>
            </a:xfrm>
            <a:prstGeom prst="line">
              <a:avLst/>
            </a:prstGeom>
            <a:ln w="14288">
              <a:solidFill>
                <a:srgbClr val="000000"/>
              </a:solidFill>
              <a:round/>
            </a:ln>
          </p:spPr>
          <p:style>
            <a:lnRef idx="0"/>
            <a:fillRef idx="0"/>
            <a:effectRef idx="0"/>
            <a:fontRef idx="minor"/>
          </p:style>
          <p:txBody>
            <a:bodyPr lIns="90000" tIns="-34200" rIns="90000" bIns="-34200" anchor="t">
              <a:noAutofit/>
            </a:bodyPr>
            <a:p>
              <a:endParaRPr lang="es-ES" sz="1800" b="0" u="none" strike="noStrike">
                <a:solidFill>
                  <a:srgbClr val="000000"/>
                </a:solidFill>
                <a:effectLst/>
                <a:uFillTx/>
                <a:latin typeface="Century Gothic"/>
              </a:endParaRPr>
            </a:p>
          </p:txBody>
        </p:sp>
        <p:sp>
          <p:nvSpPr>
            <p:cNvPr id="740" name="Line 559"/>
            <p:cNvSpPr/>
            <p:nvPr/>
          </p:nvSpPr>
          <p:spPr>
            <a:xfrm flipV="1">
              <a:off x="7788600" y="4291560"/>
              <a:ext cx="468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741" name="Line 560"/>
            <p:cNvSpPr/>
            <p:nvPr/>
          </p:nvSpPr>
          <p:spPr>
            <a:xfrm flipV="1">
              <a:off x="7807680" y="4221720"/>
              <a:ext cx="324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742" name="Line 561"/>
            <p:cNvSpPr/>
            <p:nvPr/>
          </p:nvSpPr>
          <p:spPr>
            <a:xfrm flipV="1">
              <a:off x="7824960" y="414684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43" name="Line 562"/>
            <p:cNvSpPr/>
            <p:nvPr/>
          </p:nvSpPr>
          <p:spPr>
            <a:xfrm flipV="1">
              <a:off x="7842600" y="4074120"/>
              <a:ext cx="324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744" name="Line 563"/>
            <p:cNvSpPr/>
            <p:nvPr/>
          </p:nvSpPr>
          <p:spPr>
            <a:xfrm flipV="1">
              <a:off x="7859880" y="4004280"/>
              <a:ext cx="324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745" name="Line 564"/>
            <p:cNvSpPr/>
            <p:nvPr/>
          </p:nvSpPr>
          <p:spPr>
            <a:xfrm flipV="1">
              <a:off x="7877520" y="392940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46" name="Line 565"/>
            <p:cNvSpPr/>
            <p:nvPr/>
          </p:nvSpPr>
          <p:spPr>
            <a:xfrm flipV="1">
              <a:off x="7894800" y="3856320"/>
              <a:ext cx="324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747" name="Line 566"/>
            <p:cNvSpPr/>
            <p:nvPr/>
          </p:nvSpPr>
          <p:spPr>
            <a:xfrm flipV="1">
              <a:off x="7912440" y="3786480"/>
              <a:ext cx="324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748" name="Line 567"/>
            <p:cNvSpPr/>
            <p:nvPr/>
          </p:nvSpPr>
          <p:spPr>
            <a:xfrm flipV="1">
              <a:off x="7929720" y="371196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49" name="Line 568"/>
            <p:cNvSpPr/>
            <p:nvPr/>
          </p:nvSpPr>
          <p:spPr>
            <a:xfrm flipV="1">
              <a:off x="7947360" y="3638880"/>
              <a:ext cx="324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750" name="Line 569"/>
            <p:cNvSpPr/>
            <p:nvPr/>
          </p:nvSpPr>
          <p:spPr>
            <a:xfrm flipV="1">
              <a:off x="7964640" y="356760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51" name="Line 570"/>
            <p:cNvSpPr/>
            <p:nvPr/>
          </p:nvSpPr>
          <p:spPr>
            <a:xfrm flipV="1">
              <a:off x="7982280" y="349452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52" name="Line 571"/>
            <p:cNvSpPr/>
            <p:nvPr/>
          </p:nvSpPr>
          <p:spPr>
            <a:xfrm flipV="1">
              <a:off x="7999560" y="3424680"/>
              <a:ext cx="324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753" name="Line 572"/>
            <p:cNvSpPr/>
            <p:nvPr/>
          </p:nvSpPr>
          <p:spPr>
            <a:xfrm flipV="1">
              <a:off x="8017200" y="335016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54" name="Line 573"/>
            <p:cNvSpPr/>
            <p:nvPr/>
          </p:nvSpPr>
          <p:spPr>
            <a:xfrm flipV="1">
              <a:off x="8034480" y="327708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55" name="Line 574"/>
            <p:cNvSpPr/>
            <p:nvPr/>
          </p:nvSpPr>
          <p:spPr>
            <a:xfrm flipV="1">
              <a:off x="8052120" y="3207240"/>
              <a:ext cx="324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756" name="Line 575"/>
            <p:cNvSpPr/>
            <p:nvPr/>
          </p:nvSpPr>
          <p:spPr>
            <a:xfrm flipV="1">
              <a:off x="8069400" y="313272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57" name="Line 576"/>
            <p:cNvSpPr/>
            <p:nvPr/>
          </p:nvSpPr>
          <p:spPr>
            <a:xfrm flipV="1">
              <a:off x="8087040" y="3059640"/>
              <a:ext cx="46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58" name="Line 577"/>
            <p:cNvSpPr/>
            <p:nvPr/>
          </p:nvSpPr>
          <p:spPr>
            <a:xfrm flipV="1">
              <a:off x="8104320" y="2989800"/>
              <a:ext cx="504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759" name="Line 578"/>
            <p:cNvSpPr/>
            <p:nvPr/>
          </p:nvSpPr>
          <p:spPr>
            <a:xfrm flipV="1">
              <a:off x="8121960" y="2915280"/>
              <a:ext cx="4680" cy="10800"/>
            </a:xfrm>
            <a:prstGeom prst="line">
              <a:avLst/>
            </a:prstGeom>
            <a:ln w="14288">
              <a:solidFill>
                <a:srgbClr val="000000"/>
              </a:solidFill>
              <a:round/>
            </a:ln>
          </p:spPr>
          <p:style>
            <a:lnRef idx="0"/>
            <a:fillRef idx="0"/>
            <a:effectRef idx="0"/>
            <a:fontRef idx="minor"/>
          </p:style>
          <p:txBody>
            <a:bodyPr lIns="90000" tIns="-34200" rIns="90000" bIns="-34200" anchor="t">
              <a:noAutofit/>
            </a:bodyPr>
            <a:p>
              <a:endParaRPr lang="es-ES" sz="1800" b="0" u="none" strike="noStrike">
                <a:solidFill>
                  <a:srgbClr val="000000"/>
                </a:solidFill>
                <a:effectLst/>
                <a:uFillTx/>
                <a:latin typeface="Century Gothic"/>
              </a:endParaRPr>
            </a:p>
          </p:txBody>
        </p:sp>
        <p:sp>
          <p:nvSpPr>
            <p:cNvPr id="760" name="Line 579"/>
            <p:cNvSpPr/>
            <p:nvPr/>
          </p:nvSpPr>
          <p:spPr>
            <a:xfrm flipV="1">
              <a:off x="8139240" y="2842200"/>
              <a:ext cx="504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761" name="Line 580"/>
            <p:cNvSpPr/>
            <p:nvPr/>
          </p:nvSpPr>
          <p:spPr>
            <a:xfrm flipV="1">
              <a:off x="8158320" y="2772360"/>
              <a:ext cx="324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762" name="Line 581"/>
            <p:cNvSpPr/>
            <p:nvPr/>
          </p:nvSpPr>
          <p:spPr>
            <a:xfrm flipV="1">
              <a:off x="8175960" y="269748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63" name="Line 582"/>
            <p:cNvSpPr/>
            <p:nvPr/>
          </p:nvSpPr>
          <p:spPr>
            <a:xfrm flipV="1">
              <a:off x="8193240" y="262764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64" name="Line 583"/>
            <p:cNvSpPr/>
            <p:nvPr/>
          </p:nvSpPr>
          <p:spPr>
            <a:xfrm flipV="1">
              <a:off x="8210880" y="2554920"/>
              <a:ext cx="324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765" name="Line 584"/>
            <p:cNvSpPr/>
            <p:nvPr/>
          </p:nvSpPr>
          <p:spPr>
            <a:xfrm flipV="1">
              <a:off x="8228160" y="248004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66" name="Line 585"/>
            <p:cNvSpPr/>
            <p:nvPr/>
          </p:nvSpPr>
          <p:spPr>
            <a:xfrm flipV="1">
              <a:off x="8245800" y="241020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67" name="Line 586"/>
            <p:cNvSpPr/>
            <p:nvPr/>
          </p:nvSpPr>
          <p:spPr>
            <a:xfrm flipH="1" flipV="1">
              <a:off x="8890200" y="4943880"/>
              <a:ext cx="4680" cy="14400"/>
            </a:xfrm>
            <a:prstGeom prst="line">
              <a:avLst/>
            </a:prstGeom>
            <a:ln w="14288">
              <a:solidFill>
                <a:srgbClr val="000000"/>
              </a:solidFill>
              <a:round/>
            </a:ln>
          </p:spPr>
          <p:style>
            <a:lnRef idx="0"/>
            <a:fillRef idx="0"/>
            <a:effectRef idx="0"/>
            <a:fontRef idx="minor"/>
          </p:style>
          <p:txBody>
            <a:bodyPr lIns="90000" tIns="-30600" rIns="90000" bIns="-30600" anchor="t">
              <a:noAutofit/>
            </a:bodyPr>
            <a:p>
              <a:endParaRPr lang="es-ES" sz="1800" b="0" u="none" strike="noStrike">
                <a:solidFill>
                  <a:srgbClr val="000000"/>
                </a:solidFill>
                <a:effectLst/>
                <a:uFillTx/>
                <a:latin typeface="Century Gothic"/>
              </a:endParaRPr>
            </a:p>
          </p:txBody>
        </p:sp>
        <p:sp>
          <p:nvSpPr>
            <p:cNvPr id="768" name="Line 587"/>
            <p:cNvSpPr/>
            <p:nvPr/>
          </p:nvSpPr>
          <p:spPr>
            <a:xfrm flipH="1" flipV="1">
              <a:off x="8872920" y="4870800"/>
              <a:ext cx="468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769" name="Line 588"/>
            <p:cNvSpPr/>
            <p:nvPr/>
          </p:nvSpPr>
          <p:spPr>
            <a:xfrm flipH="1" flipV="1">
              <a:off x="8855280" y="4799520"/>
              <a:ext cx="46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70" name="Line 589"/>
            <p:cNvSpPr/>
            <p:nvPr/>
          </p:nvSpPr>
          <p:spPr>
            <a:xfrm flipH="1" flipV="1">
              <a:off x="8838000" y="4726440"/>
              <a:ext cx="28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71" name="Line 590"/>
            <p:cNvSpPr/>
            <p:nvPr/>
          </p:nvSpPr>
          <p:spPr>
            <a:xfrm flipH="1" flipV="1">
              <a:off x="8820360" y="4653360"/>
              <a:ext cx="324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772" name="Line 591"/>
            <p:cNvSpPr/>
            <p:nvPr/>
          </p:nvSpPr>
          <p:spPr>
            <a:xfrm flipH="1" flipV="1">
              <a:off x="8803080" y="4582080"/>
              <a:ext cx="28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73" name="Line 592"/>
            <p:cNvSpPr/>
            <p:nvPr/>
          </p:nvSpPr>
          <p:spPr>
            <a:xfrm flipH="1" flipV="1">
              <a:off x="8785440" y="450900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74" name="Line 593"/>
            <p:cNvSpPr/>
            <p:nvPr/>
          </p:nvSpPr>
          <p:spPr>
            <a:xfrm flipH="1" flipV="1">
              <a:off x="8768160" y="4434480"/>
              <a:ext cx="28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75" name="Line 594"/>
            <p:cNvSpPr/>
            <p:nvPr/>
          </p:nvSpPr>
          <p:spPr>
            <a:xfrm flipH="1" flipV="1">
              <a:off x="8750520" y="4364640"/>
              <a:ext cx="3240" cy="10800"/>
            </a:xfrm>
            <a:prstGeom prst="line">
              <a:avLst/>
            </a:prstGeom>
            <a:ln w="14288">
              <a:solidFill>
                <a:srgbClr val="000000"/>
              </a:solidFill>
              <a:round/>
            </a:ln>
          </p:spPr>
          <p:style>
            <a:lnRef idx="0"/>
            <a:fillRef idx="0"/>
            <a:effectRef idx="0"/>
            <a:fontRef idx="minor"/>
          </p:style>
          <p:txBody>
            <a:bodyPr lIns="90000" tIns="-34200" rIns="90000" bIns="-34200" anchor="t">
              <a:noAutofit/>
            </a:bodyPr>
            <a:p>
              <a:endParaRPr lang="es-ES" sz="1800" b="0" u="none" strike="noStrike">
                <a:solidFill>
                  <a:srgbClr val="000000"/>
                </a:solidFill>
                <a:effectLst/>
                <a:uFillTx/>
                <a:latin typeface="Century Gothic"/>
              </a:endParaRPr>
            </a:p>
          </p:txBody>
        </p:sp>
        <p:sp>
          <p:nvSpPr>
            <p:cNvPr id="776" name="Line 595"/>
            <p:cNvSpPr/>
            <p:nvPr/>
          </p:nvSpPr>
          <p:spPr>
            <a:xfrm flipH="1" flipV="1">
              <a:off x="8733240" y="4291560"/>
              <a:ext cx="288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777" name="Line 596"/>
            <p:cNvSpPr/>
            <p:nvPr/>
          </p:nvSpPr>
          <p:spPr>
            <a:xfrm flipH="1" flipV="1">
              <a:off x="8715600" y="4221720"/>
              <a:ext cx="324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778" name="Line 597"/>
            <p:cNvSpPr/>
            <p:nvPr/>
          </p:nvSpPr>
          <p:spPr>
            <a:xfrm flipH="1" flipV="1">
              <a:off x="8698320" y="4146840"/>
              <a:ext cx="28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79" name="Line 598"/>
            <p:cNvSpPr/>
            <p:nvPr/>
          </p:nvSpPr>
          <p:spPr>
            <a:xfrm flipH="1" flipV="1">
              <a:off x="8680680" y="4074120"/>
              <a:ext cx="324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780" name="Line 599"/>
            <p:cNvSpPr/>
            <p:nvPr/>
          </p:nvSpPr>
          <p:spPr>
            <a:xfrm flipH="1" flipV="1">
              <a:off x="8663400" y="4004280"/>
              <a:ext cx="288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781" name="Line 600"/>
            <p:cNvSpPr/>
            <p:nvPr/>
          </p:nvSpPr>
          <p:spPr>
            <a:xfrm flipH="1" flipV="1">
              <a:off x="8645760" y="392940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82" name="Line 601"/>
            <p:cNvSpPr/>
            <p:nvPr/>
          </p:nvSpPr>
          <p:spPr>
            <a:xfrm flipH="1" flipV="1">
              <a:off x="8628480" y="3856320"/>
              <a:ext cx="288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783" name="Line 602"/>
            <p:cNvSpPr/>
            <p:nvPr/>
          </p:nvSpPr>
          <p:spPr>
            <a:xfrm flipH="1" flipV="1">
              <a:off x="8610840" y="3786480"/>
              <a:ext cx="324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784" name="Line 603"/>
            <p:cNvSpPr/>
            <p:nvPr/>
          </p:nvSpPr>
          <p:spPr>
            <a:xfrm flipH="1" flipV="1">
              <a:off x="8593560" y="3711960"/>
              <a:ext cx="28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85" name="Line 604"/>
            <p:cNvSpPr/>
            <p:nvPr/>
          </p:nvSpPr>
          <p:spPr>
            <a:xfrm flipH="1" flipV="1">
              <a:off x="8575920" y="3638880"/>
              <a:ext cx="324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786" name="Line 605"/>
            <p:cNvSpPr/>
            <p:nvPr/>
          </p:nvSpPr>
          <p:spPr>
            <a:xfrm flipH="1" flipV="1">
              <a:off x="8556840" y="3567600"/>
              <a:ext cx="46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grpSp>
      <p:sp>
        <p:nvSpPr>
          <p:cNvPr id="787" name="Line 606"/>
          <p:cNvSpPr/>
          <p:nvPr/>
        </p:nvSpPr>
        <p:spPr>
          <a:xfrm flipH="1" flipV="1">
            <a:off x="8539560" y="3494520"/>
            <a:ext cx="46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88" name="Line 607"/>
          <p:cNvSpPr/>
          <p:nvPr/>
        </p:nvSpPr>
        <p:spPr>
          <a:xfrm flipH="1" flipV="1">
            <a:off x="8521920" y="3424680"/>
            <a:ext cx="468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789" name="Line 608"/>
          <p:cNvSpPr/>
          <p:nvPr/>
        </p:nvSpPr>
        <p:spPr>
          <a:xfrm flipH="1" flipV="1">
            <a:off x="8504640" y="3350160"/>
            <a:ext cx="46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90" name="Line 609"/>
          <p:cNvSpPr/>
          <p:nvPr/>
        </p:nvSpPr>
        <p:spPr>
          <a:xfrm flipH="1" flipV="1">
            <a:off x="8487000" y="327708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91" name="Line 610"/>
          <p:cNvSpPr/>
          <p:nvPr/>
        </p:nvSpPr>
        <p:spPr>
          <a:xfrm flipH="1" flipV="1">
            <a:off x="8469720" y="3207240"/>
            <a:ext cx="288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792" name="Line 611"/>
          <p:cNvSpPr/>
          <p:nvPr/>
        </p:nvSpPr>
        <p:spPr>
          <a:xfrm flipH="1" flipV="1">
            <a:off x="8452080" y="313272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93" name="Line 612"/>
          <p:cNvSpPr/>
          <p:nvPr/>
        </p:nvSpPr>
        <p:spPr>
          <a:xfrm flipH="1" flipV="1">
            <a:off x="8434800" y="3059640"/>
            <a:ext cx="28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94" name="Line 613"/>
          <p:cNvSpPr/>
          <p:nvPr/>
        </p:nvSpPr>
        <p:spPr>
          <a:xfrm flipH="1" flipV="1">
            <a:off x="8417160" y="2989800"/>
            <a:ext cx="324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795" name="Line 614"/>
          <p:cNvSpPr/>
          <p:nvPr/>
        </p:nvSpPr>
        <p:spPr>
          <a:xfrm flipH="1" flipV="1">
            <a:off x="8399880" y="2915280"/>
            <a:ext cx="2880" cy="10800"/>
          </a:xfrm>
          <a:prstGeom prst="line">
            <a:avLst/>
          </a:prstGeom>
          <a:ln w="14288">
            <a:solidFill>
              <a:srgbClr val="000000"/>
            </a:solidFill>
            <a:round/>
          </a:ln>
        </p:spPr>
        <p:style>
          <a:lnRef idx="0"/>
          <a:fillRef idx="0"/>
          <a:effectRef idx="0"/>
          <a:fontRef idx="minor"/>
        </p:style>
        <p:txBody>
          <a:bodyPr lIns="90000" tIns="-34200" rIns="90000" bIns="-34200" anchor="t">
            <a:noAutofit/>
          </a:bodyPr>
          <a:p>
            <a:endParaRPr lang="es-ES" sz="1800" b="0" u="none" strike="noStrike">
              <a:solidFill>
                <a:srgbClr val="000000"/>
              </a:solidFill>
              <a:effectLst/>
              <a:uFillTx/>
              <a:latin typeface="Century Gothic"/>
            </a:endParaRPr>
          </a:p>
        </p:txBody>
      </p:sp>
      <p:sp>
        <p:nvSpPr>
          <p:cNvPr id="796" name="Line 615"/>
          <p:cNvSpPr/>
          <p:nvPr/>
        </p:nvSpPr>
        <p:spPr>
          <a:xfrm flipH="1" flipV="1">
            <a:off x="8382240" y="2842200"/>
            <a:ext cx="324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797" name="Line 616"/>
          <p:cNvSpPr/>
          <p:nvPr/>
        </p:nvSpPr>
        <p:spPr>
          <a:xfrm flipH="1" flipV="1">
            <a:off x="8364960" y="2772360"/>
            <a:ext cx="288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798" name="Line 617"/>
          <p:cNvSpPr/>
          <p:nvPr/>
        </p:nvSpPr>
        <p:spPr>
          <a:xfrm flipH="1" flipV="1">
            <a:off x="8347320" y="269748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799" name="Line 618"/>
          <p:cNvSpPr/>
          <p:nvPr/>
        </p:nvSpPr>
        <p:spPr>
          <a:xfrm flipH="1" flipV="1">
            <a:off x="8330040" y="2627640"/>
            <a:ext cx="28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00" name="Line 619"/>
          <p:cNvSpPr/>
          <p:nvPr/>
        </p:nvSpPr>
        <p:spPr>
          <a:xfrm flipH="1" flipV="1">
            <a:off x="8312400" y="2554920"/>
            <a:ext cx="324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801" name="Line 620"/>
          <p:cNvSpPr/>
          <p:nvPr/>
        </p:nvSpPr>
        <p:spPr>
          <a:xfrm flipH="1" flipV="1">
            <a:off x="8295120" y="2480040"/>
            <a:ext cx="28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02" name="Line 621"/>
          <p:cNvSpPr/>
          <p:nvPr/>
        </p:nvSpPr>
        <p:spPr>
          <a:xfrm flipH="1" flipV="1">
            <a:off x="8277480" y="2410200"/>
            <a:ext cx="324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03" name="Line 622"/>
          <p:cNvSpPr/>
          <p:nvPr/>
        </p:nvSpPr>
        <p:spPr>
          <a:xfrm flipH="1">
            <a:off x="8255160" y="235008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04" name="Line 623"/>
          <p:cNvSpPr/>
          <p:nvPr/>
        </p:nvSpPr>
        <p:spPr>
          <a:xfrm flipH="1">
            <a:off x="8214120" y="2413440"/>
            <a:ext cx="61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05" name="Line 624"/>
          <p:cNvSpPr/>
          <p:nvPr/>
        </p:nvSpPr>
        <p:spPr>
          <a:xfrm flipH="1">
            <a:off x="8171280" y="247680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06" name="Line 625"/>
          <p:cNvSpPr/>
          <p:nvPr/>
        </p:nvSpPr>
        <p:spPr>
          <a:xfrm flipH="1">
            <a:off x="8129880" y="2540520"/>
            <a:ext cx="648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807" name="Line 626"/>
          <p:cNvSpPr/>
          <p:nvPr/>
        </p:nvSpPr>
        <p:spPr>
          <a:xfrm flipH="1">
            <a:off x="8087040" y="2603880"/>
            <a:ext cx="792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808" name="Line 627"/>
          <p:cNvSpPr/>
          <p:nvPr/>
        </p:nvSpPr>
        <p:spPr>
          <a:xfrm flipH="1">
            <a:off x="8045640" y="266580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09" name="Line 628"/>
          <p:cNvSpPr/>
          <p:nvPr/>
        </p:nvSpPr>
        <p:spPr>
          <a:xfrm flipH="1">
            <a:off x="8002800" y="2729520"/>
            <a:ext cx="7920" cy="10800"/>
          </a:xfrm>
          <a:prstGeom prst="line">
            <a:avLst/>
          </a:prstGeom>
          <a:ln w="14288">
            <a:solidFill>
              <a:srgbClr val="000000"/>
            </a:solidFill>
            <a:round/>
          </a:ln>
        </p:spPr>
        <p:style>
          <a:lnRef idx="0"/>
          <a:fillRef idx="0"/>
          <a:effectRef idx="0"/>
          <a:fontRef idx="minor"/>
        </p:style>
        <p:txBody>
          <a:bodyPr lIns="90000" tIns="-34200" rIns="90000" bIns="-34200" anchor="t">
            <a:noAutofit/>
          </a:bodyPr>
          <a:p>
            <a:endParaRPr lang="es-ES" sz="1800" b="0" u="none" strike="noStrike">
              <a:solidFill>
                <a:srgbClr val="000000"/>
              </a:solidFill>
              <a:effectLst/>
              <a:uFillTx/>
              <a:latin typeface="Century Gothic"/>
            </a:endParaRPr>
          </a:p>
        </p:txBody>
      </p:sp>
      <p:sp>
        <p:nvSpPr>
          <p:cNvPr id="810" name="Line 629"/>
          <p:cNvSpPr/>
          <p:nvPr/>
        </p:nvSpPr>
        <p:spPr>
          <a:xfrm flipH="1">
            <a:off x="7961400" y="279288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11" name="Line 630"/>
          <p:cNvSpPr/>
          <p:nvPr/>
        </p:nvSpPr>
        <p:spPr>
          <a:xfrm flipH="1">
            <a:off x="7918560" y="2856240"/>
            <a:ext cx="792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812" name="Line 631"/>
          <p:cNvSpPr/>
          <p:nvPr/>
        </p:nvSpPr>
        <p:spPr>
          <a:xfrm flipH="1">
            <a:off x="7877520" y="2918160"/>
            <a:ext cx="61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13" name="Line 632"/>
          <p:cNvSpPr/>
          <p:nvPr/>
        </p:nvSpPr>
        <p:spPr>
          <a:xfrm flipH="1">
            <a:off x="7834680" y="298188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14" name="Line 633"/>
          <p:cNvSpPr/>
          <p:nvPr/>
        </p:nvSpPr>
        <p:spPr>
          <a:xfrm flipH="1">
            <a:off x="7793280" y="304524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15" name="Line 634"/>
          <p:cNvSpPr/>
          <p:nvPr/>
        </p:nvSpPr>
        <p:spPr>
          <a:xfrm flipH="1">
            <a:off x="7750440" y="3108960"/>
            <a:ext cx="792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816" name="Line 635"/>
          <p:cNvSpPr/>
          <p:nvPr/>
        </p:nvSpPr>
        <p:spPr>
          <a:xfrm flipH="1">
            <a:off x="7709040" y="3172320"/>
            <a:ext cx="648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817" name="Line 636"/>
          <p:cNvSpPr/>
          <p:nvPr/>
        </p:nvSpPr>
        <p:spPr>
          <a:xfrm flipH="1">
            <a:off x="7666200" y="323424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18" name="Line 637"/>
          <p:cNvSpPr/>
          <p:nvPr/>
        </p:nvSpPr>
        <p:spPr>
          <a:xfrm flipH="1">
            <a:off x="7625160" y="3297600"/>
            <a:ext cx="61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19" name="Line 638"/>
          <p:cNvSpPr/>
          <p:nvPr/>
        </p:nvSpPr>
        <p:spPr>
          <a:xfrm flipH="1">
            <a:off x="7582320" y="336132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20" name="Line 639"/>
          <p:cNvSpPr/>
          <p:nvPr/>
        </p:nvSpPr>
        <p:spPr>
          <a:xfrm flipH="1">
            <a:off x="7540920" y="3424680"/>
            <a:ext cx="648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821" name="Line 640"/>
          <p:cNvSpPr/>
          <p:nvPr/>
        </p:nvSpPr>
        <p:spPr>
          <a:xfrm flipH="1">
            <a:off x="7498080" y="3488040"/>
            <a:ext cx="612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822" name="Line 641"/>
          <p:cNvSpPr/>
          <p:nvPr/>
        </p:nvSpPr>
        <p:spPr>
          <a:xfrm flipH="1">
            <a:off x="7456680" y="354996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23" name="Line 642"/>
          <p:cNvSpPr/>
          <p:nvPr/>
        </p:nvSpPr>
        <p:spPr>
          <a:xfrm flipH="1">
            <a:off x="7413840" y="361368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24" name="Line 643"/>
          <p:cNvSpPr/>
          <p:nvPr/>
        </p:nvSpPr>
        <p:spPr>
          <a:xfrm flipH="1">
            <a:off x="7371000" y="367704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25" name="Line 644"/>
          <p:cNvSpPr/>
          <p:nvPr/>
        </p:nvSpPr>
        <p:spPr>
          <a:xfrm flipH="1">
            <a:off x="7329600" y="3740760"/>
            <a:ext cx="648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826" name="Line 645"/>
          <p:cNvSpPr/>
          <p:nvPr/>
        </p:nvSpPr>
        <p:spPr>
          <a:xfrm flipH="1">
            <a:off x="7286760" y="3804120"/>
            <a:ext cx="792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827" name="Line 646"/>
          <p:cNvSpPr/>
          <p:nvPr/>
        </p:nvSpPr>
        <p:spPr>
          <a:xfrm flipH="1">
            <a:off x="7245720" y="3866040"/>
            <a:ext cx="61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28" name="Line 647"/>
          <p:cNvSpPr/>
          <p:nvPr/>
        </p:nvSpPr>
        <p:spPr>
          <a:xfrm flipH="1">
            <a:off x="7202880" y="392940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29" name="Line 648"/>
          <p:cNvSpPr/>
          <p:nvPr/>
        </p:nvSpPr>
        <p:spPr>
          <a:xfrm flipH="1">
            <a:off x="7161480" y="399312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30" name="Line 649"/>
          <p:cNvSpPr/>
          <p:nvPr/>
        </p:nvSpPr>
        <p:spPr>
          <a:xfrm>
            <a:off x="7189920" y="4056480"/>
            <a:ext cx="648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831" name="Line 650"/>
          <p:cNvSpPr/>
          <p:nvPr/>
        </p:nvSpPr>
        <p:spPr>
          <a:xfrm>
            <a:off x="7231320" y="4120200"/>
            <a:ext cx="792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832" name="Line 651"/>
          <p:cNvSpPr/>
          <p:nvPr/>
        </p:nvSpPr>
        <p:spPr>
          <a:xfrm>
            <a:off x="7274160" y="418176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33" name="Line 652"/>
          <p:cNvSpPr/>
          <p:nvPr/>
        </p:nvSpPr>
        <p:spPr>
          <a:xfrm>
            <a:off x="7315560" y="424548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34" name="Line 653"/>
          <p:cNvSpPr/>
          <p:nvPr/>
        </p:nvSpPr>
        <p:spPr>
          <a:xfrm>
            <a:off x="7358400" y="4308840"/>
            <a:ext cx="61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35" name="Line 654"/>
          <p:cNvSpPr/>
          <p:nvPr/>
        </p:nvSpPr>
        <p:spPr>
          <a:xfrm>
            <a:off x="7399440" y="4372560"/>
            <a:ext cx="792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836" name="Line 655"/>
          <p:cNvSpPr/>
          <p:nvPr/>
        </p:nvSpPr>
        <p:spPr>
          <a:xfrm>
            <a:off x="7442280" y="443448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37" name="Line 656"/>
          <p:cNvSpPr/>
          <p:nvPr/>
        </p:nvSpPr>
        <p:spPr>
          <a:xfrm>
            <a:off x="7483680" y="449784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38" name="Line 657"/>
          <p:cNvSpPr/>
          <p:nvPr/>
        </p:nvSpPr>
        <p:spPr>
          <a:xfrm>
            <a:off x="7526520" y="456120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39" name="Line 658"/>
          <p:cNvSpPr/>
          <p:nvPr/>
        </p:nvSpPr>
        <p:spPr>
          <a:xfrm>
            <a:off x="7567920" y="462492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40" name="Line 659"/>
          <p:cNvSpPr/>
          <p:nvPr/>
        </p:nvSpPr>
        <p:spPr>
          <a:xfrm>
            <a:off x="7610760" y="4688280"/>
            <a:ext cx="648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841" name="Line 660"/>
          <p:cNvSpPr/>
          <p:nvPr/>
        </p:nvSpPr>
        <p:spPr>
          <a:xfrm>
            <a:off x="7652160" y="475020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42" name="Line 661"/>
          <p:cNvSpPr/>
          <p:nvPr/>
        </p:nvSpPr>
        <p:spPr>
          <a:xfrm>
            <a:off x="7695000" y="4813920"/>
            <a:ext cx="6120" cy="10800"/>
          </a:xfrm>
          <a:prstGeom prst="line">
            <a:avLst/>
          </a:prstGeom>
          <a:ln w="14288">
            <a:solidFill>
              <a:srgbClr val="000000"/>
            </a:solidFill>
            <a:round/>
          </a:ln>
        </p:spPr>
        <p:style>
          <a:lnRef idx="0"/>
          <a:fillRef idx="0"/>
          <a:effectRef idx="0"/>
          <a:fontRef idx="minor"/>
        </p:style>
        <p:txBody>
          <a:bodyPr lIns="90000" tIns="-34200" rIns="90000" bIns="-34200" anchor="t">
            <a:noAutofit/>
          </a:bodyPr>
          <a:p>
            <a:endParaRPr lang="es-ES" sz="1800" b="0" u="none" strike="noStrike">
              <a:solidFill>
                <a:srgbClr val="000000"/>
              </a:solidFill>
              <a:effectLst/>
              <a:uFillTx/>
              <a:latin typeface="Century Gothic"/>
            </a:endParaRPr>
          </a:p>
        </p:txBody>
      </p:sp>
      <p:sp>
        <p:nvSpPr>
          <p:cNvPr id="843" name="Line 662"/>
          <p:cNvSpPr/>
          <p:nvPr/>
        </p:nvSpPr>
        <p:spPr>
          <a:xfrm>
            <a:off x="7736040" y="487728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44" name="Line 663"/>
          <p:cNvSpPr/>
          <p:nvPr/>
        </p:nvSpPr>
        <p:spPr>
          <a:xfrm>
            <a:off x="7778880" y="4940640"/>
            <a:ext cx="648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845" name="Line 664"/>
          <p:cNvSpPr/>
          <p:nvPr/>
        </p:nvSpPr>
        <p:spPr>
          <a:xfrm>
            <a:off x="7820280" y="5004360"/>
            <a:ext cx="792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846" name="Line 665"/>
          <p:cNvSpPr/>
          <p:nvPr/>
        </p:nvSpPr>
        <p:spPr>
          <a:xfrm>
            <a:off x="7863120" y="506628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47" name="Line 666"/>
          <p:cNvSpPr/>
          <p:nvPr/>
        </p:nvSpPr>
        <p:spPr>
          <a:xfrm>
            <a:off x="7904520" y="512964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48" name="Line 667"/>
          <p:cNvSpPr/>
          <p:nvPr/>
        </p:nvSpPr>
        <p:spPr>
          <a:xfrm>
            <a:off x="7947360" y="5193000"/>
            <a:ext cx="61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49" name="Line 668"/>
          <p:cNvSpPr/>
          <p:nvPr/>
        </p:nvSpPr>
        <p:spPr>
          <a:xfrm>
            <a:off x="7988400" y="5256720"/>
            <a:ext cx="792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850" name="Line 669"/>
          <p:cNvSpPr/>
          <p:nvPr/>
        </p:nvSpPr>
        <p:spPr>
          <a:xfrm>
            <a:off x="8031240" y="5320080"/>
            <a:ext cx="648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851" name="Line 670"/>
          <p:cNvSpPr/>
          <p:nvPr/>
        </p:nvSpPr>
        <p:spPr>
          <a:xfrm>
            <a:off x="8072640" y="538200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52" name="Line 671"/>
          <p:cNvSpPr/>
          <p:nvPr/>
        </p:nvSpPr>
        <p:spPr>
          <a:xfrm>
            <a:off x="8115480" y="5445720"/>
            <a:ext cx="6480" cy="10800"/>
          </a:xfrm>
          <a:prstGeom prst="line">
            <a:avLst/>
          </a:prstGeom>
          <a:ln w="14288">
            <a:solidFill>
              <a:srgbClr val="000000"/>
            </a:solidFill>
            <a:round/>
          </a:ln>
        </p:spPr>
        <p:style>
          <a:lnRef idx="0"/>
          <a:fillRef idx="0"/>
          <a:effectRef idx="0"/>
          <a:fontRef idx="minor"/>
        </p:style>
        <p:txBody>
          <a:bodyPr lIns="90000" tIns="-34200" rIns="90000" bIns="-34200" anchor="t">
            <a:noAutofit/>
          </a:bodyPr>
          <a:p>
            <a:endParaRPr lang="es-ES" sz="1800" b="0" u="none" strike="noStrike">
              <a:solidFill>
                <a:srgbClr val="000000"/>
              </a:solidFill>
              <a:effectLst/>
              <a:uFillTx/>
              <a:latin typeface="Century Gothic"/>
            </a:endParaRPr>
          </a:p>
        </p:txBody>
      </p:sp>
      <p:sp>
        <p:nvSpPr>
          <p:cNvPr id="853" name="Line 672"/>
          <p:cNvSpPr/>
          <p:nvPr/>
        </p:nvSpPr>
        <p:spPr>
          <a:xfrm>
            <a:off x="8158320" y="550908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54" name="Line 673"/>
          <p:cNvSpPr/>
          <p:nvPr/>
        </p:nvSpPr>
        <p:spPr>
          <a:xfrm>
            <a:off x="8199720" y="5572440"/>
            <a:ext cx="648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855" name="Line 674"/>
          <p:cNvSpPr/>
          <p:nvPr/>
        </p:nvSpPr>
        <p:spPr>
          <a:xfrm>
            <a:off x="8242560" y="5636160"/>
            <a:ext cx="648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856" name="Line 675"/>
          <p:cNvSpPr/>
          <p:nvPr/>
        </p:nvSpPr>
        <p:spPr>
          <a:xfrm flipV="1">
            <a:off x="8286840" y="5636160"/>
            <a:ext cx="828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857" name="Line 676"/>
          <p:cNvSpPr/>
          <p:nvPr/>
        </p:nvSpPr>
        <p:spPr>
          <a:xfrm flipV="1">
            <a:off x="8336160" y="5575680"/>
            <a:ext cx="1116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58" name="Line 677"/>
          <p:cNvSpPr/>
          <p:nvPr/>
        </p:nvSpPr>
        <p:spPr>
          <a:xfrm flipV="1">
            <a:off x="8388720" y="5515560"/>
            <a:ext cx="1116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59" name="Line 678"/>
          <p:cNvSpPr/>
          <p:nvPr/>
        </p:nvSpPr>
        <p:spPr>
          <a:xfrm flipV="1">
            <a:off x="8442720" y="5459760"/>
            <a:ext cx="61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60" name="Line 679"/>
          <p:cNvSpPr/>
          <p:nvPr/>
        </p:nvSpPr>
        <p:spPr>
          <a:xfrm flipV="1">
            <a:off x="8490240" y="5404320"/>
            <a:ext cx="792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861" name="Line 680"/>
          <p:cNvSpPr/>
          <p:nvPr/>
        </p:nvSpPr>
        <p:spPr>
          <a:xfrm flipV="1">
            <a:off x="8539560" y="534708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62" name="Line 681"/>
          <p:cNvSpPr/>
          <p:nvPr/>
        </p:nvSpPr>
        <p:spPr>
          <a:xfrm flipV="1">
            <a:off x="8588520" y="529164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63" name="Line 682"/>
          <p:cNvSpPr/>
          <p:nvPr/>
        </p:nvSpPr>
        <p:spPr>
          <a:xfrm flipV="1">
            <a:off x="8637840" y="5236200"/>
            <a:ext cx="1116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864" name="Line 683"/>
          <p:cNvSpPr/>
          <p:nvPr/>
        </p:nvSpPr>
        <p:spPr>
          <a:xfrm flipV="1">
            <a:off x="8690400" y="517896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65" name="Line 684"/>
          <p:cNvSpPr/>
          <p:nvPr/>
        </p:nvSpPr>
        <p:spPr>
          <a:xfrm flipV="1">
            <a:off x="8739360" y="5123160"/>
            <a:ext cx="792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866" name="Line 685"/>
          <p:cNvSpPr/>
          <p:nvPr/>
        </p:nvSpPr>
        <p:spPr>
          <a:xfrm flipV="1">
            <a:off x="8788680" y="506628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67" name="Line 686"/>
          <p:cNvSpPr/>
          <p:nvPr/>
        </p:nvSpPr>
        <p:spPr>
          <a:xfrm flipV="1">
            <a:off x="8838000" y="501048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68" name="Freeform 687"/>
          <p:cNvSpPr/>
          <p:nvPr/>
        </p:nvSpPr>
        <p:spPr>
          <a:xfrm>
            <a:off x="8887320" y="4955400"/>
            <a:ext cx="7560" cy="9000"/>
          </a:xfrm>
          <a:custGeom>
            <a:avLst/>
            <a:gdLst>
              <a:gd name="textAreaLeft" fmla="*/ 0 w 7560"/>
              <a:gd name="textAreaRight" fmla="*/ 7920 w 7560"/>
              <a:gd name="textAreaTop" fmla="*/ 0 h 9000"/>
              <a:gd name="textAreaBottom" fmla="*/ 9360 h 9000"/>
              <a:gd name="GluePoint1X" fmla="*/ 0 w 0"/>
              <a:gd name="GluePoint1Y" fmla="*/ 3 h 0"/>
              <a:gd name="GluePoint2X" fmla="*/ 2 w 0"/>
              <a:gd name="GluePoint2Y" fmla="*/ 1 h 0"/>
              <a:gd name="GluePoint3X" fmla="*/ 2 w 0"/>
              <a:gd name="GluePoint3Y" fmla="*/ 0 h 0"/>
            </a:gdLst>
            <a:ahLst/>
            <a:cxnLst>
              <a:cxn ang="0">
                <a:pos x="GluePoint1X" y="GluePoint1Y"/>
              </a:cxn>
              <a:cxn ang="0">
                <a:pos x="GluePoint2X" y="GluePoint2Y"/>
              </a:cxn>
              <a:cxn ang="0">
                <a:pos x="GluePoint3X" y="GluePoint3Y"/>
              </a:cxn>
            </a:cxnLst>
            <a:rect l="textAreaLeft" t="textAreaTop" r="textAreaRight" b="textAreaBottom"/>
            <a:pathLst>
              <a:path w="2" h="3">
                <a:moveTo>
                  <a:pt x="0" y="3"/>
                </a:moveTo>
                <a:lnTo>
                  <a:pt x="2" y="1"/>
                </a:lnTo>
                <a:lnTo>
                  <a:pt x="2" y="0"/>
                </a:lnTo>
              </a:path>
            </a:pathLst>
          </a:custGeom>
          <a:noFill/>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869" name="Line 688"/>
          <p:cNvSpPr/>
          <p:nvPr/>
        </p:nvSpPr>
        <p:spPr>
          <a:xfrm flipV="1">
            <a:off x="8921880" y="4888440"/>
            <a:ext cx="792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870" name="Line 689"/>
          <p:cNvSpPr/>
          <p:nvPr/>
        </p:nvSpPr>
        <p:spPr>
          <a:xfrm flipV="1">
            <a:off x="8956800" y="4821840"/>
            <a:ext cx="792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871" name="Line 690"/>
          <p:cNvSpPr/>
          <p:nvPr/>
        </p:nvSpPr>
        <p:spPr>
          <a:xfrm flipV="1">
            <a:off x="8993520" y="4754880"/>
            <a:ext cx="324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872" name="Line 691"/>
          <p:cNvSpPr/>
          <p:nvPr/>
        </p:nvSpPr>
        <p:spPr>
          <a:xfrm flipV="1">
            <a:off x="9023760" y="4688280"/>
            <a:ext cx="792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873" name="Line 692"/>
          <p:cNvSpPr/>
          <p:nvPr/>
        </p:nvSpPr>
        <p:spPr>
          <a:xfrm flipV="1">
            <a:off x="9060120" y="4621680"/>
            <a:ext cx="324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874" name="Line 693"/>
          <p:cNvSpPr/>
          <p:nvPr/>
        </p:nvSpPr>
        <p:spPr>
          <a:xfrm flipV="1">
            <a:off x="9090360" y="4555080"/>
            <a:ext cx="792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875" name="Line 694"/>
          <p:cNvSpPr/>
          <p:nvPr/>
        </p:nvSpPr>
        <p:spPr>
          <a:xfrm flipV="1">
            <a:off x="9125280" y="4488480"/>
            <a:ext cx="468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876" name="Line 695"/>
          <p:cNvSpPr/>
          <p:nvPr/>
        </p:nvSpPr>
        <p:spPr>
          <a:xfrm flipV="1">
            <a:off x="9156960" y="4421520"/>
            <a:ext cx="792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877" name="Line 696"/>
          <p:cNvSpPr/>
          <p:nvPr/>
        </p:nvSpPr>
        <p:spPr>
          <a:xfrm flipV="1">
            <a:off x="9191880" y="4354920"/>
            <a:ext cx="468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878" name="Line 697"/>
          <p:cNvSpPr/>
          <p:nvPr/>
        </p:nvSpPr>
        <p:spPr>
          <a:xfrm flipV="1">
            <a:off x="9223560" y="4288320"/>
            <a:ext cx="792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879" name="Line 698"/>
          <p:cNvSpPr/>
          <p:nvPr/>
        </p:nvSpPr>
        <p:spPr>
          <a:xfrm flipV="1">
            <a:off x="9258480" y="4221720"/>
            <a:ext cx="468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880" name="Line 699"/>
          <p:cNvSpPr/>
          <p:nvPr/>
        </p:nvSpPr>
        <p:spPr>
          <a:xfrm flipV="1">
            <a:off x="9290160" y="4155120"/>
            <a:ext cx="792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881" name="Line 700"/>
          <p:cNvSpPr/>
          <p:nvPr/>
        </p:nvSpPr>
        <p:spPr>
          <a:xfrm flipV="1">
            <a:off x="9325080" y="4088160"/>
            <a:ext cx="504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882" name="Line 701"/>
          <p:cNvSpPr/>
          <p:nvPr/>
        </p:nvSpPr>
        <p:spPr>
          <a:xfrm flipV="1">
            <a:off x="9357120" y="4021560"/>
            <a:ext cx="792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883" name="Line 702"/>
          <p:cNvSpPr/>
          <p:nvPr/>
        </p:nvSpPr>
        <p:spPr>
          <a:xfrm>
            <a:off x="8263080" y="235008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84" name="Line 703"/>
          <p:cNvSpPr/>
          <p:nvPr/>
        </p:nvSpPr>
        <p:spPr>
          <a:xfrm>
            <a:off x="8304480" y="241344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85" name="Line 704"/>
          <p:cNvSpPr/>
          <p:nvPr/>
        </p:nvSpPr>
        <p:spPr>
          <a:xfrm>
            <a:off x="8347320" y="247680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86" name="Line 705"/>
          <p:cNvSpPr/>
          <p:nvPr/>
        </p:nvSpPr>
        <p:spPr>
          <a:xfrm>
            <a:off x="8388720" y="2540520"/>
            <a:ext cx="792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887" name="Line 706"/>
          <p:cNvSpPr/>
          <p:nvPr/>
        </p:nvSpPr>
        <p:spPr>
          <a:xfrm>
            <a:off x="8431560" y="2603880"/>
            <a:ext cx="612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888" name="Line 707"/>
          <p:cNvSpPr/>
          <p:nvPr/>
        </p:nvSpPr>
        <p:spPr>
          <a:xfrm>
            <a:off x="8472600" y="266580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89" name="Line 708"/>
          <p:cNvSpPr/>
          <p:nvPr/>
        </p:nvSpPr>
        <p:spPr>
          <a:xfrm>
            <a:off x="8515440" y="2729520"/>
            <a:ext cx="6480" cy="10800"/>
          </a:xfrm>
          <a:prstGeom prst="line">
            <a:avLst/>
          </a:prstGeom>
          <a:ln w="14288">
            <a:solidFill>
              <a:srgbClr val="000000"/>
            </a:solidFill>
            <a:round/>
          </a:ln>
        </p:spPr>
        <p:style>
          <a:lnRef idx="0"/>
          <a:fillRef idx="0"/>
          <a:effectRef idx="0"/>
          <a:fontRef idx="minor"/>
        </p:style>
        <p:txBody>
          <a:bodyPr lIns="90000" tIns="-34200" rIns="90000" bIns="-34200" anchor="t">
            <a:noAutofit/>
          </a:bodyPr>
          <a:p>
            <a:endParaRPr lang="es-ES" sz="1800" b="0" u="none" strike="noStrike">
              <a:solidFill>
                <a:srgbClr val="000000"/>
              </a:solidFill>
              <a:effectLst/>
              <a:uFillTx/>
              <a:latin typeface="Century Gothic"/>
            </a:endParaRPr>
          </a:p>
        </p:txBody>
      </p:sp>
      <p:sp>
        <p:nvSpPr>
          <p:cNvPr id="890" name="Line 709"/>
          <p:cNvSpPr/>
          <p:nvPr/>
        </p:nvSpPr>
        <p:spPr>
          <a:xfrm>
            <a:off x="8556840" y="279288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91" name="Line 710"/>
          <p:cNvSpPr/>
          <p:nvPr/>
        </p:nvSpPr>
        <p:spPr>
          <a:xfrm>
            <a:off x="8599680" y="2856240"/>
            <a:ext cx="648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892" name="Line 711"/>
          <p:cNvSpPr/>
          <p:nvPr/>
        </p:nvSpPr>
        <p:spPr>
          <a:xfrm>
            <a:off x="8642520" y="291816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93" name="Line 712"/>
          <p:cNvSpPr/>
          <p:nvPr/>
        </p:nvSpPr>
        <p:spPr>
          <a:xfrm>
            <a:off x="8683920" y="298188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94" name="Line 713"/>
          <p:cNvSpPr/>
          <p:nvPr/>
        </p:nvSpPr>
        <p:spPr>
          <a:xfrm>
            <a:off x="8726760" y="304524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95" name="Line 714"/>
          <p:cNvSpPr/>
          <p:nvPr/>
        </p:nvSpPr>
        <p:spPr>
          <a:xfrm>
            <a:off x="8768160" y="3108960"/>
            <a:ext cx="612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896" name="Line 715"/>
          <p:cNvSpPr/>
          <p:nvPr/>
        </p:nvSpPr>
        <p:spPr>
          <a:xfrm>
            <a:off x="8811000" y="3172320"/>
            <a:ext cx="612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897" name="Line 716"/>
          <p:cNvSpPr/>
          <p:nvPr/>
        </p:nvSpPr>
        <p:spPr>
          <a:xfrm>
            <a:off x="8852040" y="323424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98" name="Line 717"/>
          <p:cNvSpPr/>
          <p:nvPr/>
        </p:nvSpPr>
        <p:spPr>
          <a:xfrm>
            <a:off x="8894880" y="329760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899" name="Line 718"/>
          <p:cNvSpPr/>
          <p:nvPr/>
        </p:nvSpPr>
        <p:spPr>
          <a:xfrm>
            <a:off x="8936280" y="336132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900" name="Line 719"/>
          <p:cNvSpPr/>
          <p:nvPr/>
        </p:nvSpPr>
        <p:spPr>
          <a:xfrm>
            <a:off x="8979120" y="3424680"/>
            <a:ext cx="648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901" name="Line 720"/>
          <p:cNvSpPr/>
          <p:nvPr/>
        </p:nvSpPr>
        <p:spPr>
          <a:xfrm>
            <a:off x="9020520" y="3488040"/>
            <a:ext cx="7920" cy="9720"/>
          </a:xfrm>
          <a:prstGeom prst="line">
            <a:avLst/>
          </a:prstGeom>
          <a:ln w="14288">
            <a:solidFill>
              <a:srgbClr val="000000"/>
            </a:solidFill>
            <a:round/>
          </a:ln>
        </p:spPr>
        <p:style>
          <a:lnRef idx="0"/>
          <a:fillRef idx="0"/>
          <a:effectRef idx="0"/>
          <a:fontRef idx="minor"/>
        </p:style>
        <p:txBody>
          <a:bodyPr lIns="90000" tIns="-35280" rIns="90000" bIns="-35280" anchor="t">
            <a:noAutofit/>
          </a:bodyPr>
          <a:p>
            <a:endParaRPr lang="es-ES" sz="1800" b="0" u="none" strike="noStrike">
              <a:solidFill>
                <a:srgbClr val="000000"/>
              </a:solidFill>
              <a:effectLst/>
              <a:uFillTx/>
              <a:latin typeface="Century Gothic"/>
            </a:endParaRPr>
          </a:p>
        </p:txBody>
      </p:sp>
      <p:sp>
        <p:nvSpPr>
          <p:cNvPr id="902" name="Line 721"/>
          <p:cNvSpPr/>
          <p:nvPr/>
        </p:nvSpPr>
        <p:spPr>
          <a:xfrm>
            <a:off x="9063360" y="3549960"/>
            <a:ext cx="61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903" name="Line 722"/>
          <p:cNvSpPr/>
          <p:nvPr/>
        </p:nvSpPr>
        <p:spPr>
          <a:xfrm>
            <a:off x="9104400" y="3613680"/>
            <a:ext cx="82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904" name="Line 723"/>
          <p:cNvSpPr/>
          <p:nvPr/>
        </p:nvSpPr>
        <p:spPr>
          <a:xfrm>
            <a:off x="9147600" y="3677040"/>
            <a:ext cx="61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905" name="Line 724"/>
          <p:cNvSpPr/>
          <p:nvPr/>
        </p:nvSpPr>
        <p:spPr>
          <a:xfrm>
            <a:off x="9188640" y="3740760"/>
            <a:ext cx="792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906" name="Line 725"/>
          <p:cNvSpPr/>
          <p:nvPr/>
        </p:nvSpPr>
        <p:spPr>
          <a:xfrm>
            <a:off x="9231480" y="3804120"/>
            <a:ext cx="6480" cy="9360"/>
          </a:xfrm>
          <a:prstGeom prst="line">
            <a:avLst/>
          </a:prstGeom>
          <a:ln w="14288">
            <a:solidFill>
              <a:srgbClr val="000000"/>
            </a:solidFill>
            <a:round/>
          </a:ln>
        </p:spPr>
        <p:style>
          <a:lnRef idx="0"/>
          <a:fillRef idx="0"/>
          <a:effectRef idx="0"/>
          <a:fontRef idx="minor"/>
        </p:style>
        <p:txBody>
          <a:bodyPr lIns="90000" tIns="-35640" rIns="90000" bIns="-35640" anchor="t">
            <a:noAutofit/>
          </a:bodyPr>
          <a:p>
            <a:endParaRPr lang="es-ES" sz="1800" b="0" u="none" strike="noStrike">
              <a:solidFill>
                <a:srgbClr val="000000"/>
              </a:solidFill>
              <a:effectLst/>
              <a:uFillTx/>
              <a:latin typeface="Century Gothic"/>
            </a:endParaRPr>
          </a:p>
        </p:txBody>
      </p:sp>
      <p:sp>
        <p:nvSpPr>
          <p:cNvPr id="907" name="Line 726"/>
          <p:cNvSpPr/>
          <p:nvPr/>
        </p:nvSpPr>
        <p:spPr>
          <a:xfrm>
            <a:off x="9272880" y="386604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908" name="Line 727"/>
          <p:cNvSpPr/>
          <p:nvPr/>
        </p:nvSpPr>
        <p:spPr>
          <a:xfrm>
            <a:off x="9315720" y="3929400"/>
            <a:ext cx="648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
        <p:nvSpPr>
          <p:cNvPr id="909" name="Line 728"/>
          <p:cNvSpPr/>
          <p:nvPr/>
        </p:nvSpPr>
        <p:spPr>
          <a:xfrm>
            <a:off x="9357120" y="3993120"/>
            <a:ext cx="7920" cy="11160"/>
          </a:xfrm>
          <a:prstGeom prst="line">
            <a:avLst/>
          </a:prstGeom>
          <a:ln w="14288">
            <a:solidFill>
              <a:srgbClr val="000000"/>
            </a:solidFill>
            <a:round/>
          </a:ln>
        </p:spPr>
        <p:style>
          <a:lnRef idx="0"/>
          <a:fillRef idx="0"/>
          <a:effectRef idx="0"/>
          <a:fontRef idx="minor"/>
        </p:style>
        <p:txBody>
          <a:bodyPr lIns="90000" tIns="-33840" rIns="90000" bIns="-33840" anchor="t">
            <a:noAutofit/>
          </a:bodyPr>
          <a:p>
            <a:endParaRPr lang="es-ES" sz="1800" b="0" u="none" strike="noStrike">
              <a:solidFill>
                <a:srgbClr val="000000"/>
              </a:solidFill>
              <a:effectLst/>
              <a:uFillTx/>
              <a:latin typeface="Century Gothic"/>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0"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CL" sz="2100" b="0" u="none" strike="noStrike">
                <a:solidFill>
                  <a:srgbClr val="002060"/>
                </a:solidFill>
                <a:effectLst/>
                <a:uFillTx/>
                <a:latin typeface="Century Gothic"/>
              </a:rPr>
              <a:t>Modelo de Prototipación</a:t>
            </a:r>
            <a:endParaRPr lang="es-PY" sz="2100" b="0" u="none" strike="noStrike">
              <a:solidFill>
                <a:srgbClr val="002060"/>
              </a:solidFill>
              <a:effectLst/>
              <a:uFillTx/>
              <a:latin typeface="Century Gothic"/>
            </a:endParaRPr>
          </a:p>
        </p:txBody>
      </p:sp>
      <p:sp>
        <p:nvSpPr>
          <p:cNvPr id="911" name="31 CuadroTexto"/>
          <p:cNvSpPr/>
          <p:nvPr/>
        </p:nvSpPr>
        <p:spPr>
          <a:xfrm>
            <a:off x="443160" y="1825920"/>
            <a:ext cx="11443680" cy="1219320"/>
          </a:xfrm>
          <a:prstGeom prst="rect">
            <a:avLst/>
          </a:prstGeom>
          <a:noFill/>
          <a:ln w="0">
            <a:noFill/>
          </a:ln>
        </p:spPr>
        <p:style>
          <a:lnRef idx="0"/>
          <a:fillRef idx="0"/>
          <a:effectRef idx="0"/>
          <a:fontRef idx="minor"/>
        </p:style>
        <p:txBody>
          <a:bodyPr lIns="90000" tIns="45000" rIns="90000" bIns="45000" anchor="t">
            <a:spAutoFit/>
          </a:bodyPr>
          <a:p>
            <a:pPr marL="272880" indent="-272880" defTabSz="457200">
              <a:lnSpc>
                <a:spcPct val="150000"/>
              </a:lnSpc>
              <a:buClr>
                <a:srgbClr val="002060"/>
              </a:buClr>
              <a:buFont typeface="Wingdings" charset="2"/>
              <a:buChar char=""/>
            </a:pPr>
            <a:r>
              <a:rPr lang="es-ES" sz="1700" b="0" u="none" strike="noStrike">
                <a:solidFill>
                  <a:srgbClr val="002060"/>
                </a:solidFill>
                <a:effectLst/>
                <a:uFillTx/>
                <a:latin typeface="Century Gothic"/>
              </a:rPr>
              <a:t>Permite la construcción rápida del sistema (o parte de éste).</a:t>
            </a:r>
            <a:endParaRPr lang="es-PY" sz="17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700" b="0" u="none" strike="noStrike">
                <a:solidFill>
                  <a:srgbClr val="002060"/>
                </a:solidFill>
                <a:effectLst/>
                <a:uFillTx/>
                <a:latin typeface="Century Gothic"/>
              </a:rPr>
              <a:t>Usuario y desarrollador tienen una visión común.</a:t>
            </a:r>
            <a:endParaRPr lang="es-PY" sz="17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700" b="0" u="none" strike="noStrike">
                <a:solidFill>
                  <a:srgbClr val="002060"/>
                </a:solidFill>
                <a:effectLst/>
                <a:uFillTx/>
                <a:latin typeface="Century Gothic"/>
              </a:rPr>
              <a:t>Se reduce el riesgo y la incertidumbre del desarrollo.</a:t>
            </a:r>
            <a:endParaRPr lang="es-PY" sz="17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2"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CL" sz="2100" b="0" u="none" strike="noStrike">
                <a:solidFill>
                  <a:srgbClr val="002060"/>
                </a:solidFill>
                <a:effectLst/>
                <a:uFillTx/>
                <a:latin typeface="Century Gothic"/>
              </a:rPr>
              <a:t>Modelo de Prototipación</a:t>
            </a:r>
            <a:endParaRPr lang="es-PY" sz="2100" b="0" u="none" strike="noStrike">
              <a:solidFill>
                <a:srgbClr val="002060"/>
              </a:solidFill>
              <a:effectLst/>
              <a:uFillTx/>
              <a:latin typeface="Century Gothic"/>
            </a:endParaRPr>
          </a:p>
        </p:txBody>
      </p:sp>
      <p:sp>
        <p:nvSpPr>
          <p:cNvPr id="913" name="AutoShape 3"/>
          <p:cNvSpPr/>
          <p:nvPr/>
        </p:nvSpPr>
        <p:spPr>
          <a:xfrm>
            <a:off x="2760120" y="2285280"/>
            <a:ext cx="6848280" cy="2841120"/>
          </a:xfrm>
          <a:prstGeom prst="rect">
            <a:avLst/>
          </a:prstGeom>
          <a:noFill/>
          <a:ln w="9525">
            <a:noFill/>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14" name="Rectangle 4"/>
          <p:cNvSpPr/>
          <p:nvPr/>
        </p:nvSpPr>
        <p:spPr>
          <a:xfrm>
            <a:off x="2790360" y="3556800"/>
            <a:ext cx="1356840" cy="618840"/>
          </a:xfrm>
          <a:prstGeom prst="rect">
            <a:avLst/>
          </a:prstGeom>
          <a:solidFill>
            <a:srgbClr val="FFCC66"/>
          </a:solidFill>
          <a:ln w="12700">
            <a:solidFill>
              <a:srgbClr val="000000"/>
            </a:solidFill>
            <a:miter/>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15" name="Rectangle 5"/>
          <p:cNvSpPr/>
          <p:nvPr/>
        </p:nvSpPr>
        <p:spPr>
          <a:xfrm>
            <a:off x="2841120" y="3663360"/>
            <a:ext cx="1269720" cy="18216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0" u="none" strike="noStrike">
                <a:solidFill>
                  <a:srgbClr val="000000"/>
                </a:solidFill>
                <a:effectLst/>
                <a:uFillTx/>
                <a:latin typeface="Tahoma"/>
              </a:rPr>
              <a:t>REQUERIMIENTOS</a:t>
            </a:r>
            <a:endParaRPr lang="es-PY" sz="1200" b="0" u="none" strike="noStrike">
              <a:solidFill>
                <a:srgbClr val="000000"/>
              </a:solidFill>
              <a:effectLst/>
              <a:uFillTx/>
              <a:latin typeface="Arial"/>
            </a:endParaRPr>
          </a:p>
        </p:txBody>
      </p:sp>
      <p:sp>
        <p:nvSpPr>
          <p:cNvPr id="916" name="Rectangle 6"/>
          <p:cNvSpPr/>
          <p:nvPr/>
        </p:nvSpPr>
        <p:spPr>
          <a:xfrm>
            <a:off x="2907720" y="3849120"/>
            <a:ext cx="1134720" cy="18216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0" u="none" strike="noStrike">
                <a:solidFill>
                  <a:srgbClr val="000000"/>
                </a:solidFill>
                <a:effectLst/>
                <a:uFillTx/>
                <a:latin typeface="Tahoma"/>
              </a:rPr>
              <a:t>DEL PROTOTIPO</a:t>
            </a:r>
            <a:endParaRPr lang="es-PY" sz="1200" b="0" u="none" strike="noStrike">
              <a:solidFill>
                <a:srgbClr val="000000"/>
              </a:solidFill>
              <a:effectLst/>
              <a:uFillTx/>
              <a:latin typeface="Arial"/>
            </a:endParaRPr>
          </a:p>
        </p:txBody>
      </p:sp>
      <p:sp>
        <p:nvSpPr>
          <p:cNvPr id="917" name="Rectangle 7"/>
          <p:cNvSpPr/>
          <p:nvPr/>
        </p:nvSpPr>
        <p:spPr>
          <a:xfrm>
            <a:off x="4600080" y="3556800"/>
            <a:ext cx="1355400" cy="618840"/>
          </a:xfrm>
          <a:prstGeom prst="rect">
            <a:avLst/>
          </a:prstGeom>
          <a:solidFill>
            <a:srgbClr val="FFCC66"/>
          </a:solidFill>
          <a:ln w="12700">
            <a:solidFill>
              <a:srgbClr val="000000"/>
            </a:solidFill>
            <a:miter/>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18" name="Rectangle 8"/>
          <p:cNvSpPr/>
          <p:nvPr/>
        </p:nvSpPr>
        <p:spPr>
          <a:xfrm>
            <a:off x="4857120" y="3663360"/>
            <a:ext cx="852480" cy="18252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0" u="none" strike="noStrike">
                <a:solidFill>
                  <a:srgbClr val="000000"/>
                </a:solidFill>
                <a:effectLst/>
                <a:uFillTx/>
                <a:latin typeface="Tahoma"/>
              </a:rPr>
              <a:t>DISEÑO DEL</a:t>
            </a:r>
            <a:endParaRPr lang="es-PY" sz="1200" b="0" u="none" strike="noStrike">
              <a:solidFill>
                <a:srgbClr val="000000"/>
              </a:solidFill>
              <a:effectLst/>
              <a:uFillTx/>
              <a:latin typeface="Arial"/>
            </a:endParaRPr>
          </a:p>
        </p:txBody>
      </p:sp>
      <p:sp>
        <p:nvSpPr>
          <p:cNvPr id="919" name="Rectangle 9"/>
          <p:cNvSpPr/>
          <p:nvPr/>
        </p:nvSpPr>
        <p:spPr>
          <a:xfrm>
            <a:off x="4871520" y="3849120"/>
            <a:ext cx="821880" cy="18216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0" u="none" strike="noStrike">
                <a:solidFill>
                  <a:srgbClr val="000000"/>
                </a:solidFill>
                <a:effectLst/>
                <a:uFillTx/>
                <a:latin typeface="Tahoma"/>
              </a:rPr>
              <a:t>PROTOTIPO</a:t>
            </a:r>
            <a:endParaRPr lang="es-PY" sz="1200" b="0" u="none" strike="noStrike">
              <a:solidFill>
                <a:srgbClr val="000000"/>
              </a:solidFill>
              <a:effectLst/>
              <a:uFillTx/>
              <a:latin typeface="Arial"/>
            </a:endParaRPr>
          </a:p>
        </p:txBody>
      </p:sp>
      <p:sp>
        <p:nvSpPr>
          <p:cNvPr id="920" name="Rectangle 10"/>
          <p:cNvSpPr/>
          <p:nvPr/>
        </p:nvSpPr>
        <p:spPr>
          <a:xfrm>
            <a:off x="6413040" y="3556800"/>
            <a:ext cx="1355400" cy="618840"/>
          </a:xfrm>
          <a:prstGeom prst="rect">
            <a:avLst/>
          </a:prstGeom>
          <a:solidFill>
            <a:srgbClr val="FFCC66"/>
          </a:solidFill>
          <a:ln w="12700">
            <a:solidFill>
              <a:srgbClr val="000000"/>
            </a:solidFill>
            <a:miter/>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21" name="Rectangle 11"/>
          <p:cNvSpPr/>
          <p:nvPr/>
        </p:nvSpPr>
        <p:spPr>
          <a:xfrm>
            <a:off x="6787800" y="3663360"/>
            <a:ext cx="609120" cy="18216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0" u="none" strike="noStrike">
                <a:solidFill>
                  <a:srgbClr val="000000"/>
                </a:solidFill>
                <a:effectLst/>
                <a:uFillTx/>
                <a:latin typeface="Tahoma"/>
              </a:rPr>
              <a:t>SISTEMA</a:t>
            </a:r>
            <a:endParaRPr lang="es-PY" sz="1200" b="0" u="none" strike="noStrike">
              <a:solidFill>
                <a:srgbClr val="000000"/>
              </a:solidFill>
              <a:effectLst/>
              <a:uFillTx/>
              <a:latin typeface="Arial"/>
            </a:endParaRPr>
          </a:p>
        </p:txBody>
      </p:sp>
      <p:sp>
        <p:nvSpPr>
          <p:cNvPr id="922" name="Rectangle 12"/>
          <p:cNvSpPr/>
          <p:nvPr/>
        </p:nvSpPr>
        <p:spPr>
          <a:xfrm>
            <a:off x="6683040" y="3849120"/>
            <a:ext cx="821880" cy="18216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0" u="none" strike="noStrike">
                <a:solidFill>
                  <a:srgbClr val="000000"/>
                </a:solidFill>
                <a:effectLst/>
                <a:uFillTx/>
                <a:latin typeface="Tahoma"/>
              </a:rPr>
              <a:t>PROTOTIPO</a:t>
            </a:r>
            <a:endParaRPr lang="es-PY" sz="1200" b="0" u="none" strike="noStrike">
              <a:solidFill>
                <a:srgbClr val="000000"/>
              </a:solidFill>
              <a:effectLst/>
              <a:uFillTx/>
              <a:latin typeface="Arial"/>
            </a:endParaRPr>
          </a:p>
        </p:txBody>
      </p:sp>
      <p:sp>
        <p:nvSpPr>
          <p:cNvPr id="923" name="Rectangle 13"/>
          <p:cNvSpPr/>
          <p:nvPr/>
        </p:nvSpPr>
        <p:spPr>
          <a:xfrm>
            <a:off x="8221320" y="3556800"/>
            <a:ext cx="1356840" cy="618840"/>
          </a:xfrm>
          <a:prstGeom prst="rect">
            <a:avLst/>
          </a:prstGeom>
          <a:solidFill>
            <a:srgbClr val="FFCC66"/>
          </a:solidFill>
          <a:ln w="12700">
            <a:solidFill>
              <a:srgbClr val="000000"/>
            </a:solidFill>
            <a:miter/>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24" name="Rectangle 14"/>
          <p:cNvSpPr/>
          <p:nvPr/>
        </p:nvSpPr>
        <p:spPr>
          <a:xfrm>
            <a:off x="8600400" y="3755520"/>
            <a:ext cx="607680" cy="18216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0" u="none" strike="noStrike">
                <a:solidFill>
                  <a:srgbClr val="000000"/>
                </a:solidFill>
                <a:effectLst/>
                <a:uFillTx/>
                <a:latin typeface="Tahoma"/>
              </a:rPr>
              <a:t>TESTING</a:t>
            </a:r>
            <a:endParaRPr lang="es-PY" sz="1200" b="0" u="none" strike="noStrike">
              <a:solidFill>
                <a:srgbClr val="000000"/>
              </a:solidFill>
              <a:effectLst/>
              <a:uFillTx/>
              <a:latin typeface="Arial"/>
            </a:endParaRPr>
          </a:p>
        </p:txBody>
      </p:sp>
      <p:sp>
        <p:nvSpPr>
          <p:cNvPr id="925" name="Freeform 15"/>
          <p:cNvSpPr/>
          <p:nvPr/>
        </p:nvSpPr>
        <p:spPr>
          <a:xfrm>
            <a:off x="2790360" y="2316960"/>
            <a:ext cx="1356840" cy="618840"/>
          </a:xfrm>
          <a:custGeom>
            <a:avLst/>
            <a:gdLst>
              <a:gd name="textAreaLeft" fmla="*/ 0 w 1356840"/>
              <a:gd name="textAreaRight" fmla="*/ 1357200 w 1356840"/>
              <a:gd name="textAreaTop" fmla="*/ 0 h 618840"/>
              <a:gd name="textAreaBottom" fmla="*/ 619200 h 618840"/>
              <a:gd name="GluePoint1X" fmla="*/ 49 w 0"/>
              <a:gd name="GluePoint1Y" fmla="*/ 390 h 0"/>
              <a:gd name="GluePoint2X" fmla="*/ 808 w 0"/>
              <a:gd name="GluePoint2Y" fmla="*/ 390 h 0"/>
              <a:gd name="GluePoint3X" fmla="*/ 825 w 0"/>
              <a:gd name="GluePoint3Y" fmla="*/ 386 h 0"/>
              <a:gd name="GluePoint4X" fmla="*/ 842 w 0"/>
              <a:gd name="GluePoint4Y" fmla="*/ 375 h 0"/>
              <a:gd name="GluePoint5X" fmla="*/ 853 w 0"/>
              <a:gd name="GluePoint5Y" fmla="*/ 360 h 0"/>
              <a:gd name="GluePoint6X" fmla="*/ 855 w 0"/>
              <a:gd name="GluePoint6Y" fmla="*/ 340 h 0"/>
              <a:gd name="GluePoint7X" fmla="*/ 855 w 0"/>
              <a:gd name="GluePoint7Y" fmla="*/ 47 h 0"/>
              <a:gd name="GluePoint8X" fmla="*/ 853 w 0"/>
              <a:gd name="GluePoint8Y" fmla="*/ 30 h 0"/>
              <a:gd name="GluePoint9X" fmla="*/ 842 w 0"/>
              <a:gd name="GluePoint9Y" fmla="*/ 13 h 0"/>
              <a:gd name="GluePoint10X" fmla="*/ 825 w 0"/>
              <a:gd name="GluePoint10Y" fmla="*/ 2 h 0"/>
              <a:gd name="GluePoint11X" fmla="*/ 808 w 0"/>
              <a:gd name="GluePoint11Y" fmla="*/ 0 h 0"/>
              <a:gd name="GluePoint12X" fmla="*/ 49 w 0"/>
              <a:gd name="GluePoint12Y" fmla="*/ 0 h 0"/>
              <a:gd name="GluePoint13X" fmla="*/ 30 w 0"/>
              <a:gd name="GluePoint13Y" fmla="*/ 2 h 0"/>
              <a:gd name="GluePoint14X" fmla="*/ 15 w 0"/>
              <a:gd name="GluePoint14Y" fmla="*/ 13 h 0"/>
              <a:gd name="GluePoint15X" fmla="*/ 4 w 0"/>
              <a:gd name="GluePoint15Y" fmla="*/ 30 h 0"/>
              <a:gd name="GluePoint16X" fmla="*/ 0 w 0"/>
              <a:gd name="GluePoint16Y" fmla="*/ 47 h 0"/>
              <a:gd name="GluePoint17X" fmla="*/ 0 w 0"/>
              <a:gd name="GluePoint17Y" fmla="*/ 340 h 0"/>
              <a:gd name="GluePoint18X" fmla="*/ 4 w 0"/>
              <a:gd name="GluePoint18Y" fmla="*/ 360 h 0"/>
              <a:gd name="GluePoint19X" fmla="*/ 15 w 0"/>
              <a:gd name="GluePoint19Y" fmla="*/ 375 h 0"/>
              <a:gd name="GluePoint20X" fmla="*/ 30 w 0"/>
              <a:gd name="GluePoint20Y" fmla="*/ 386 h 0"/>
              <a:gd name="GluePoint21X" fmla="*/ 49 w 0"/>
              <a:gd name="GluePoint21Y" fmla="*/ 390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855" h="390">
                <a:moveTo>
                  <a:pt x="49" y="390"/>
                </a:moveTo>
                <a:lnTo>
                  <a:pt x="808" y="390"/>
                </a:lnTo>
                <a:lnTo>
                  <a:pt x="825" y="386"/>
                </a:lnTo>
                <a:lnTo>
                  <a:pt x="842" y="375"/>
                </a:lnTo>
                <a:lnTo>
                  <a:pt x="853" y="360"/>
                </a:lnTo>
                <a:lnTo>
                  <a:pt x="855" y="340"/>
                </a:lnTo>
                <a:lnTo>
                  <a:pt x="855" y="47"/>
                </a:lnTo>
                <a:lnTo>
                  <a:pt x="853" y="30"/>
                </a:lnTo>
                <a:lnTo>
                  <a:pt x="842" y="13"/>
                </a:lnTo>
                <a:lnTo>
                  <a:pt x="825" y="2"/>
                </a:lnTo>
                <a:lnTo>
                  <a:pt x="808" y="0"/>
                </a:lnTo>
                <a:lnTo>
                  <a:pt x="49" y="0"/>
                </a:lnTo>
                <a:lnTo>
                  <a:pt x="30" y="2"/>
                </a:lnTo>
                <a:lnTo>
                  <a:pt x="15" y="13"/>
                </a:lnTo>
                <a:lnTo>
                  <a:pt x="4" y="30"/>
                </a:lnTo>
                <a:lnTo>
                  <a:pt x="0" y="47"/>
                </a:lnTo>
                <a:lnTo>
                  <a:pt x="0" y="340"/>
                </a:lnTo>
                <a:lnTo>
                  <a:pt x="4" y="360"/>
                </a:lnTo>
                <a:lnTo>
                  <a:pt x="15" y="375"/>
                </a:lnTo>
                <a:lnTo>
                  <a:pt x="30" y="386"/>
                </a:lnTo>
                <a:lnTo>
                  <a:pt x="49" y="390"/>
                </a:lnTo>
                <a:close/>
              </a:path>
            </a:pathLst>
          </a:custGeom>
          <a:solidFill>
            <a:srgbClr val="FFCC66"/>
          </a:solidFill>
          <a:ln w="12700">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26" name="Rectangle 16"/>
          <p:cNvSpPr/>
          <p:nvPr/>
        </p:nvSpPr>
        <p:spPr>
          <a:xfrm>
            <a:off x="3131640" y="2515680"/>
            <a:ext cx="679320" cy="18252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0" u="none" strike="noStrike">
                <a:solidFill>
                  <a:srgbClr val="000000"/>
                </a:solidFill>
                <a:effectLst/>
                <a:uFillTx/>
                <a:latin typeface="Tahoma"/>
              </a:rPr>
              <a:t>REVISIÓN</a:t>
            </a:r>
            <a:endParaRPr lang="es-PY" sz="1200" b="0" u="none" strike="noStrike">
              <a:solidFill>
                <a:srgbClr val="000000"/>
              </a:solidFill>
              <a:effectLst/>
              <a:uFillTx/>
              <a:latin typeface="Arial"/>
            </a:endParaRPr>
          </a:p>
        </p:txBody>
      </p:sp>
      <p:sp>
        <p:nvSpPr>
          <p:cNvPr id="927" name="Freeform 17"/>
          <p:cNvSpPr/>
          <p:nvPr/>
        </p:nvSpPr>
        <p:spPr>
          <a:xfrm>
            <a:off x="4600080" y="2316960"/>
            <a:ext cx="1355400" cy="618840"/>
          </a:xfrm>
          <a:custGeom>
            <a:avLst/>
            <a:gdLst>
              <a:gd name="textAreaLeft" fmla="*/ 0 w 1355400"/>
              <a:gd name="textAreaRight" fmla="*/ 1355760 w 1355400"/>
              <a:gd name="textAreaTop" fmla="*/ 0 h 618840"/>
              <a:gd name="textAreaBottom" fmla="*/ 619200 h 618840"/>
              <a:gd name="GluePoint1X" fmla="*/ 48 w 0"/>
              <a:gd name="GluePoint1Y" fmla="*/ 390 h 0"/>
              <a:gd name="GluePoint2X" fmla="*/ 808 w 0"/>
              <a:gd name="GluePoint2Y" fmla="*/ 390 h 0"/>
              <a:gd name="GluePoint3X" fmla="*/ 827 w 0"/>
              <a:gd name="GluePoint3Y" fmla="*/ 386 h 0"/>
              <a:gd name="GluePoint4X" fmla="*/ 842 w 0"/>
              <a:gd name="GluePoint4Y" fmla="*/ 375 h 0"/>
              <a:gd name="GluePoint5X" fmla="*/ 852 w 0"/>
              <a:gd name="GluePoint5Y" fmla="*/ 360 h 0"/>
              <a:gd name="GluePoint6X" fmla="*/ 854 w 0"/>
              <a:gd name="GluePoint6Y" fmla="*/ 340 h 0"/>
              <a:gd name="GluePoint7X" fmla="*/ 854 w 0"/>
              <a:gd name="GluePoint7Y" fmla="*/ 47 h 0"/>
              <a:gd name="GluePoint8X" fmla="*/ 852 w 0"/>
              <a:gd name="GluePoint8Y" fmla="*/ 30 h 0"/>
              <a:gd name="GluePoint9X" fmla="*/ 842 w 0"/>
              <a:gd name="GluePoint9Y" fmla="*/ 13 h 0"/>
              <a:gd name="GluePoint10X" fmla="*/ 827 w 0"/>
              <a:gd name="GluePoint10Y" fmla="*/ 2 h 0"/>
              <a:gd name="GluePoint11X" fmla="*/ 808 w 0"/>
              <a:gd name="GluePoint11Y" fmla="*/ 0 h 0"/>
              <a:gd name="GluePoint12X" fmla="*/ 48 w 0"/>
              <a:gd name="GluePoint12Y" fmla="*/ 0 h 0"/>
              <a:gd name="GluePoint13X" fmla="*/ 29 w 0"/>
              <a:gd name="GluePoint13Y" fmla="*/ 2 h 0"/>
              <a:gd name="GluePoint14X" fmla="*/ 14 w 0"/>
              <a:gd name="GluePoint14Y" fmla="*/ 13 h 0"/>
              <a:gd name="GluePoint15X" fmla="*/ 4 w 0"/>
              <a:gd name="GluePoint15Y" fmla="*/ 30 h 0"/>
              <a:gd name="GluePoint16X" fmla="*/ 0 w 0"/>
              <a:gd name="GluePoint16Y" fmla="*/ 47 h 0"/>
              <a:gd name="GluePoint17X" fmla="*/ 0 w 0"/>
              <a:gd name="GluePoint17Y" fmla="*/ 340 h 0"/>
              <a:gd name="GluePoint18X" fmla="*/ 4 w 0"/>
              <a:gd name="GluePoint18Y" fmla="*/ 360 h 0"/>
              <a:gd name="GluePoint19X" fmla="*/ 14 w 0"/>
              <a:gd name="GluePoint19Y" fmla="*/ 375 h 0"/>
              <a:gd name="GluePoint20X" fmla="*/ 29 w 0"/>
              <a:gd name="GluePoint20Y" fmla="*/ 386 h 0"/>
              <a:gd name="GluePoint21X" fmla="*/ 48 w 0"/>
              <a:gd name="GluePoint21Y" fmla="*/ 390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854" h="390">
                <a:moveTo>
                  <a:pt x="48" y="390"/>
                </a:moveTo>
                <a:lnTo>
                  <a:pt x="808" y="390"/>
                </a:lnTo>
                <a:lnTo>
                  <a:pt x="827" y="386"/>
                </a:lnTo>
                <a:lnTo>
                  <a:pt x="842" y="375"/>
                </a:lnTo>
                <a:lnTo>
                  <a:pt x="852" y="360"/>
                </a:lnTo>
                <a:lnTo>
                  <a:pt x="854" y="340"/>
                </a:lnTo>
                <a:lnTo>
                  <a:pt x="854" y="47"/>
                </a:lnTo>
                <a:lnTo>
                  <a:pt x="852" y="30"/>
                </a:lnTo>
                <a:lnTo>
                  <a:pt x="842" y="13"/>
                </a:lnTo>
                <a:lnTo>
                  <a:pt x="827" y="2"/>
                </a:lnTo>
                <a:lnTo>
                  <a:pt x="808" y="0"/>
                </a:lnTo>
                <a:lnTo>
                  <a:pt x="48" y="0"/>
                </a:lnTo>
                <a:lnTo>
                  <a:pt x="29" y="2"/>
                </a:lnTo>
                <a:lnTo>
                  <a:pt x="14" y="13"/>
                </a:lnTo>
                <a:lnTo>
                  <a:pt x="4" y="30"/>
                </a:lnTo>
                <a:lnTo>
                  <a:pt x="0" y="47"/>
                </a:lnTo>
                <a:lnTo>
                  <a:pt x="0" y="340"/>
                </a:lnTo>
                <a:lnTo>
                  <a:pt x="4" y="360"/>
                </a:lnTo>
                <a:lnTo>
                  <a:pt x="14" y="375"/>
                </a:lnTo>
                <a:lnTo>
                  <a:pt x="29" y="386"/>
                </a:lnTo>
                <a:lnTo>
                  <a:pt x="48" y="390"/>
                </a:lnTo>
                <a:close/>
              </a:path>
            </a:pathLst>
          </a:custGeom>
          <a:solidFill>
            <a:srgbClr val="FFCC66"/>
          </a:solidFill>
          <a:ln w="12700">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28" name="Rectangle 18"/>
          <p:cNvSpPr/>
          <p:nvPr/>
        </p:nvSpPr>
        <p:spPr>
          <a:xfrm>
            <a:off x="4941360" y="2515680"/>
            <a:ext cx="679320" cy="18252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0" u="none" strike="noStrike">
                <a:solidFill>
                  <a:srgbClr val="000000"/>
                </a:solidFill>
                <a:effectLst/>
                <a:uFillTx/>
                <a:latin typeface="Tahoma"/>
              </a:rPr>
              <a:t>REVISIÓN</a:t>
            </a:r>
            <a:endParaRPr lang="es-PY" sz="1200" b="0" u="none" strike="noStrike">
              <a:solidFill>
                <a:srgbClr val="000000"/>
              </a:solidFill>
              <a:effectLst/>
              <a:uFillTx/>
              <a:latin typeface="Arial"/>
            </a:endParaRPr>
          </a:p>
        </p:txBody>
      </p:sp>
      <p:sp>
        <p:nvSpPr>
          <p:cNvPr id="929" name="Freeform 19"/>
          <p:cNvSpPr/>
          <p:nvPr/>
        </p:nvSpPr>
        <p:spPr>
          <a:xfrm>
            <a:off x="6413040" y="2316960"/>
            <a:ext cx="1355400" cy="618840"/>
          </a:xfrm>
          <a:custGeom>
            <a:avLst/>
            <a:gdLst>
              <a:gd name="textAreaLeft" fmla="*/ 0 w 1355400"/>
              <a:gd name="textAreaRight" fmla="*/ 1355760 w 1355400"/>
              <a:gd name="textAreaTop" fmla="*/ 0 h 618840"/>
              <a:gd name="textAreaBottom" fmla="*/ 619200 h 618840"/>
              <a:gd name="GluePoint1X" fmla="*/ 46 w 0"/>
              <a:gd name="GluePoint1Y" fmla="*/ 390 h 0"/>
              <a:gd name="GluePoint2X" fmla="*/ 806 w 0"/>
              <a:gd name="GluePoint2Y" fmla="*/ 390 h 0"/>
              <a:gd name="GluePoint3X" fmla="*/ 825 w 0"/>
              <a:gd name="GluePoint3Y" fmla="*/ 386 h 0"/>
              <a:gd name="GluePoint4X" fmla="*/ 840 w 0"/>
              <a:gd name="GluePoint4Y" fmla="*/ 375 h 0"/>
              <a:gd name="GluePoint5X" fmla="*/ 850 w 0"/>
              <a:gd name="GluePoint5Y" fmla="*/ 360 h 0"/>
              <a:gd name="GluePoint6X" fmla="*/ 854 w 0"/>
              <a:gd name="GluePoint6Y" fmla="*/ 340 h 0"/>
              <a:gd name="GluePoint7X" fmla="*/ 854 w 0"/>
              <a:gd name="GluePoint7Y" fmla="*/ 47 h 0"/>
              <a:gd name="GluePoint8X" fmla="*/ 850 w 0"/>
              <a:gd name="GluePoint8Y" fmla="*/ 30 h 0"/>
              <a:gd name="GluePoint9X" fmla="*/ 840 w 0"/>
              <a:gd name="GluePoint9Y" fmla="*/ 13 h 0"/>
              <a:gd name="GluePoint10X" fmla="*/ 825 w 0"/>
              <a:gd name="GluePoint10Y" fmla="*/ 2 h 0"/>
              <a:gd name="GluePoint11X" fmla="*/ 806 w 0"/>
              <a:gd name="GluePoint11Y" fmla="*/ 0 h 0"/>
              <a:gd name="GluePoint12X" fmla="*/ 46 w 0"/>
              <a:gd name="GluePoint12Y" fmla="*/ 0 h 0"/>
              <a:gd name="GluePoint13X" fmla="*/ 27 w 0"/>
              <a:gd name="GluePoint13Y" fmla="*/ 2 h 0"/>
              <a:gd name="GluePoint14X" fmla="*/ 12 w 0"/>
              <a:gd name="GluePoint14Y" fmla="*/ 13 h 0"/>
              <a:gd name="GluePoint15X" fmla="*/ 2 w 0"/>
              <a:gd name="GluePoint15Y" fmla="*/ 30 h 0"/>
              <a:gd name="GluePoint16X" fmla="*/ 0 w 0"/>
              <a:gd name="GluePoint16Y" fmla="*/ 47 h 0"/>
              <a:gd name="GluePoint17X" fmla="*/ 0 w 0"/>
              <a:gd name="GluePoint17Y" fmla="*/ 340 h 0"/>
              <a:gd name="GluePoint18X" fmla="*/ 2 w 0"/>
              <a:gd name="GluePoint18Y" fmla="*/ 360 h 0"/>
              <a:gd name="GluePoint19X" fmla="*/ 12 w 0"/>
              <a:gd name="GluePoint19Y" fmla="*/ 375 h 0"/>
              <a:gd name="GluePoint20X" fmla="*/ 27 w 0"/>
              <a:gd name="GluePoint20Y" fmla="*/ 386 h 0"/>
              <a:gd name="GluePoint21X" fmla="*/ 46 w 0"/>
              <a:gd name="GluePoint21Y" fmla="*/ 390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854" h="390">
                <a:moveTo>
                  <a:pt x="46" y="390"/>
                </a:moveTo>
                <a:lnTo>
                  <a:pt x="806" y="390"/>
                </a:lnTo>
                <a:lnTo>
                  <a:pt x="825" y="386"/>
                </a:lnTo>
                <a:lnTo>
                  <a:pt x="840" y="375"/>
                </a:lnTo>
                <a:lnTo>
                  <a:pt x="850" y="360"/>
                </a:lnTo>
                <a:lnTo>
                  <a:pt x="854" y="340"/>
                </a:lnTo>
                <a:lnTo>
                  <a:pt x="854" y="47"/>
                </a:lnTo>
                <a:lnTo>
                  <a:pt x="850" y="30"/>
                </a:lnTo>
                <a:lnTo>
                  <a:pt x="840" y="13"/>
                </a:lnTo>
                <a:lnTo>
                  <a:pt x="825" y="2"/>
                </a:lnTo>
                <a:lnTo>
                  <a:pt x="806" y="0"/>
                </a:lnTo>
                <a:lnTo>
                  <a:pt x="46" y="0"/>
                </a:lnTo>
                <a:lnTo>
                  <a:pt x="27" y="2"/>
                </a:lnTo>
                <a:lnTo>
                  <a:pt x="12" y="13"/>
                </a:lnTo>
                <a:lnTo>
                  <a:pt x="2" y="30"/>
                </a:lnTo>
                <a:lnTo>
                  <a:pt x="0" y="47"/>
                </a:lnTo>
                <a:lnTo>
                  <a:pt x="0" y="340"/>
                </a:lnTo>
                <a:lnTo>
                  <a:pt x="2" y="360"/>
                </a:lnTo>
                <a:lnTo>
                  <a:pt x="12" y="375"/>
                </a:lnTo>
                <a:lnTo>
                  <a:pt x="27" y="386"/>
                </a:lnTo>
                <a:lnTo>
                  <a:pt x="46" y="390"/>
                </a:lnTo>
                <a:close/>
              </a:path>
            </a:pathLst>
          </a:custGeom>
          <a:solidFill>
            <a:srgbClr val="FFCC66"/>
          </a:solidFill>
          <a:ln w="12700">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30" name="Rectangle 20"/>
          <p:cNvSpPr/>
          <p:nvPr/>
        </p:nvSpPr>
        <p:spPr>
          <a:xfrm>
            <a:off x="6754320" y="2515680"/>
            <a:ext cx="679320" cy="18252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0" u="none" strike="noStrike">
                <a:solidFill>
                  <a:srgbClr val="000000"/>
                </a:solidFill>
                <a:effectLst/>
                <a:uFillTx/>
                <a:latin typeface="Tahoma"/>
              </a:rPr>
              <a:t>REVISIÓN</a:t>
            </a:r>
            <a:endParaRPr lang="es-PY" sz="1200" b="0" u="none" strike="noStrike">
              <a:solidFill>
                <a:srgbClr val="000000"/>
              </a:solidFill>
              <a:effectLst/>
              <a:uFillTx/>
              <a:latin typeface="Arial"/>
            </a:endParaRPr>
          </a:p>
        </p:txBody>
      </p:sp>
      <p:sp>
        <p:nvSpPr>
          <p:cNvPr id="931" name="Line 21"/>
          <p:cNvSpPr/>
          <p:nvPr/>
        </p:nvSpPr>
        <p:spPr>
          <a:xfrm>
            <a:off x="4147560" y="3866400"/>
            <a:ext cx="358560" cy="1440"/>
          </a:xfrm>
          <a:prstGeom prst="line">
            <a:avLst/>
          </a:prstGeom>
          <a:ln w="12700">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chemeClr val="lt1"/>
              </a:solidFill>
              <a:effectLst/>
              <a:uFillTx/>
              <a:latin typeface="Century Gothic"/>
            </a:endParaRPr>
          </a:p>
        </p:txBody>
      </p:sp>
      <p:sp>
        <p:nvSpPr>
          <p:cNvPr id="932" name="Freeform 22"/>
          <p:cNvSpPr/>
          <p:nvPr/>
        </p:nvSpPr>
        <p:spPr>
          <a:xfrm>
            <a:off x="4492080" y="3810960"/>
            <a:ext cx="107640" cy="110880"/>
          </a:xfrm>
          <a:custGeom>
            <a:avLst/>
            <a:gdLst>
              <a:gd name="textAreaLeft" fmla="*/ 0 w 107640"/>
              <a:gd name="textAreaRight" fmla="*/ 108000 w 107640"/>
              <a:gd name="textAreaTop" fmla="*/ 0 h 110880"/>
              <a:gd name="textAreaBottom" fmla="*/ 111240 h 110880"/>
              <a:gd name="GluePoint1X" fmla="*/ 0 w 0"/>
              <a:gd name="GluePoint1Y" fmla="*/ 0 h 0"/>
              <a:gd name="GluePoint2X" fmla="*/ 68 w 0"/>
              <a:gd name="GluePoint2Y" fmla="*/ 35 h 0"/>
              <a:gd name="GluePoint3X" fmla="*/ 0 w 0"/>
              <a:gd name="GluePoint3Y" fmla="*/ 70 h 0"/>
              <a:gd name="GluePoint4X" fmla="*/ 0 w 0"/>
              <a:gd name="GluePoint4Y" fmla="*/ 0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68" h="70">
                <a:moveTo>
                  <a:pt x="0" y="0"/>
                </a:moveTo>
                <a:lnTo>
                  <a:pt x="68" y="35"/>
                </a:lnTo>
                <a:lnTo>
                  <a:pt x="0" y="70"/>
                </a:lnTo>
                <a:lnTo>
                  <a:pt x="0" y="0"/>
                </a:lnTo>
                <a:close/>
              </a:path>
            </a:pathLst>
          </a:custGeom>
          <a:solidFill>
            <a:srgbClr val="000000"/>
          </a:solidFill>
          <a:ln w="9525">
            <a:noFill/>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33" name="Line 23"/>
          <p:cNvSpPr/>
          <p:nvPr/>
        </p:nvSpPr>
        <p:spPr>
          <a:xfrm flipH="1">
            <a:off x="6398640" y="2626560"/>
            <a:ext cx="14040" cy="1440"/>
          </a:xfrm>
          <a:prstGeom prst="line">
            <a:avLst/>
          </a:prstGeom>
          <a:ln w="12700">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chemeClr val="lt1"/>
              </a:solidFill>
              <a:effectLst/>
              <a:uFillTx/>
              <a:latin typeface="Century Gothic"/>
            </a:endParaRPr>
          </a:p>
        </p:txBody>
      </p:sp>
      <p:sp>
        <p:nvSpPr>
          <p:cNvPr id="934" name="Line 24"/>
          <p:cNvSpPr/>
          <p:nvPr/>
        </p:nvSpPr>
        <p:spPr>
          <a:xfrm flipH="1">
            <a:off x="6325560" y="2626560"/>
            <a:ext cx="12600" cy="1440"/>
          </a:xfrm>
          <a:prstGeom prst="line">
            <a:avLst/>
          </a:prstGeom>
          <a:ln w="12700">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chemeClr val="lt1"/>
              </a:solidFill>
              <a:effectLst/>
              <a:uFillTx/>
              <a:latin typeface="Century Gothic"/>
            </a:endParaRPr>
          </a:p>
        </p:txBody>
      </p:sp>
      <p:sp>
        <p:nvSpPr>
          <p:cNvPr id="935" name="Line 25"/>
          <p:cNvSpPr/>
          <p:nvPr/>
        </p:nvSpPr>
        <p:spPr>
          <a:xfrm flipH="1">
            <a:off x="6251040" y="2626560"/>
            <a:ext cx="14040" cy="1440"/>
          </a:xfrm>
          <a:prstGeom prst="line">
            <a:avLst/>
          </a:prstGeom>
          <a:ln w="12700">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chemeClr val="lt1"/>
              </a:solidFill>
              <a:effectLst/>
              <a:uFillTx/>
              <a:latin typeface="Century Gothic"/>
            </a:endParaRPr>
          </a:p>
        </p:txBody>
      </p:sp>
      <p:sp>
        <p:nvSpPr>
          <p:cNvPr id="936" name="Line 26"/>
          <p:cNvSpPr/>
          <p:nvPr/>
        </p:nvSpPr>
        <p:spPr>
          <a:xfrm flipH="1">
            <a:off x="6177960" y="2626560"/>
            <a:ext cx="12600" cy="1440"/>
          </a:xfrm>
          <a:prstGeom prst="line">
            <a:avLst/>
          </a:prstGeom>
          <a:ln w="12700">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chemeClr val="lt1"/>
              </a:solidFill>
              <a:effectLst/>
              <a:uFillTx/>
              <a:latin typeface="Century Gothic"/>
            </a:endParaRPr>
          </a:p>
        </p:txBody>
      </p:sp>
      <p:sp>
        <p:nvSpPr>
          <p:cNvPr id="937" name="Line 27"/>
          <p:cNvSpPr/>
          <p:nvPr/>
        </p:nvSpPr>
        <p:spPr>
          <a:xfrm flipH="1">
            <a:off x="6103080" y="2626560"/>
            <a:ext cx="14400" cy="1440"/>
          </a:xfrm>
          <a:prstGeom prst="line">
            <a:avLst/>
          </a:prstGeom>
          <a:ln w="12700">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chemeClr val="lt1"/>
              </a:solidFill>
              <a:effectLst/>
              <a:uFillTx/>
              <a:latin typeface="Century Gothic"/>
            </a:endParaRPr>
          </a:p>
        </p:txBody>
      </p:sp>
      <p:sp>
        <p:nvSpPr>
          <p:cNvPr id="938" name="Freeform 28"/>
          <p:cNvSpPr/>
          <p:nvPr/>
        </p:nvSpPr>
        <p:spPr>
          <a:xfrm>
            <a:off x="5955840" y="2571120"/>
            <a:ext cx="110880" cy="110880"/>
          </a:xfrm>
          <a:custGeom>
            <a:avLst/>
            <a:gdLst>
              <a:gd name="textAreaLeft" fmla="*/ 0 w 110880"/>
              <a:gd name="textAreaRight" fmla="*/ 111240 w 110880"/>
              <a:gd name="textAreaTop" fmla="*/ 0 h 110880"/>
              <a:gd name="textAreaBottom" fmla="*/ 111240 h 110880"/>
              <a:gd name="GluePoint1X" fmla="*/ 70 w 0"/>
              <a:gd name="GluePoint1Y" fmla="*/ 70 h 0"/>
              <a:gd name="GluePoint2X" fmla="*/ 0 w 0"/>
              <a:gd name="GluePoint2Y" fmla="*/ 35 h 0"/>
              <a:gd name="GluePoint3X" fmla="*/ 70 w 0"/>
              <a:gd name="GluePoint3Y" fmla="*/ 0 h 0"/>
              <a:gd name="GluePoint4X" fmla="*/ 70 w 0"/>
              <a:gd name="GluePoint4Y" fmla="*/ 70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70" h="70">
                <a:moveTo>
                  <a:pt x="70" y="70"/>
                </a:moveTo>
                <a:lnTo>
                  <a:pt x="0" y="35"/>
                </a:lnTo>
                <a:lnTo>
                  <a:pt x="70" y="0"/>
                </a:lnTo>
                <a:lnTo>
                  <a:pt x="70" y="70"/>
                </a:lnTo>
                <a:close/>
              </a:path>
            </a:pathLst>
          </a:custGeom>
          <a:solidFill>
            <a:srgbClr val="000000"/>
          </a:solidFill>
          <a:ln w="9525">
            <a:noFill/>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39" name="Line 29"/>
          <p:cNvSpPr/>
          <p:nvPr/>
        </p:nvSpPr>
        <p:spPr>
          <a:xfrm>
            <a:off x="8898840" y="4176000"/>
            <a:ext cx="1440" cy="368280"/>
          </a:xfrm>
          <a:prstGeom prst="line">
            <a:avLst/>
          </a:prstGeom>
          <a:ln w="12700">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40" name="Freeform 30"/>
          <p:cNvSpPr/>
          <p:nvPr/>
        </p:nvSpPr>
        <p:spPr>
          <a:xfrm>
            <a:off x="8845200" y="4527000"/>
            <a:ext cx="105840" cy="114120"/>
          </a:xfrm>
          <a:custGeom>
            <a:avLst/>
            <a:gdLst>
              <a:gd name="textAreaLeft" fmla="*/ 0 w 105840"/>
              <a:gd name="textAreaRight" fmla="*/ 106200 w 105840"/>
              <a:gd name="textAreaTop" fmla="*/ 0 h 114120"/>
              <a:gd name="textAreaBottom" fmla="*/ 114480 h 114120"/>
              <a:gd name="GluePoint1X" fmla="*/ 67 w 0"/>
              <a:gd name="GluePoint1Y" fmla="*/ 0 h 0"/>
              <a:gd name="GluePoint2X" fmla="*/ 34 w 0"/>
              <a:gd name="GluePoint2Y" fmla="*/ 72 h 0"/>
              <a:gd name="GluePoint3X" fmla="*/ 0 w 0"/>
              <a:gd name="GluePoint3Y" fmla="*/ 0 h 0"/>
              <a:gd name="GluePoint4X" fmla="*/ 67 w 0"/>
              <a:gd name="GluePoint4Y" fmla="*/ 0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67" h="72">
                <a:moveTo>
                  <a:pt x="67" y="0"/>
                </a:moveTo>
                <a:lnTo>
                  <a:pt x="34" y="72"/>
                </a:lnTo>
                <a:lnTo>
                  <a:pt x="0" y="0"/>
                </a:lnTo>
                <a:lnTo>
                  <a:pt x="67" y="0"/>
                </a:lnTo>
                <a:close/>
              </a:path>
            </a:pathLst>
          </a:custGeom>
          <a:solidFill>
            <a:srgbClr val="000000"/>
          </a:solidFill>
          <a:ln w="9525">
            <a:noFill/>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41" name="Line 31"/>
          <p:cNvSpPr/>
          <p:nvPr/>
        </p:nvSpPr>
        <p:spPr>
          <a:xfrm flipV="1">
            <a:off x="3469680" y="4272840"/>
            <a:ext cx="1440" cy="368280"/>
          </a:xfrm>
          <a:prstGeom prst="line">
            <a:avLst/>
          </a:prstGeom>
          <a:ln w="12700">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42" name="Freeform 32"/>
          <p:cNvSpPr/>
          <p:nvPr/>
        </p:nvSpPr>
        <p:spPr>
          <a:xfrm>
            <a:off x="3417480" y="4176000"/>
            <a:ext cx="105840" cy="110880"/>
          </a:xfrm>
          <a:custGeom>
            <a:avLst/>
            <a:gdLst>
              <a:gd name="textAreaLeft" fmla="*/ 0 w 105840"/>
              <a:gd name="textAreaRight" fmla="*/ 106200 w 105840"/>
              <a:gd name="textAreaTop" fmla="*/ 0 h 110880"/>
              <a:gd name="textAreaBottom" fmla="*/ 111240 h 110880"/>
              <a:gd name="GluePoint1X" fmla="*/ 0 w 0"/>
              <a:gd name="GluePoint1Y" fmla="*/ 70 h 0"/>
              <a:gd name="GluePoint2X" fmla="*/ 33 w 0"/>
              <a:gd name="GluePoint2Y" fmla="*/ 0 h 0"/>
              <a:gd name="GluePoint3X" fmla="*/ 67 w 0"/>
              <a:gd name="GluePoint3Y" fmla="*/ 70 h 0"/>
              <a:gd name="GluePoint4X" fmla="*/ 0 w 0"/>
              <a:gd name="GluePoint4Y" fmla="*/ 70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67" h="70">
                <a:moveTo>
                  <a:pt x="0" y="70"/>
                </a:moveTo>
                <a:lnTo>
                  <a:pt x="33" y="0"/>
                </a:lnTo>
                <a:lnTo>
                  <a:pt x="67" y="70"/>
                </a:lnTo>
                <a:lnTo>
                  <a:pt x="0" y="70"/>
                </a:lnTo>
                <a:close/>
              </a:path>
            </a:pathLst>
          </a:custGeom>
          <a:solidFill>
            <a:srgbClr val="000000"/>
          </a:solidFill>
          <a:ln w="9525">
            <a:noFill/>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43" name="Line 33"/>
          <p:cNvSpPr/>
          <p:nvPr/>
        </p:nvSpPr>
        <p:spPr>
          <a:xfrm>
            <a:off x="5955480" y="3866400"/>
            <a:ext cx="358920" cy="1440"/>
          </a:xfrm>
          <a:prstGeom prst="line">
            <a:avLst/>
          </a:prstGeom>
          <a:ln w="12700">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chemeClr val="lt1"/>
              </a:solidFill>
              <a:effectLst/>
              <a:uFillTx/>
              <a:latin typeface="Century Gothic"/>
            </a:endParaRPr>
          </a:p>
        </p:txBody>
      </p:sp>
      <p:sp>
        <p:nvSpPr>
          <p:cNvPr id="944" name="Freeform 34"/>
          <p:cNvSpPr/>
          <p:nvPr/>
        </p:nvSpPr>
        <p:spPr>
          <a:xfrm>
            <a:off x="6301800" y="3810960"/>
            <a:ext cx="110880" cy="110880"/>
          </a:xfrm>
          <a:custGeom>
            <a:avLst/>
            <a:gdLst>
              <a:gd name="textAreaLeft" fmla="*/ 0 w 110880"/>
              <a:gd name="textAreaRight" fmla="*/ 111240 w 110880"/>
              <a:gd name="textAreaTop" fmla="*/ 0 h 110880"/>
              <a:gd name="textAreaBottom" fmla="*/ 111240 h 110880"/>
              <a:gd name="GluePoint1X" fmla="*/ 0 w 0"/>
              <a:gd name="GluePoint1Y" fmla="*/ 0 h 0"/>
              <a:gd name="GluePoint2X" fmla="*/ 70 w 0"/>
              <a:gd name="GluePoint2Y" fmla="*/ 35 h 0"/>
              <a:gd name="GluePoint3X" fmla="*/ 0 w 0"/>
              <a:gd name="GluePoint3Y" fmla="*/ 70 h 0"/>
              <a:gd name="GluePoint4X" fmla="*/ 0 w 0"/>
              <a:gd name="GluePoint4Y" fmla="*/ 0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70" h="70">
                <a:moveTo>
                  <a:pt x="0" y="0"/>
                </a:moveTo>
                <a:lnTo>
                  <a:pt x="70" y="35"/>
                </a:lnTo>
                <a:lnTo>
                  <a:pt x="0" y="70"/>
                </a:lnTo>
                <a:lnTo>
                  <a:pt x="0" y="0"/>
                </a:lnTo>
                <a:close/>
              </a:path>
            </a:pathLst>
          </a:custGeom>
          <a:solidFill>
            <a:srgbClr val="000000"/>
          </a:solidFill>
          <a:ln w="9525">
            <a:noFill/>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45" name="Line 35"/>
          <p:cNvSpPr/>
          <p:nvPr/>
        </p:nvSpPr>
        <p:spPr>
          <a:xfrm>
            <a:off x="7768440" y="3866400"/>
            <a:ext cx="355680" cy="1440"/>
          </a:xfrm>
          <a:prstGeom prst="line">
            <a:avLst/>
          </a:prstGeom>
          <a:ln w="12700">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chemeClr val="lt1"/>
              </a:solidFill>
              <a:effectLst/>
              <a:uFillTx/>
              <a:latin typeface="Century Gothic"/>
            </a:endParaRPr>
          </a:p>
        </p:txBody>
      </p:sp>
      <p:sp>
        <p:nvSpPr>
          <p:cNvPr id="946" name="Freeform 36"/>
          <p:cNvSpPr/>
          <p:nvPr/>
        </p:nvSpPr>
        <p:spPr>
          <a:xfrm>
            <a:off x="8111520" y="3810960"/>
            <a:ext cx="109080" cy="110880"/>
          </a:xfrm>
          <a:custGeom>
            <a:avLst/>
            <a:gdLst>
              <a:gd name="textAreaLeft" fmla="*/ 0 w 109080"/>
              <a:gd name="textAreaRight" fmla="*/ 109440 w 109080"/>
              <a:gd name="textAreaTop" fmla="*/ 0 h 110880"/>
              <a:gd name="textAreaBottom" fmla="*/ 111240 h 110880"/>
              <a:gd name="GluePoint1X" fmla="*/ 0 w 0"/>
              <a:gd name="GluePoint1Y" fmla="*/ 0 h 0"/>
              <a:gd name="GluePoint2X" fmla="*/ 69 w 0"/>
              <a:gd name="GluePoint2Y" fmla="*/ 35 h 0"/>
              <a:gd name="GluePoint3X" fmla="*/ 0 w 0"/>
              <a:gd name="GluePoint3Y" fmla="*/ 70 h 0"/>
              <a:gd name="GluePoint4X" fmla="*/ 0 w 0"/>
              <a:gd name="GluePoint4Y" fmla="*/ 0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69" h="70">
                <a:moveTo>
                  <a:pt x="0" y="0"/>
                </a:moveTo>
                <a:lnTo>
                  <a:pt x="69" y="35"/>
                </a:lnTo>
                <a:lnTo>
                  <a:pt x="0" y="70"/>
                </a:lnTo>
                <a:lnTo>
                  <a:pt x="0" y="0"/>
                </a:lnTo>
                <a:close/>
              </a:path>
            </a:pathLst>
          </a:custGeom>
          <a:solidFill>
            <a:srgbClr val="000000"/>
          </a:solidFill>
          <a:ln w="9525">
            <a:noFill/>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47" name="Line 37"/>
          <p:cNvSpPr/>
          <p:nvPr/>
        </p:nvSpPr>
        <p:spPr>
          <a:xfrm flipH="1">
            <a:off x="4585680" y="2626560"/>
            <a:ext cx="14040" cy="1440"/>
          </a:xfrm>
          <a:prstGeom prst="line">
            <a:avLst/>
          </a:prstGeom>
          <a:ln w="12700">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chemeClr val="lt1"/>
              </a:solidFill>
              <a:effectLst/>
              <a:uFillTx/>
              <a:latin typeface="Century Gothic"/>
            </a:endParaRPr>
          </a:p>
        </p:txBody>
      </p:sp>
      <p:sp>
        <p:nvSpPr>
          <p:cNvPr id="948" name="Line 38"/>
          <p:cNvSpPr/>
          <p:nvPr/>
        </p:nvSpPr>
        <p:spPr>
          <a:xfrm flipH="1">
            <a:off x="4512600" y="2626560"/>
            <a:ext cx="12600" cy="1440"/>
          </a:xfrm>
          <a:prstGeom prst="line">
            <a:avLst/>
          </a:prstGeom>
          <a:ln w="12700">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chemeClr val="lt1"/>
              </a:solidFill>
              <a:effectLst/>
              <a:uFillTx/>
              <a:latin typeface="Century Gothic"/>
            </a:endParaRPr>
          </a:p>
        </p:txBody>
      </p:sp>
      <p:sp>
        <p:nvSpPr>
          <p:cNvPr id="949" name="Line 39"/>
          <p:cNvSpPr/>
          <p:nvPr/>
        </p:nvSpPr>
        <p:spPr>
          <a:xfrm flipH="1">
            <a:off x="4438080" y="2626560"/>
            <a:ext cx="14040" cy="1440"/>
          </a:xfrm>
          <a:prstGeom prst="line">
            <a:avLst/>
          </a:prstGeom>
          <a:ln w="12700">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chemeClr val="lt1"/>
              </a:solidFill>
              <a:effectLst/>
              <a:uFillTx/>
              <a:latin typeface="Century Gothic"/>
            </a:endParaRPr>
          </a:p>
        </p:txBody>
      </p:sp>
      <p:sp>
        <p:nvSpPr>
          <p:cNvPr id="950" name="Line 40"/>
          <p:cNvSpPr/>
          <p:nvPr/>
        </p:nvSpPr>
        <p:spPr>
          <a:xfrm flipH="1">
            <a:off x="4365000" y="2626560"/>
            <a:ext cx="12600" cy="1440"/>
          </a:xfrm>
          <a:prstGeom prst="line">
            <a:avLst/>
          </a:prstGeom>
          <a:ln w="12700">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chemeClr val="lt1"/>
              </a:solidFill>
              <a:effectLst/>
              <a:uFillTx/>
              <a:latin typeface="Century Gothic"/>
            </a:endParaRPr>
          </a:p>
        </p:txBody>
      </p:sp>
      <p:sp>
        <p:nvSpPr>
          <p:cNvPr id="951" name="Line 41"/>
          <p:cNvSpPr/>
          <p:nvPr/>
        </p:nvSpPr>
        <p:spPr>
          <a:xfrm flipH="1">
            <a:off x="4291920" y="2626560"/>
            <a:ext cx="12600" cy="1440"/>
          </a:xfrm>
          <a:prstGeom prst="line">
            <a:avLst/>
          </a:prstGeom>
          <a:ln w="12700">
            <a:solidFill>
              <a:srgbClr val="000000"/>
            </a:solidFill>
            <a:round/>
          </a:ln>
        </p:spPr>
        <p:style>
          <a:lnRef idx="0"/>
          <a:fillRef idx="0"/>
          <a:effectRef idx="0"/>
          <a:fontRef idx="minor"/>
        </p:style>
        <p:txBody>
          <a:bodyPr lIns="90000" tIns="-43560" rIns="90000" bIns="-43560" anchor="t">
            <a:noAutofit/>
          </a:bodyPr>
          <a:p>
            <a:endParaRPr lang="es-ES" sz="1800" b="0" u="none" strike="noStrike">
              <a:solidFill>
                <a:schemeClr val="lt1"/>
              </a:solidFill>
              <a:effectLst/>
              <a:uFillTx/>
              <a:latin typeface="Century Gothic"/>
            </a:endParaRPr>
          </a:p>
        </p:txBody>
      </p:sp>
      <p:sp>
        <p:nvSpPr>
          <p:cNvPr id="952" name="Freeform 42"/>
          <p:cNvSpPr/>
          <p:nvPr/>
        </p:nvSpPr>
        <p:spPr>
          <a:xfrm>
            <a:off x="4147560" y="2571120"/>
            <a:ext cx="109080" cy="110880"/>
          </a:xfrm>
          <a:custGeom>
            <a:avLst/>
            <a:gdLst>
              <a:gd name="textAreaLeft" fmla="*/ 0 w 109080"/>
              <a:gd name="textAreaRight" fmla="*/ 109440 w 109080"/>
              <a:gd name="textAreaTop" fmla="*/ 0 h 110880"/>
              <a:gd name="textAreaBottom" fmla="*/ 111240 h 110880"/>
              <a:gd name="GluePoint1X" fmla="*/ 69 w 0"/>
              <a:gd name="GluePoint1Y" fmla="*/ 70 h 0"/>
              <a:gd name="GluePoint2X" fmla="*/ 0 w 0"/>
              <a:gd name="GluePoint2Y" fmla="*/ 35 h 0"/>
              <a:gd name="GluePoint3X" fmla="*/ 69 w 0"/>
              <a:gd name="GluePoint3Y" fmla="*/ 0 h 0"/>
              <a:gd name="GluePoint4X" fmla="*/ 69 w 0"/>
              <a:gd name="GluePoint4Y" fmla="*/ 70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69" h="70">
                <a:moveTo>
                  <a:pt x="69" y="70"/>
                </a:moveTo>
                <a:lnTo>
                  <a:pt x="0" y="35"/>
                </a:lnTo>
                <a:lnTo>
                  <a:pt x="69" y="0"/>
                </a:lnTo>
                <a:lnTo>
                  <a:pt x="69" y="70"/>
                </a:lnTo>
                <a:close/>
              </a:path>
            </a:pathLst>
          </a:custGeom>
          <a:solidFill>
            <a:srgbClr val="000000"/>
          </a:solidFill>
          <a:ln w="9525">
            <a:noFill/>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53" name="Rectangle 43"/>
          <p:cNvSpPr/>
          <p:nvPr/>
        </p:nvSpPr>
        <p:spPr>
          <a:xfrm>
            <a:off x="2860200" y="4703040"/>
            <a:ext cx="1274400" cy="16776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100" b="1" u="none" strike="noStrike">
                <a:solidFill>
                  <a:srgbClr val="000000"/>
                </a:solidFill>
                <a:effectLst/>
                <a:uFillTx/>
                <a:latin typeface="Century Gothic"/>
              </a:rPr>
              <a:t>REQUERIMIENTOS</a:t>
            </a:r>
            <a:endParaRPr lang="es-PY" sz="1100" b="0" u="none" strike="noStrike">
              <a:solidFill>
                <a:srgbClr val="000000"/>
              </a:solidFill>
              <a:effectLst/>
              <a:uFillTx/>
              <a:latin typeface="Arial"/>
            </a:endParaRPr>
          </a:p>
        </p:txBody>
      </p:sp>
      <p:sp>
        <p:nvSpPr>
          <p:cNvPr id="954" name="Rectangle 44"/>
          <p:cNvSpPr/>
          <p:nvPr/>
        </p:nvSpPr>
        <p:spPr>
          <a:xfrm>
            <a:off x="3025440" y="4869720"/>
            <a:ext cx="941040" cy="16776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100" b="1" u="none" strike="noStrike">
                <a:solidFill>
                  <a:srgbClr val="000000"/>
                </a:solidFill>
                <a:effectLst/>
                <a:uFillTx/>
                <a:latin typeface="Century Gothic"/>
              </a:rPr>
              <a:t>DEL SISTEMA</a:t>
            </a:r>
            <a:endParaRPr lang="es-PY" sz="1100" b="0" u="none" strike="noStrike">
              <a:solidFill>
                <a:srgbClr val="000000"/>
              </a:solidFill>
              <a:effectLst/>
              <a:uFillTx/>
              <a:latin typeface="Arial"/>
            </a:endParaRPr>
          </a:p>
        </p:txBody>
      </p:sp>
      <p:sp>
        <p:nvSpPr>
          <p:cNvPr id="955" name="Rectangle 45"/>
          <p:cNvSpPr/>
          <p:nvPr/>
        </p:nvSpPr>
        <p:spPr>
          <a:xfrm>
            <a:off x="8643600" y="4703040"/>
            <a:ext cx="622080" cy="16776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100" b="1" u="none" strike="noStrike">
                <a:solidFill>
                  <a:srgbClr val="000000"/>
                </a:solidFill>
                <a:effectLst/>
                <a:uFillTx/>
                <a:latin typeface="Century Gothic"/>
              </a:rPr>
              <a:t>SISTEMA</a:t>
            </a:r>
            <a:endParaRPr lang="es-PY" sz="1100" b="0" u="none" strike="noStrike">
              <a:solidFill>
                <a:srgbClr val="000000"/>
              </a:solidFill>
              <a:effectLst/>
              <a:uFillTx/>
              <a:latin typeface="Arial"/>
            </a:endParaRPr>
          </a:p>
        </p:txBody>
      </p:sp>
      <p:sp>
        <p:nvSpPr>
          <p:cNvPr id="956" name="Rectangle 46"/>
          <p:cNvSpPr/>
          <p:nvPr/>
        </p:nvSpPr>
        <p:spPr>
          <a:xfrm>
            <a:off x="8510040" y="4869720"/>
            <a:ext cx="894960" cy="16776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100" b="1" u="none" strike="noStrike">
                <a:solidFill>
                  <a:srgbClr val="000000"/>
                </a:solidFill>
                <a:effectLst/>
                <a:uFillTx/>
                <a:latin typeface="Century Gothic"/>
              </a:rPr>
              <a:t>ENTREGADO</a:t>
            </a:r>
            <a:endParaRPr lang="es-PY" sz="1100" b="0" u="none" strike="noStrike">
              <a:solidFill>
                <a:srgbClr val="000000"/>
              </a:solidFill>
              <a:effectLst/>
              <a:uFillTx/>
              <a:latin typeface="Arial"/>
            </a:endParaRPr>
          </a:p>
        </p:txBody>
      </p:sp>
      <p:sp>
        <p:nvSpPr>
          <p:cNvPr id="957" name="Line 47"/>
          <p:cNvSpPr/>
          <p:nvPr/>
        </p:nvSpPr>
        <p:spPr>
          <a:xfrm>
            <a:off x="3242520" y="2936160"/>
            <a:ext cx="1800" cy="520560"/>
          </a:xfrm>
          <a:prstGeom prst="line">
            <a:avLst/>
          </a:prstGeom>
          <a:ln w="12700">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58" name="Freeform 48"/>
          <p:cNvSpPr/>
          <p:nvPr/>
        </p:nvSpPr>
        <p:spPr>
          <a:xfrm>
            <a:off x="3188880" y="3442680"/>
            <a:ext cx="107640" cy="114120"/>
          </a:xfrm>
          <a:custGeom>
            <a:avLst/>
            <a:gdLst>
              <a:gd name="textAreaLeft" fmla="*/ 0 w 107640"/>
              <a:gd name="textAreaRight" fmla="*/ 108000 w 107640"/>
              <a:gd name="textAreaTop" fmla="*/ 0 h 114120"/>
              <a:gd name="textAreaBottom" fmla="*/ 114480 h 114120"/>
              <a:gd name="GluePoint1X" fmla="*/ 68 w 0"/>
              <a:gd name="GluePoint1Y" fmla="*/ 0 h 0"/>
              <a:gd name="GluePoint2X" fmla="*/ 34 w 0"/>
              <a:gd name="GluePoint2Y" fmla="*/ 72 h 0"/>
              <a:gd name="GluePoint3X" fmla="*/ 0 w 0"/>
              <a:gd name="GluePoint3Y" fmla="*/ 0 h 0"/>
              <a:gd name="GluePoint4X" fmla="*/ 68 w 0"/>
              <a:gd name="GluePoint4Y" fmla="*/ 0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68" h="72">
                <a:moveTo>
                  <a:pt x="68" y="0"/>
                </a:moveTo>
                <a:lnTo>
                  <a:pt x="34" y="72"/>
                </a:lnTo>
                <a:lnTo>
                  <a:pt x="0" y="0"/>
                </a:lnTo>
                <a:lnTo>
                  <a:pt x="68" y="0"/>
                </a:lnTo>
                <a:close/>
              </a:path>
            </a:pathLst>
          </a:custGeom>
          <a:solidFill>
            <a:srgbClr val="000000"/>
          </a:solidFill>
          <a:ln w="9525">
            <a:noFill/>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59" name="Line 49"/>
          <p:cNvSpPr/>
          <p:nvPr/>
        </p:nvSpPr>
        <p:spPr>
          <a:xfrm flipV="1">
            <a:off x="5504760" y="3033000"/>
            <a:ext cx="1440" cy="523800"/>
          </a:xfrm>
          <a:prstGeom prst="line">
            <a:avLst/>
          </a:prstGeom>
          <a:ln w="12700">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60" name="Freeform 50"/>
          <p:cNvSpPr/>
          <p:nvPr/>
        </p:nvSpPr>
        <p:spPr>
          <a:xfrm>
            <a:off x="5451120" y="2936160"/>
            <a:ext cx="109080" cy="110880"/>
          </a:xfrm>
          <a:custGeom>
            <a:avLst/>
            <a:gdLst>
              <a:gd name="textAreaLeft" fmla="*/ 0 w 109080"/>
              <a:gd name="textAreaRight" fmla="*/ 109440 w 109080"/>
              <a:gd name="textAreaTop" fmla="*/ 0 h 110880"/>
              <a:gd name="textAreaBottom" fmla="*/ 111240 h 110880"/>
              <a:gd name="GluePoint1X" fmla="*/ 0 w 0"/>
              <a:gd name="GluePoint1Y" fmla="*/ 70 h 0"/>
              <a:gd name="GluePoint2X" fmla="*/ 34 w 0"/>
              <a:gd name="GluePoint2Y" fmla="*/ 0 h 0"/>
              <a:gd name="GluePoint3X" fmla="*/ 69 w 0"/>
              <a:gd name="GluePoint3Y" fmla="*/ 70 h 0"/>
              <a:gd name="GluePoint4X" fmla="*/ 0 w 0"/>
              <a:gd name="GluePoint4Y" fmla="*/ 70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69" h="70">
                <a:moveTo>
                  <a:pt x="0" y="70"/>
                </a:moveTo>
                <a:lnTo>
                  <a:pt x="34" y="0"/>
                </a:lnTo>
                <a:lnTo>
                  <a:pt x="69" y="70"/>
                </a:lnTo>
                <a:lnTo>
                  <a:pt x="0" y="70"/>
                </a:lnTo>
                <a:close/>
              </a:path>
            </a:pathLst>
          </a:custGeom>
          <a:solidFill>
            <a:srgbClr val="000000"/>
          </a:solidFill>
          <a:ln w="9525">
            <a:noFill/>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61" name="Line 51"/>
          <p:cNvSpPr/>
          <p:nvPr/>
        </p:nvSpPr>
        <p:spPr>
          <a:xfrm flipV="1">
            <a:off x="7315920" y="3033000"/>
            <a:ext cx="1800" cy="523800"/>
          </a:xfrm>
          <a:prstGeom prst="line">
            <a:avLst/>
          </a:prstGeom>
          <a:ln w="12700">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62" name="Freeform 52"/>
          <p:cNvSpPr/>
          <p:nvPr/>
        </p:nvSpPr>
        <p:spPr>
          <a:xfrm>
            <a:off x="7259040" y="2936160"/>
            <a:ext cx="110880" cy="110880"/>
          </a:xfrm>
          <a:custGeom>
            <a:avLst/>
            <a:gdLst>
              <a:gd name="textAreaLeft" fmla="*/ 0 w 110880"/>
              <a:gd name="textAreaRight" fmla="*/ 111240 w 110880"/>
              <a:gd name="textAreaTop" fmla="*/ 0 h 110880"/>
              <a:gd name="textAreaBottom" fmla="*/ 111240 h 110880"/>
              <a:gd name="GluePoint1X" fmla="*/ 0 w 0"/>
              <a:gd name="GluePoint1Y" fmla="*/ 70 h 0"/>
              <a:gd name="GluePoint2X" fmla="*/ 36 w 0"/>
              <a:gd name="GluePoint2Y" fmla="*/ 0 h 0"/>
              <a:gd name="GluePoint3X" fmla="*/ 70 w 0"/>
              <a:gd name="GluePoint3Y" fmla="*/ 70 h 0"/>
              <a:gd name="GluePoint4X" fmla="*/ 0 w 0"/>
              <a:gd name="GluePoint4Y" fmla="*/ 70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70" h="70">
                <a:moveTo>
                  <a:pt x="0" y="70"/>
                </a:moveTo>
                <a:lnTo>
                  <a:pt x="36" y="0"/>
                </a:lnTo>
                <a:lnTo>
                  <a:pt x="70" y="70"/>
                </a:lnTo>
                <a:lnTo>
                  <a:pt x="0" y="70"/>
                </a:lnTo>
                <a:close/>
              </a:path>
            </a:pathLst>
          </a:custGeom>
          <a:solidFill>
            <a:srgbClr val="000000"/>
          </a:solidFill>
          <a:ln w="9525">
            <a:noFill/>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63" name="Line 53"/>
          <p:cNvSpPr/>
          <p:nvPr/>
        </p:nvSpPr>
        <p:spPr>
          <a:xfrm flipV="1">
            <a:off x="3695040" y="3033000"/>
            <a:ext cx="1440" cy="523800"/>
          </a:xfrm>
          <a:prstGeom prst="line">
            <a:avLst/>
          </a:prstGeom>
          <a:ln w="12700">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64" name="Freeform 54"/>
          <p:cNvSpPr/>
          <p:nvPr/>
        </p:nvSpPr>
        <p:spPr>
          <a:xfrm>
            <a:off x="3641040" y="2936160"/>
            <a:ext cx="110880" cy="110880"/>
          </a:xfrm>
          <a:custGeom>
            <a:avLst/>
            <a:gdLst>
              <a:gd name="textAreaLeft" fmla="*/ 0 w 110880"/>
              <a:gd name="textAreaRight" fmla="*/ 111240 w 110880"/>
              <a:gd name="textAreaTop" fmla="*/ 0 h 110880"/>
              <a:gd name="textAreaBottom" fmla="*/ 111240 h 110880"/>
              <a:gd name="GluePoint1X" fmla="*/ 0 w 0"/>
              <a:gd name="GluePoint1Y" fmla="*/ 70 h 0"/>
              <a:gd name="GluePoint2X" fmla="*/ 34 w 0"/>
              <a:gd name="GluePoint2Y" fmla="*/ 0 h 0"/>
              <a:gd name="GluePoint3X" fmla="*/ 70 w 0"/>
              <a:gd name="GluePoint3Y" fmla="*/ 70 h 0"/>
              <a:gd name="GluePoint4X" fmla="*/ 0 w 0"/>
              <a:gd name="GluePoint4Y" fmla="*/ 70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70" h="70">
                <a:moveTo>
                  <a:pt x="0" y="70"/>
                </a:moveTo>
                <a:lnTo>
                  <a:pt x="34" y="0"/>
                </a:lnTo>
                <a:lnTo>
                  <a:pt x="70" y="70"/>
                </a:lnTo>
                <a:lnTo>
                  <a:pt x="0" y="70"/>
                </a:lnTo>
                <a:close/>
              </a:path>
            </a:pathLst>
          </a:custGeom>
          <a:solidFill>
            <a:srgbClr val="000000"/>
          </a:solidFill>
          <a:ln w="9525">
            <a:noFill/>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65" name="Line 55"/>
          <p:cNvSpPr/>
          <p:nvPr/>
        </p:nvSpPr>
        <p:spPr>
          <a:xfrm>
            <a:off x="6863760" y="2936160"/>
            <a:ext cx="1440" cy="520560"/>
          </a:xfrm>
          <a:prstGeom prst="line">
            <a:avLst/>
          </a:prstGeom>
          <a:ln w="12700">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66" name="Freeform 56"/>
          <p:cNvSpPr/>
          <p:nvPr/>
        </p:nvSpPr>
        <p:spPr>
          <a:xfrm>
            <a:off x="6808320" y="3442680"/>
            <a:ext cx="109080" cy="114120"/>
          </a:xfrm>
          <a:custGeom>
            <a:avLst/>
            <a:gdLst>
              <a:gd name="textAreaLeft" fmla="*/ 0 w 109080"/>
              <a:gd name="textAreaRight" fmla="*/ 109440 w 109080"/>
              <a:gd name="textAreaTop" fmla="*/ 0 h 114120"/>
              <a:gd name="textAreaBottom" fmla="*/ 114480 h 114120"/>
              <a:gd name="GluePoint1X" fmla="*/ 69 w 0"/>
              <a:gd name="GluePoint1Y" fmla="*/ 0 h 0"/>
              <a:gd name="GluePoint2X" fmla="*/ 35 w 0"/>
              <a:gd name="GluePoint2Y" fmla="*/ 72 h 0"/>
              <a:gd name="GluePoint3X" fmla="*/ 0 w 0"/>
              <a:gd name="GluePoint3Y" fmla="*/ 0 h 0"/>
              <a:gd name="GluePoint4X" fmla="*/ 69 w 0"/>
              <a:gd name="GluePoint4Y" fmla="*/ 0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69" h="72">
                <a:moveTo>
                  <a:pt x="69" y="0"/>
                </a:moveTo>
                <a:lnTo>
                  <a:pt x="35" y="72"/>
                </a:lnTo>
                <a:lnTo>
                  <a:pt x="0" y="0"/>
                </a:lnTo>
                <a:lnTo>
                  <a:pt x="69" y="0"/>
                </a:lnTo>
                <a:close/>
              </a:path>
            </a:pathLst>
          </a:custGeom>
          <a:solidFill>
            <a:srgbClr val="000000"/>
          </a:solidFill>
          <a:ln w="9525">
            <a:noFill/>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67" name="Line 57"/>
          <p:cNvSpPr/>
          <p:nvPr/>
        </p:nvSpPr>
        <p:spPr>
          <a:xfrm>
            <a:off x="5052240" y="2936160"/>
            <a:ext cx="1800" cy="520560"/>
          </a:xfrm>
          <a:prstGeom prst="line">
            <a:avLst/>
          </a:prstGeom>
          <a:ln w="12700">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68" name="Freeform 58"/>
          <p:cNvSpPr/>
          <p:nvPr/>
        </p:nvSpPr>
        <p:spPr>
          <a:xfrm>
            <a:off x="4998600" y="3442680"/>
            <a:ext cx="110880" cy="114120"/>
          </a:xfrm>
          <a:custGeom>
            <a:avLst/>
            <a:gdLst>
              <a:gd name="textAreaLeft" fmla="*/ 0 w 110880"/>
              <a:gd name="textAreaRight" fmla="*/ 111240 w 110880"/>
              <a:gd name="textAreaTop" fmla="*/ 0 h 114120"/>
              <a:gd name="textAreaBottom" fmla="*/ 114480 h 114120"/>
              <a:gd name="GluePoint1X" fmla="*/ 70 w 0"/>
              <a:gd name="GluePoint1Y" fmla="*/ 0 h 0"/>
              <a:gd name="GluePoint2X" fmla="*/ 34 w 0"/>
              <a:gd name="GluePoint2Y" fmla="*/ 72 h 0"/>
              <a:gd name="GluePoint3X" fmla="*/ 0 w 0"/>
              <a:gd name="GluePoint3Y" fmla="*/ 0 h 0"/>
              <a:gd name="GluePoint4X" fmla="*/ 70 w 0"/>
              <a:gd name="GluePoint4Y" fmla="*/ 0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70" h="72">
                <a:moveTo>
                  <a:pt x="70" y="0"/>
                </a:moveTo>
                <a:lnTo>
                  <a:pt x="34" y="72"/>
                </a:lnTo>
                <a:lnTo>
                  <a:pt x="0" y="0"/>
                </a:lnTo>
                <a:lnTo>
                  <a:pt x="70" y="0"/>
                </a:lnTo>
                <a:close/>
              </a:path>
            </a:pathLst>
          </a:custGeom>
          <a:solidFill>
            <a:srgbClr val="000000"/>
          </a:solidFill>
          <a:ln w="9525">
            <a:noFill/>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9"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CL" sz="2100" b="0" u="none" strike="noStrike">
                <a:solidFill>
                  <a:srgbClr val="002060"/>
                </a:solidFill>
                <a:effectLst/>
                <a:uFillTx/>
                <a:latin typeface="Century Gothic"/>
              </a:rPr>
              <a:t>Modelo de Desarrollo en Fases</a:t>
            </a:r>
            <a:endParaRPr lang="es-PY" sz="2100" b="0" u="none" strike="noStrike">
              <a:solidFill>
                <a:srgbClr val="002060"/>
              </a:solidFill>
              <a:effectLst/>
              <a:uFillTx/>
              <a:latin typeface="Century Gothic"/>
            </a:endParaRPr>
          </a:p>
        </p:txBody>
      </p:sp>
      <p:sp>
        <p:nvSpPr>
          <p:cNvPr id="970" name="Text Box 397"/>
          <p:cNvSpPr/>
          <p:nvPr/>
        </p:nvSpPr>
        <p:spPr>
          <a:xfrm>
            <a:off x="2171880" y="6583320"/>
            <a:ext cx="2277720" cy="274320"/>
          </a:xfrm>
          <a:prstGeom prst="rect">
            <a:avLst/>
          </a:prstGeom>
          <a:noFill/>
          <a:ln w="12700">
            <a:noFill/>
          </a:ln>
        </p:spPr>
        <p:style>
          <a:lnRef idx="0"/>
          <a:fillRef idx="0"/>
          <a:effectRef idx="0"/>
          <a:fontRef idx="minor"/>
        </p:style>
        <p:txBody>
          <a:bodyPr wrap="none" lIns="90000" tIns="45000" rIns="90000" bIns="45000" anchor="t">
            <a:spAutoFit/>
          </a:bodyPr>
          <a:p>
            <a:pPr algn="ctr" defTabSz="457200">
              <a:lnSpc>
                <a:spcPct val="100000"/>
              </a:lnSpc>
            </a:pPr>
            <a:r>
              <a:rPr lang="es-ES" sz="1200" b="0" u="none" strike="noStrike">
                <a:solidFill>
                  <a:srgbClr val="000099"/>
                </a:solidFill>
                <a:effectLst/>
                <a:uFillTx/>
                <a:latin typeface="Verdana"/>
              </a:rPr>
              <a:t>* Este valor es aproximado</a:t>
            </a:r>
            <a:endParaRPr lang="es-PY" sz="1200" b="0" u="none" strike="noStrike">
              <a:solidFill>
                <a:srgbClr val="000000"/>
              </a:solidFill>
              <a:effectLst/>
              <a:uFillTx/>
              <a:latin typeface="Arial"/>
            </a:endParaRPr>
          </a:p>
        </p:txBody>
      </p:sp>
      <p:sp>
        <p:nvSpPr>
          <p:cNvPr id="971" name="5 CuadroTexto"/>
          <p:cNvSpPr/>
          <p:nvPr/>
        </p:nvSpPr>
        <p:spPr>
          <a:xfrm>
            <a:off x="443160" y="1825920"/>
            <a:ext cx="11443680" cy="2838960"/>
          </a:xfrm>
          <a:prstGeom prst="rect">
            <a:avLst/>
          </a:prstGeom>
          <a:noFill/>
          <a:ln w="0">
            <a:noFill/>
          </a:ln>
        </p:spPr>
        <p:style>
          <a:lnRef idx="0"/>
          <a:fillRef idx="0"/>
          <a:effectRef idx="0"/>
          <a:fontRef idx="minor"/>
        </p:style>
        <p:txBody>
          <a:bodyPr lIns="90000" tIns="45000" rIns="90000" bIns="45000" anchor="t">
            <a:spAutoFit/>
          </a:bodyPr>
          <a:p>
            <a:pPr marL="272880" indent="-272880" defTabSz="457200">
              <a:lnSpc>
                <a:spcPct val="150000"/>
              </a:lnSpc>
              <a:buClr>
                <a:srgbClr val="002060"/>
              </a:buClr>
              <a:buFont typeface="Wingdings" charset="2"/>
              <a:buChar char=""/>
            </a:pPr>
            <a:r>
              <a:rPr lang="es-ES" sz="1700" b="0" u="none" strike="noStrike">
                <a:solidFill>
                  <a:srgbClr val="002060"/>
                </a:solidFill>
                <a:effectLst/>
                <a:uFillTx/>
                <a:latin typeface="Century Gothic"/>
              </a:rPr>
              <a:t>Hoy, el mercado no acepta grandes retardos.</a:t>
            </a:r>
            <a:endParaRPr lang="es-PY" sz="17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700" b="0" u="none" strike="noStrike">
                <a:solidFill>
                  <a:srgbClr val="002060"/>
                </a:solidFill>
                <a:effectLst/>
                <a:uFillTx/>
                <a:latin typeface="Century Gothic"/>
              </a:rPr>
              <a:t>Una forma de reducirlos es desarrollar en fases.</a:t>
            </a:r>
            <a:endParaRPr lang="es-PY" sz="17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700" b="0" u="none" strike="noStrike">
                <a:solidFill>
                  <a:srgbClr val="002060"/>
                </a:solidFill>
                <a:effectLst/>
                <a:uFillTx/>
                <a:latin typeface="Century Gothic"/>
              </a:rPr>
              <a:t>El sistema se diseña de manera que pueda ser entregado por partes.</a:t>
            </a:r>
            <a:endParaRPr lang="es-PY" sz="17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700" b="0" u="none" strike="noStrike">
                <a:solidFill>
                  <a:srgbClr val="002060"/>
                </a:solidFill>
                <a:effectLst/>
                <a:uFillTx/>
                <a:latin typeface="Century Gothic"/>
              </a:rPr>
              <a:t>Así, el usuario tiene algo de funcionalidad, mientras se desarrolla el resto.</a:t>
            </a:r>
            <a:endParaRPr lang="es-PY" sz="17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700" b="0" u="none" strike="noStrike">
                <a:solidFill>
                  <a:srgbClr val="002060"/>
                </a:solidFill>
                <a:effectLst/>
                <a:uFillTx/>
                <a:latin typeface="Century Gothic"/>
              </a:rPr>
              <a:t>Hay dos sistemas funcionando en paralelo:</a:t>
            </a:r>
            <a:endParaRPr lang="es-PY" sz="1700" b="0" u="none" strike="noStrike">
              <a:solidFill>
                <a:srgbClr val="000000"/>
              </a:solidFill>
              <a:effectLst/>
              <a:uFillTx/>
              <a:latin typeface="Arial"/>
            </a:endParaRPr>
          </a:p>
          <a:p>
            <a:pPr marL="730080" lvl="1" indent="-272880" defTabSz="457200">
              <a:lnSpc>
                <a:spcPct val="150000"/>
              </a:lnSpc>
              <a:buClr>
                <a:srgbClr val="002060"/>
              </a:buClr>
              <a:buFont typeface="Wingdings" charset="2"/>
              <a:buChar char=""/>
            </a:pPr>
            <a:r>
              <a:rPr lang="es-ES" sz="1700" b="0" u="none" strike="noStrike">
                <a:solidFill>
                  <a:srgbClr val="002060"/>
                </a:solidFill>
                <a:effectLst/>
                <a:uFillTx/>
                <a:latin typeface="Century Gothic"/>
              </a:rPr>
              <a:t>El de Producción. Usado por el Cliente.</a:t>
            </a:r>
            <a:endParaRPr lang="es-PY" sz="1700" b="0" u="none" strike="noStrike">
              <a:solidFill>
                <a:srgbClr val="000000"/>
              </a:solidFill>
              <a:effectLst/>
              <a:uFillTx/>
              <a:latin typeface="Arial"/>
            </a:endParaRPr>
          </a:p>
          <a:p>
            <a:pPr marL="730080" lvl="1" indent="-272880" defTabSz="457200">
              <a:lnSpc>
                <a:spcPct val="150000"/>
              </a:lnSpc>
              <a:buClr>
                <a:srgbClr val="002060"/>
              </a:buClr>
              <a:buFont typeface="Wingdings" charset="2"/>
              <a:buChar char=""/>
            </a:pPr>
            <a:r>
              <a:rPr lang="es-ES" sz="1700" b="0" u="none" strike="noStrike">
                <a:solidFill>
                  <a:srgbClr val="002060"/>
                </a:solidFill>
                <a:effectLst/>
                <a:uFillTx/>
                <a:latin typeface="Century Gothic"/>
              </a:rPr>
              <a:t>El de Desarrollo. La siguiente versión que reemplazará a la actual de Producción.</a:t>
            </a:r>
            <a:endParaRPr lang="es-PY" sz="17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72"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CL" sz="2100" b="0" u="none" strike="noStrike">
                <a:solidFill>
                  <a:srgbClr val="002060"/>
                </a:solidFill>
                <a:effectLst/>
                <a:uFillTx/>
                <a:latin typeface="Century Gothic"/>
              </a:rPr>
              <a:t>Modelo de Desarrollo en Fases</a:t>
            </a:r>
            <a:endParaRPr lang="es-PY" sz="2100" b="0" u="none" strike="noStrike">
              <a:solidFill>
                <a:srgbClr val="002060"/>
              </a:solidFill>
              <a:effectLst/>
              <a:uFillTx/>
              <a:latin typeface="Century Gothic"/>
            </a:endParaRPr>
          </a:p>
        </p:txBody>
      </p:sp>
      <p:sp>
        <p:nvSpPr>
          <p:cNvPr id="973" name="Text Box 397"/>
          <p:cNvSpPr/>
          <p:nvPr/>
        </p:nvSpPr>
        <p:spPr>
          <a:xfrm>
            <a:off x="2171880" y="6583320"/>
            <a:ext cx="2277720" cy="274320"/>
          </a:xfrm>
          <a:prstGeom prst="rect">
            <a:avLst/>
          </a:prstGeom>
          <a:noFill/>
          <a:ln w="12700">
            <a:noFill/>
          </a:ln>
        </p:spPr>
        <p:style>
          <a:lnRef idx="0"/>
          <a:fillRef idx="0"/>
          <a:effectRef idx="0"/>
          <a:fontRef idx="minor"/>
        </p:style>
        <p:txBody>
          <a:bodyPr wrap="none" lIns="90000" tIns="45000" rIns="90000" bIns="45000" anchor="t">
            <a:spAutoFit/>
          </a:bodyPr>
          <a:p>
            <a:pPr algn="ctr" defTabSz="457200">
              <a:lnSpc>
                <a:spcPct val="100000"/>
              </a:lnSpc>
            </a:pPr>
            <a:r>
              <a:rPr lang="es-ES" sz="1200" b="0" u="none" strike="noStrike">
                <a:solidFill>
                  <a:srgbClr val="000099"/>
                </a:solidFill>
                <a:effectLst/>
                <a:uFillTx/>
                <a:latin typeface="Verdana"/>
              </a:rPr>
              <a:t>* Este valor es aproximado</a:t>
            </a:r>
            <a:endParaRPr lang="es-PY" sz="1200" b="0" u="none" strike="noStrike">
              <a:solidFill>
                <a:srgbClr val="000000"/>
              </a:solidFill>
              <a:effectLst/>
              <a:uFillTx/>
              <a:latin typeface="Arial"/>
            </a:endParaRPr>
          </a:p>
        </p:txBody>
      </p:sp>
      <p:grpSp>
        <p:nvGrpSpPr>
          <p:cNvPr id="974" name="Group 3"/>
          <p:cNvGrpSpPr/>
          <p:nvPr/>
        </p:nvGrpSpPr>
        <p:grpSpPr>
          <a:xfrm>
            <a:off x="1886040" y="2217240"/>
            <a:ext cx="8853120" cy="3839760"/>
            <a:chOff x="1886040" y="2217240"/>
            <a:chExt cx="8853120" cy="3839760"/>
          </a:xfrm>
        </p:grpSpPr>
        <p:sp>
          <p:nvSpPr>
            <p:cNvPr id="975" name="AutoShape 4"/>
            <p:cNvSpPr/>
            <p:nvPr/>
          </p:nvSpPr>
          <p:spPr>
            <a:xfrm>
              <a:off x="1886040" y="2217240"/>
              <a:ext cx="8853120" cy="3839760"/>
            </a:xfrm>
            <a:prstGeom prst="rect">
              <a:avLst/>
            </a:prstGeom>
            <a:noFill/>
            <a:ln w="9525">
              <a:noFill/>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76" name="Rectangle 5"/>
            <p:cNvSpPr/>
            <p:nvPr/>
          </p:nvSpPr>
          <p:spPr>
            <a:xfrm>
              <a:off x="9122040" y="2936520"/>
              <a:ext cx="1244160" cy="2934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700" b="1" u="none" strike="noStrike">
                  <a:solidFill>
                    <a:srgbClr val="000000"/>
                  </a:solidFill>
                  <a:effectLst/>
                  <a:uFillTx/>
                  <a:latin typeface="Century Gothic"/>
                </a:rPr>
                <a:t>DESARRO-</a:t>
              </a:r>
              <a:endParaRPr lang="es-PY" sz="1700" b="0" u="none" strike="noStrike">
                <a:solidFill>
                  <a:srgbClr val="000000"/>
                </a:solidFill>
                <a:effectLst/>
                <a:uFillTx/>
                <a:latin typeface="Arial"/>
              </a:endParaRPr>
            </a:p>
          </p:txBody>
        </p:sp>
        <p:sp>
          <p:nvSpPr>
            <p:cNvPr id="977" name="Rectangle 6"/>
            <p:cNvSpPr/>
            <p:nvPr/>
          </p:nvSpPr>
          <p:spPr>
            <a:xfrm>
              <a:off x="9106200" y="3188880"/>
              <a:ext cx="1275840" cy="2934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700" b="1" u="none" strike="noStrike">
                  <a:solidFill>
                    <a:srgbClr val="000000"/>
                  </a:solidFill>
                  <a:effectLst/>
                  <a:uFillTx/>
                  <a:latin typeface="Century Gothic"/>
                </a:rPr>
                <a:t>LLADORES</a:t>
              </a:r>
              <a:endParaRPr lang="es-PY" sz="1700" b="0" u="none" strike="noStrike">
                <a:solidFill>
                  <a:srgbClr val="000000"/>
                </a:solidFill>
                <a:effectLst/>
                <a:uFillTx/>
                <a:latin typeface="Arial"/>
              </a:endParaRPr>
            </a:p>
          </p:txBody>
        </p:sp>
        <p:sp>
          <p:nvSpPr>
            <p:cNvPr id="978" name="Rectangle 7"/>
            <p:cNvSpPr/>
            <p:nvPr/>
          </p:nvSpPr>
          <p:spPr>
            <a:xfrm>
              <a:off x="2175120" y="2720520"/>
              <a:ext cx="1890360" cy="944280"/>
            </a:xfrm>
            <a:prstGeom prst="rect">
              <a:avLst/>
            </a:prstGeom>
            <a:solidFill>
              <a:srgbClr val="FFCC66"/>
            </a:solidFill>
            <a:ln w="20638">
              <a:solidFill>
                <a:srgbClr val="000000"/>
              </a:solidFill>
              <a:miter/>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79" name="Rectangle 8"/>
            <p:cNvSpPr/>
            <p:nvPr/>
          </p:nvSpPr>
          <p:spPr>
            <a:xfrm>
              <a:off x="2484720" y="2882520"/>
              <a:ext cx="1417320" cy="3456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900" b="0" u="none" strike="noStrike">
                  <a:solidFill>
                    <a:srgbClr val="000000"/>
                  </a:solidFill>
                  <a:effectLst/>
                  <a:uFillTx/>
                  <a:latin typeface="Tahoma"/>
                </a:rPr>
                <a:t>CONSTRUIR</a:t>
              </a:r>
              <a:endParaRPr lang="es-PY" sz="1900" b="0" u="none" strike="noStrike">
                <a:solidFill>
                  <a:srgbClr val="000000"/>
                </a:solidFill>
                <a:effectLst/>
                <a:uFillTx/>
                <a:latin typeface="Arial"/>
              </a:endParaRPr>
            </a:p>
          </p:txBody>
        </p:sp>
        <p:sp>
          <p:nvSpPr>
            <p:cNvPr id="980" name="Rectangle 9"/>
            <p:cNvSpPr/>
            <p:nvPr/>
          </p:nvSpPr>
          <p:spPr>
            <a:xfrm>
              <a:off x="2536920" y="3166560"/>
              <a:ext cx="1301400" cy="3456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900" b="0" u="none" strike="noStrike">
                  <a:solidFill>
                    <a:srgbClr val="000000"/>
                  </a:solidFill>
                  <a:effectLst/>
                  <a:uFillTx/>
                  <a:latin typeface="Tahoma"/>
                </a:rPr>
                <a:t>VERSIÓN 1</a:t>
              </a:r>
              <a:endParaRPr lang="es-PY" sz="1900" b="0" u="none" strike="noStrike">
                <a:solidFill>
                  <a:srgbClr val="000000"/>
                </a:solidFill>
                <a:effectLst/>
                <a:uFillTx/>
                <a:latin typeface="Arial"/>
              </a:endParaRPr>
            </a:p>
          </p:txBody>
        </p:sp>
        <p:sp>
          <p:nvSpPr>
            <p:cNvPr id="981" name="Rectangle 10"/>
            <p:cNvSpPr/>
            <p:nvPr/>
          </p:nvSpPr>
          <p:spPr>
            <a:xfrm>
              <a:off x="3592800" y="4609440"/>
              <a:ext cx="1890360" cy="944280"/>
            </a:xfrm>
            <a:prstGeom prst="rect">
              <a:avLst/>
            </a:prstGeom>
            <a:solidFill>
              <a:srgbClr val="FFCC66"/>
            </a:solidFill>
            <a:ln w="20638">
              <a:solidFill>
                <a:srgbClr val="000000"/>
              </a:solidFill>
              <a:miter/>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82" name="Rectangle 11"/>
            <p:cNvSpPr/>
            <p:nvPr/>
          </p:nvSpPr>
          <p:spPr>
            <a:xfrm>
              <a:off x="3729240" y="4776120"/>
              <a:ext cx="1763280" cy="3456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900" b="0" u="none" strike="noStrike">
                  <a:solidFill>
                    <a:srgbClr val="000000"/>
                  </a:solidFill>
                  <a:effectLst/>
                  <a:uFillTx/>
                  <a:latin typeface="Tahoma"/>
                </a:rPr>
                <a:t>USAR VERSIÓN</a:t>
              </a:r>
              <a:endParaRPr lang="es-PY" sz="1900" b="0" u="none" strike="noStrike">
                <a:solidFill>
                  <a:srgbClr val="000000"/>
                </a:solidFill>
                <a:effectLst/>
                <a:uFillTx/>
                <a:latin typeface="Arial"/>
              </a:endParaRPr>
            </a:p>
          </p:txBody>
        </p:sp>
        <p:sp>
          <p:nvSpPr>
            <p:cNvPr id="983" name="Rectangle 12"/>
            <p:cNvSpPr/>
            <p:nvPr/>
          </p:nvSpPr>
          <p:spPr>
            <a:xfrm>
              <a:off x="4475520" y="5060520"/>
              <a:ext cx="236160" cy="3456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900" b="0" u="none" strike="noStrike">
                  <a:solidFill>
                    <a:srgbClr val="000000"/>
                  </a:solidFill>
                  <a:effectLst/>
                  <a:uFillTx/>
                  <a:latin typeface="Tahoma"/>
                </a:rPr>
                <a:t>1</a:t>
              </a:r>
              <a:endParaRPr lang="es-PY" sz="1900" b="0" u="none" strike="noStrike">
                <a:solidFill>
                  <a:srgbClr val="000000"/>
                </a:solidFill>
                <a:effectLst/>
                <a:uFillTx/>
                <a:latin typeface="Arial"/>
              </a:endParaRPr>
            </a:p>
          </p:txBody>
        </p:sp>
        <p:sp>
          <p:nvSpPr>
            <p:cNvPr id="984" name="Rectangle 13"/>
            <p:cNvSpPr/>
            <p:nvPr/>
          </p:nvSpPr>
          <p:spPr>
            <a:xfrm>
              <a:off x="4537440" y="2720520"/>
              <a:ext cx="1896840" cy="944280"/>
            </a:xfrm>
            <a:prstGeom prst="rect">
              <a:avLst/>
            </a:prstGeom>
            <a:solidFill>
              <a:srgbClr val="FFCC66"/>
            </a:solidFill>
            <a:ln w="20638">
              <a:solidFill>
                <a:srgbClr val="000000"/>
              </a:solidFill>
              <a:miter/>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85" name="Rectangle 14"/>
            <p:cNvSpPr/>
            <p:nvPr/>
          </p:nvSpPr>
          <p:spPr>
            <a:xfrm>
              <a:off x="4848480" y="2882520"/>
              <a:ext cx="1417320" cy="3456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900" b="0" u="none" strike="noStrike">
                  <a:solidFill>
                    <a:srgbClr val="000000"/>
                  </a:solidFill>
                  <a:effectLst/>
                  <a:uFillTx/>
                  <a:latin typeface="Tahoma"/>
                </a:rPr>
                <a:t>CONSTRUIR</a:t>
              </a:r>
              <a:endParaRPr lang="es-PY" sz="1900" b="0" u="none" strike="noStrike">
                <a:solidFill>
                  <a:srgbClr val="000000"/>
                </a:solidFill>
                <a:effectLst/>
                <a:uFillTx/>
                <a:latin typeface="Arial"/>
              </a:endParaRPr>
            </a:p>
          </p:txBody>
        </p:sp>
        <p:sp>
          <p:nvSpPr>
            <p:cNvPr id="986" name="Rectangle 15"/>
            <p:cNvSpPr/>
            <p:nvPr/>
          </p:nvSpPr>
          <p:spPr>
            <a:xfrm>
              <a:off x="4901040" y="3166560"/>
              <a:ext cx="1301400" cy="3456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900" b="0" u="none" strike="noStrike">
                  <a:solidFill>
                    <a:srgbClr val="000000"/>
                  </a:solidFill>
                  <a:effectLst/>
                  <a:uFillTx/>
                  <a:latin typeface="Tahoma"/>
                </a:rPr>
                <a:t>VERSIÓN 2</a:t>
              </a:r>
              <a:endParaRPr lang="es-PY" sz="1900" b="0" u="none" strike="noStrike">
                <a:solidFill>
                  <a:srgbClr val="000000"/>
                </a:solidFill>
                <a:effectLst/>
                <a:uFillTx/>
                <a:latin typeface="Arial"/>
              </a:endParaRPr>
            </a:p>
          </p:txBody>
        </p:sp>
        <p:sp>
          <p:nvSpPr>
            <p:cNvPr id="987" name="Rectangle 16"/>
            <p:cNvSpPr/>
            <p:nvPr/>
          </p:nvSpPr>
          <p:spPr>
            <a:xfrm>
              <a:off x="5956560" y="4609440"/>
              <a:ext cx="1895040" cy="944280"/>
            </a:xfrm>
            <a:prstGeom prst="rect">
              <a:avLst/>
            </a:prstGeom>
            <a:solidFill>
              <a:srgbClr val="FFCC66"/>
            </a:solidFill>
            <a:ln w="20638">
              <a:solidFill>
                <a:srgbClr val="000000"/>
              </a:solidFill>
              <a:miter/>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88" name="Rectangle 17"/>
            <p:cNvSpPr/>
            <p:nvPr/>
          </p:nvSpPr>
          <p:spPr>
            <a:xfrm>
              <a:off x="6093000" y="4776120"/>
              <a:ext cx="1763280" cy="3456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900" b="0" u="none" strike="noStrike">
                  <a:solidFill>
                    <a:srgbClr val="000000"/>
                  </a:solidFill>
                  <a:effectLst/>
                  <a:uFillTx/>
                  <a:latin typeface="Tahoma"/>
                </a:rPr>
                <a:t>USAR VERSIÓN</a:t>
              </a:r>
              <a:endParaRPr lang="es-PY" sz="1900" b="0" u="none" strike="noStrike">
                <a:solidFill>
                  <a:srgbClr val="000000"/>
                </a:solidFill>
                <a:effectLst/>
                <a:uFillTx/>
                <a:latin typeface="Arial"/>
              </a:endParaRPr>
            </a:p>
          </p:txBody>
        </p:sp>
        <p:sp>
          <p:nvSpPr>
            <p:cNvPr id="989" name="Rectangle 18"/>
            <p:cNvSpPr/>
            <p:nvPr/>
          </p:nvSpPr>
          <p:spPr>
            <a:xfrm>
              <a:off x="6837480" y="5060520"/>
              <a:ext cx="236160" cy="3456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900" b="0" u="none" strike="noStrike">
                  <a:solidFill>
                    <a:srgbClr val="000000"/>
                  </a:solidFill>
                  <a:effectLst/>
                  <a:uFillTx/>
                  <a:latin typeface="Tahoma"/>
                </a:rPr>
                <a:t>2</a:t>
              </a:r>
              <a:endParaRPr lang="es-PY" sz="1900" b="0" u="none" strike="noStrike">
                <a:solidFill>
                  <a:srgbClr val="000000"/>
                </a:solidFill>
                <a:effectLst/>
                <a:uFillTx/>
                <a:latin typeface="Arial"/>
              </a:endParaRPr>
            </a:p>
          </p:txBody>
        </p:sp>
        <p:sp>
          <p:nvSpPr>
            <p:cNvPr id="990" name="Rectangle 19"/>
            <p:cNvSpPr/>
            <p:nvPr/>
          </p:nvSpPr>
          <p:spPr>
            <a:xfrm>
              <a:off x="6905880" y="2720520"/>
              <a:ext cx="1890360" cy="944280"/>
            </a:xfrm>
            <a:prstGeom prst="rect">
              <a:avLst/>
            </a:prstGeom>
            <a:solidFill>
              <a:srgbClr val="FFCC66"/>
            </a:solidFill>
            <a:ln w="20638">
              <a:solidFill>
                <a:srgbClr val="000000"/>
              </a:solidFill>
              <a:miter/>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91" name="Rectangle 20"/>
            <p:cNvSpPr/>
            <p:nvPr/>
          </p:nvSpPr>
          <p:spPr>
            <a:xfrm>
              <a:off x="7210800" y="2882520"/>
              <a:ext cx="1417320" cy="3456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900" b="0" u="none" strike="noStrike">
                  <a:solidFill>
                    <a:srgbClr val="000000"/>
                  </a:solidFill>
                  <a:effectLst/>
                  <a:uFillTx/>
                  <a:latin typeface="Tahoma"/>
                </a:rPr>
                <a:t>CONSTRUIR</a:t>
              </a:r>
              <a:endParaRPr lang="es-PY" sz="1900" b="0" u="none" strike="noStrike">
                <a:solidFill>
                  <a:srgbClr val="000000"/>
                </a:solidFill>
                <a:effectLst/>
                <a:uFillTx/>
                <a:latin typeface="Arial"/>
              </a:endParaRPr>
            </a:p>
          </p:txBody>
        </p:sp>
        <p:sp>
          <p:nvSpPr>
            <p:cNvPr id="992" name="Rectangle 21"/>
            <p:cNvSpPr/>
            <p:nvPr/>
          </p:nvSpPr>
          <p:spPr>
            <a:xfrm>
              <a:off x="7263000" y="3166560"/>
              <a:ext cx="1301400" cy="3456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900" b="0" u="none" strike="noStrike">
                  <a:solidFill>
                    <a:srgbClr val="000000"/>
                  </a:solidFill>
                  <a:effectLst/>
                  <a:uFillTx/>
                  <a:latin typeface="Tahoma"/>
                </a:rPr>
                <a:t>VERSIÓN 3</a:t>
              </a:r>
              <a:endParaRPr lang="es-PY" sz="1900" b="0" u="none" strike="noStrike">
                <a:solidFill>
                  <a:srgbClr val="000000"/>
                </a:solidFill>
                <a:effectLst/>
                <a:uFillTx/>
                <a:latin typeface="Arial"/>
              </a:endParaRPr>
            </a:p>
          </p:txBody>
        </p:sp>
        <p:sp>
          <p:nvSpPr>
            <p:cNvPr id="993" name="Rectangle 22"/>
            <p:cNvSpPr/>
            <p:nvPr/>
          </p:nvSpPr>
          <p:spPr>
            <a:xfrm>
              <a:off x="8323560" y="4609440"/>
              <a:ext cx="1890360" cy="944280"/>
            </a:xfrm>
            <a:prstGeom prst="rect">
              <a:avLst/>
            </a:prstGeom>
            <a:solidFill>
              <a:srgbClr val="FFCC66"/>
            </a:solidFill>
            <a:ln w="20638">
              <a:solidFill>
                <a:srgbClr val="000000"/>
              </a:solidFill>
              <a:miter/>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94" name="Rectangle 23"/>
            <p:cNvSpPr/>
            <p:nvPr/>
          </p:nvSpPr>
          <p:spPr>
            <a:xfrm>
              <a:off x="8460000" y="4776120"/>
              <a:ext cx="1763280" cy="3456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900" b="0" u="none" strike="noStrike">
                  <a:solidFill>
                    <a:srgbClr val="000000"/>
                  </a:solidFill>
                  <a:effectLst/>
                  <a:uFillTx/>
                  <a:latin typeface="Tahoma"/>
                </a:rPr>
                <a:t>USAR VERSIÓN</a:t>
              </a:r>
              <a:endParaRPr lang="es-PY" sz="1900" b="0" u="none" strike="noStrike">
                <a:solidFill>
                  <a:srgbClr val="000000"/>
                </a:solidFill>
                <a:effectLst/>
                <a:uFillTx/>
                <a:latin typeface="Arial"/>
              </a:endParaRPr>
            </a:p>
          </p:txBody>
        </p:sp>
        <p:sp>
          <p:nvSpPr>
            <p:cNvPr id="995" name="Rectangle 24"/>
            <p:cNvSpPr/>
            <p:nvPr/>
          </p:nvSpPr>
          <p:spPr>
            <a:xfrm>
              <a:off x="9201240" y="5060520"/>
              <a:ext cx="236160" cy="3456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900" b="0" u="none" strike="noStrike">
                  <a:solidFill>
                    <a:srgbClr val="000000"/>
                  </a:solidFill>
                  <a:effectLst/>
                  <a:uFillTx/>
                  <a:latin typeface="Tahoma"/>
                </a:rPr>
                <a:t>3</a:t>
              </a:r>
              <a:endParaRPr lang="es-PY" sz="1900" b="0" u="none" strike="noStrike">
                <a:solidFill>
                  <a:srgbClr val="000000"/>
                </a:solidFill>
                <a:effectLst/>
                <a:uFillTx/>
                <a:latin typeface="Arial"/>
              </a:endParaRPr>
            </a:p>
          </p:txBody>
        </p:sp>
        <p:sp>
          <p:nvSpPr>
            <p:cNvPr id="996" name="Line 25"/>
            <p:cNvSpPr/>
            <p:nvPr/>
          </p:nvSpPr>
          <p:spPr>
            <a:xfrm>
              <a:off x="3119400" y="3664800"/>
              <a:ext cx="1297080" cy="860400"/>
            </a:xfrm>
            <a:prstGeom prst="line">
              <a:avLst/>
            </a:prstGeom>
            <a:ln w="20638">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97" name="Freeform 26"/>
            <p:cNvSpPr/>
            <p:nvPr/>
          </p:nvSpPr>
          <p:spPr>
            <a:xfrm>
              <a:off x="4348440" y="4446000"/>
              <a:ext cx="188640" cy="163080"/>
            </a:xfrm>
            <a:custGeom>
              <a:avLst/>
              <a:gdLst>
                <a:gd name="textAreaLeft" fmla="*/ 0 w 188640"/>
                <a:gd name="textAreaRight" fmla="*/ 189000 w 188640"/>
                <a:gd name="textAreaTop" fmla="*/ 0 h 163080"/>
                <a:gd name="textAreaBottom" fmla="*/ 163440 h 163080"/>
                <a:gd name="GluePoint1X" fmla="*/ 60 w 0"/>
                <a:gd name="GluePoint1Y" fmla="*/ 0 h 0"/>
                <a:gd name="GluePoint2X" fmla="*/ 119 w 0"/>
                <a:gd name="GluePoint2Y" fmla="*/ 103 h 0"/>
                <a:gd name="GluePoint3X" fmla="*/ 0 w 0"/>
                <a:gd name="GluePoint3Y" fmla="*/ 90 h 0"/>
                <a:gd name="GluePoint4X" fmla="*/ 60 w 0"/>
                <a:gd name="GluePoint4Y" fmla="*/ 0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19" h="103">
                  <a:moveTo>
                    <a:pt x="60" y="0"/>
                  </a:moveTo>
                  <a:lnTo>
                    <a:pt x="119" y="103"/>
                  </a:lnTo>
                  <a:lnTo>
                    <a:pt x="0" y="90"/>
                  </a:lnTo>
                  <a:lnTo>
                    <a:pt x="60" y="0"/>
                  </a:lnTo>
                  <a:close/>
                </a:path>
              </a:pathLst>
            </a:custGeom>
            <a:solidFill>
              <a:srgbClr val="000000"/>
            </a:solidFill>
            <a:ln w="9525">
              <a:noFill/>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98" name="Line 27"/>
            <p:cNvSpPr/>
            <p:nvPr/>
          </p:nvSpPr>
          <p:spPr>
            <a:xfrm>
              <a:off x="5483160" y="3664800"/>
              <a:ext cx="1297080" cy="860400"/>
            </a:xfrm>
            <a:prstGeom prst="line">
              <a:avLst/>
            </a:prstGeom>
            <a:ln w="20638">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999" name="Freeform 28"/>
            <p:cNvSpPr/>
            <p:nvPr/>
          </p:nvSpPr>
          <p:spPr>
            <a:xfrm>
              <a:off x="6716880" y="4446000"/>
              <a:ext cx="188640" cy="163080"/>
            </a:xfrm>
            <a:custGeom>
              <a:avLst/>
              <a:gdLst>
                <a:gd name="textAreaLeft" fmla="*/ 0 w 188640"/>
                <a:gd name="textAreaRight" fmla="*/ 189000 w 188640"/>
                <a:gd name="textAreaTop" fmla="*/ 0 h 163080"/>
                <a:gd name="textAreaBottom" fmla="*/ 163440 h 163080"/>
                <a:gd name="GluePoint1X" fmla="*/ 60 w 0"/>
                <a:gd name="GluePoint1Y" fmla="*/ 0 h 0"/>
                <a:gd name="GluePoint2X" fmla="*/ 119 w 0"/>
                <a:gd name="GluePoint2Y" fmla="*/ 103 h 0"/>
                <a:gd name="GluePoint3X" fmla="*/ 0 w 0"/>
                <a:gd name="GluePoint3Y" fmla="*/ 90 h 0"/>
                <a:gd name="GluePoint4X" fmla="*/ 60 w 0"/>
                <a:gd name="GluePoint4Y" fmla="*/ 0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19" h="103">
                  <a:moveTo>
                    <a:pt x="60" y="0"/>
                  </a:moveTo>
                  <a:lnTo>
                    <a:pt x="119" y="103"/>
                  </a:lnTo>
                  <a:lnTo>
                    <a:pt x="0" y="90"/>
                  </a:lnTo>
                  <a:lnTo>
                    <a:pt x="60" y="0"/>
                  </a:lnTo>
                  <a:close/>
                </a:path>
              </a:pathLst>
            </a:custGeom>
            <a:solidFill>
              <a:srgbClr val="000000"/>
            </a:solidFill>
            <a:ln w="9525">
              <a:noFill/>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000" name="Line 29"/>
            <p:cNvSpPr/>
            <p:nvPr/>
          </p:nvSpPr>
          <p:spPr>
            <a:xfrm>
              <a:off x="7851960" y="3664800"/>
              <a:ext cx="1290600" cy="860400"/>
            </a:xfrm>
            <a:prstGeom prst="line">
              <a:avLst/>
            </a:prstGeom>
            <a:ln w="20638">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001" name="Freeform 30"/>
            <p:cNvSpPr/>
            <p:nvPr/>
          </p:nvSpPr>
          <p:spPr>
            <a:xfrm>
              <a:off x="9080640" y="4446000"/>
              <a:ext cx="188640" cy="163080"/>
            </a:xfrm>
            <a:custGeom>
              <a:avLst/>
              <a:gdLst>
                <a:gd name="textAreaLeft" fmla="*/ 0 w 188640"/>
                <a:gd name="textAreaRight" fmla="*/ 189000 w 188640"/>
                <a:gd name="textAreaTop" fmla="*/ 0 h 163080"/>
                <a:gd name="textAreaBottom" fmla="*/ 163440 h 163080"/>
                <a:gd name="GluePoint1X" fmla="*/ 59 w 0"/>
                <a:gd name="GluePoint1Y" fmla="*/ 0 h 0"/>
                <a:gd name="GluePoint2X" fmla="*/ 119 w 0"/>
                <a:gd name="GluePoint2Y" fmla="*/ 103 h 0"/>
                <a:gd name="GluePoint3X" fmla="*/ 0 w 0"/>
                <a:gd name="GluePoint3Y" fmla="*/ 90 h 0"/>
                <a:gd name="GluePoint4X" fmla="*/ 59 w 0"/>
                <a:gd name="GluePoint4Y" fmla="*/ 0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119" h="103">
                  <a:moveTo>
                    <a:pt x="59" y="0"/>
                  </a:moveTo>
                  <a:lnTo>
                    <a:pt x="119" y="103"/>
                  </a:lnTo>
                  <a:lnTo>
                    <a:pt x="0" y="90"/>
                  </a:lnTo>
                  <a:lnTo>
                    <a:pt x="59" y="0"/>
                  </a:lnTo>
                  <a:close/>
                </a:path>
              </a:pathLst>
            </a:custGeom>
            <a:solidFill>
              <a:srgbClr val="000000"/>
            </a:solidFill>
            <a:ln w="9525">
              <a:noFill/>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002" name="Line 31"/>
            <p:cNvSpPr/>
            <p:nvPr/>
          </p:nvSpPr>
          <p:spPr>
            <a:xfrm>
              <a:off x="217512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03" name="Line 32"/>
            <p:cNvSpPr/>
            <p:nvPr/>
          </p:nvSpPr>
          <p:spPr>
            <a:xfrm>
              <a:off x="230040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04" name="Line 33"/>
            <p:cNvSpPr/>
            <p:nvPr/>
          </p:nvSpPr>
          <p:spPr>
            <a:xfrm>
              <a:off x="242748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05" name="Line 34"/>
            <p:cNvSpPr/>
            <p:nvPr/>
          </p:nvSpPr>
          <p:spPr>
            <a:xfrm>
              <a:off x="255276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06" name="Line 35"/>
            <p:cNvSpPr/>
            <p:nvPr/>
          </p:nvSpPr>
          <p:spPr>
            <a:xfrm>
              <a:off x="2678040" y="4137840"/>
              <a:ext cx="3204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07" name="Line 36"/>
            <p:cNvSpPr/>
            <p:nvPr/>
          </p:nvSpPr>
          <p:spPr>
            <a:xfrm>
              <a:off x="280512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08" name="Line 37"/>
            <p:cNvSpPr/>
            <p:nvPr/>
          </p:nvSpPr>
          <p:spPr>
            <a:xfrm>
              <a:off x="293076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09" name="Line 38"/>
            <p:cNvSpPr/>
            <p:nvPr/>
          </p:nvSpPr>
          <p:spPr>
            <a:xfrm>
              <a:off x="3057480" y="4137840"/>
              <a:ext cx="3024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10" name="Line 39"/>
            <p:cNvSpPr/>
            <p:nvPr/>
          </p:nvSpPr>
          <p:spPr>
            <a:xfrm>
              <a:off x="318312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11" name="Line 40"/>
            <p:cNvSpPr/>
            <p:nvPr/>
          </p:nvSpPr>
          <p:spPr>
            <a:xfrm>
              <a:off x="330840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12" name="Line 41"/>
            <p:cNvSpPr/>
            <p:nvPr/>
          </p:nvSpPr>
          <p:spPr>
            <a:xfrm>
              <a:off x="343548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13" name="Line 42"/>
            <p:cNvSpPr/>
            <p:nvPr/>
          </p:nvSpPr>
          <p:spPr>
            <a:xfrm>
              <a:off x="356076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14" name="Line 43"/>
            <p:cNvSpPr/>
            <p:nvPr/>
          </p:nvSpPr>
          <p:spPr>
            <a:xfrm>
              <a:off x="3687840" y="4137840"/>
              <a:ext cx="3024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15" name="Line 44"/>
            <p:cNvSpPr/>
            <p:nvPr/>
          </p:nvSpPr>
          <p:spPr>
            <a:xfrm>
              <a:off x="3813120" y="4137840"/>
              <a:ext cx="3204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16" name="Line 45"/>
            <p:cNvSpPr/>
            <p:nvPr/>
          </p:nvSpPr>
          <p:spPr>
            <a:xfrm>
              <a:off x="393876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17" name="Line 46"/>
            <p:cNvSpPr/>
            <p:nvPr/>
          </p:nvSpPr>
          <p:spPr>
            <a:xfrm>
              <a:off x="4065480" y="4137840"/>
              <a:ext cx="3204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18" name="Line 47"/>
            <p:cNvSpPr/>
            <p:nvPr/>
          </p:nvSpPr>
          <p:spPr>
            <a:xfrm>
              <a:off x="419112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19" name="Line 48"/>
            <p:cNvSpPr/>
            <p:nvPr/>
          </p:nvSpPr>
          <p:spPr>
            <a:xfrm>
              <a:off x="4318200" y="4137840"/>
              <a:ext cx="298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20" name="Line 49"/>
            <p:cNvSpPr/>
            <p:nvPr/>
          </p:nvSpPr>
          <p:spPr>
            <a:xfrm>
              <a:off x="444348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21" name="Line 50"/>
            <p:cNvSpPr/>
            <p:nvPr/>
          </p:nvSpPr>
          <p:spPr>
            <a:xfrm>
              <a:off x="4568760" y="4137840"/>
              <a:ext cx="3204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22" name="Line 51"/>
            <p:cNvSpPr/>
            <p:nvPr/>
          </p:nvSpPr>
          <p:spPr>
            <a:xfrm>
              <a:off x="469584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23" name="Line 52"/>
            <p:cNvSpPr/>
            <p:nvPr/>
          </p:nvSpPr>
          <p:spPr>
            <a:xfrm>
              <a:off x="482148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24" name="Line 53"/>
            <p:cNvSpPr/>
            <p:nvPr/>
          </p:nvSpPr>
          <p:spPr>
            <a:xfrm>
              <a:off x="494676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25" name="Line 54"/>
            <p:cNvSpPr/>
            <p:nvPr/>
          </p:nvSpPr>
          <p:spPr>
            <a:xfrm>
              <a:off x="507384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26" name="Line 55"/>
            <p:cNvSpPr/>
            <p:nvPr/>
          </p:nvSpPr>
          <p:spPr>
            <a:xfrm>
              <a:off x="519912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27" name="Line 56"/>
            <p:cNvSpPr/>
            <p:nvPr/>
          </p:nvSpPr>
          <p:spPr>
            <a:xfrm>
              <a:off x="5326200" y="4137840"/>
              <a:ext cx="3024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28" name="Line 57"/>
            <p:cNvSpPr/>
            <p:nvPr/>
          </p:nvSpPr>
          <p:spPr>
            <a:xfrm>
              <a:off x="545148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29" name="Line 58"/>
            <p:cNvSpPr/>
            <p:nvPr/>
          </p:nvSpPr>
          <p:spPr>
            <a:xfrm>
              <a:off x="557712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30" name="Line 59"/>
            <p:cNvSpPr/>
            <p:nvPr/>
          </p:nvSpPr>
          <p:spPr>
            <a:xfrm>
              <a:off x="5703840" y="4137840"/>
              <a:ext cx="3204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31" name="Line 60"/>
            <p:cNvSpPr/>
            <p:nvPr/>
          </p:nvSpPr>
          <p:spPr>
            <a:xfrm>
              <a:off x="582948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32" name="Line 61"/>
            <p:cNvSpPr/>
            <p:nvPr/>
          </p:nvSpPr>
          <p:spPr>
            <a:xfrm>
              <a:off x="5956200" y="4137840"/>
              <a:ext cx="3024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33" name="Line 62"/>
            <p:cNvSpPr/>
            <p:nvPr/>
          </p:nvSpPr>
          <p:spPr>
            <a:xfrm>
              <a:off x="608184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34" name="Line 63"/>
            <p:cNvSpPr/>
            <p:nvPr/>
          </p:nvSpPr>
          <p:spPr>
            <a:xfrm>
              <a:off x="620712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35" name="Line 64"/>
            <p:cNvSpPr/>
            <p:nvPr/>
          </p:nvSpPr>
          <p:spPr>
            <a:xfrm>
              <a:off x="633420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36" name="Line 65"/>
            <p:cNvSpPr/>
            <p:nvPr/>
          </p:nvSpPr>
          <p:spPr>
            <a:xfrm>
              <a:off x="6459480" y="4137840"/>
              <a:ext cx="3204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37" name="Line 66"/>
            <p:cNvSpPr/>
            <p:nvPr/>
          </p:nvSpPr>
          <p:spPr>
            <a:xfrm>
              <a:off x="6586560" y="4137840"/>
              <a:ext cx="3024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38" name="Line 67"/>
            <p:cNvSpPr/>
            <p:nvPr/>
          </p:nvSpPr>
          <p:spPr>
            <a:xfrm>
              <a:off x="6711840" y="4137840"/>
              <a:ext cx="3204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39" name="Line 68"/>
            <p:cNvSpPr/>
            <p:nvPr/>
          </p:nvSpPr>
          <p:spPr>
            <a:xfrm>
              <a:off x="683748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40" name="Line 69"/>
            <p:cNvSpPr/>
            <p:nvPr/>
          </p:nvSpPr>
          <p:spPr>
            <a:xfrm>
              <a:off x="696456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41" name="Line 70"/>
            <p:cNvSpPr/>
            <p:nvPr/>
          </p:nvSpPr>
          <p:spPr>
            <a:xfrm>
              <a:off x="708984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42" name="Line 71"/>
            <p:cNvSpPr/>
            <p:nvPr/>
          </p:nvSpPr>
          <p:spPr>
            <a:xfrm>
              <a:off x="7215120" y="4137840"/>
              <a:ext cx="3204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43" name="Line 72"/>
            <p:cNvSpPr/>
            <p:nvPr/>
          </p:nvSpPr>
          <p:spPr>
            <a:xfrm>
              <a:off x="734220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44" name="Line 73"/>
            <p:cNvSpPr/>
            <p:nvPr/>
          </p:nvSpPr>
          <p:spPr>
            <a:xfrm>
              <a:off x="746784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45" name="Line 74"/>
            <p:cNvSpPr/>
            <p:nvPr/>
          </p:nvSpPr>
          <p:spPr>
            <a:xfrm>
              <a:off x="7594560" y="4137840"/>
              <a:ext cx="3024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46" name="Line 75"/>
            <p:cNvSpPr/>
            <p:nvPr/>
          </p:nvSpPr>
          <p:spPr>
            <a:xfrm>
              <a:off x="772020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47" name="Line 76"/>
            <p:cNvSpPr/>
            <p:nvPr/>
          </p:nvSpPr>
          <p:spPr>
            <a:xfrm>
              <a:off x="784548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48" name="Line 77"/>
            <p:cNvSpPr/>
            <p:nvPr/>
          </p:nvSpPr>
          <p:spPr>
            <a:xfrm>
              <a:off x="797256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49" name="Line 78"/>
            <p:cNvSpPr/>
            <p:nvPr/>
          </p:nvSpPr>
          <p:spPr>
            <a:xfrm>
              <a:off x="809784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50" name="Line 79"/>
            <p:cNvSpPr/>
            <p:nvPr/>
          </p:nvSpPr>
          <p:spPr>
            <a:xfrm>
              <a:off x="8224920" y="4137840"/>
              <a:ext cx="3024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51" name="Line 80"/>
            <p:cNvSpPr/>
            <p:nvPr/>
          </p:nvSpPr>
          <p:spPr>
            <a:xfrm>
              <a:off x="8350200" y="4137840"/>
              <a:ext cx="3204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52" name="Line 81"/>
            <p:cNvSpPr/>
            <p:nvPr/>
          </p:nvSpPr>
          <p:spPr>
            <a:xfrm>
              <a:off x="847584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53" name="Line 82"/>
            <p:cNvSpPr/>
            <p:nvPr/>
          </p:nvSpPr>
          <p:spPr>
            <a:xfrm>
              <a:off x="8602560" y="4137840"/>
              <a:ext cx="3204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54" name="Line 83"/>
            <p:cNvSpPr/>
            <p:nvPr/>
          </p:nvSpPr>
          <p:spPr>
            <a:xfrm>
              <a:off x="872820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55" name="Line 84"/>
            <p:cNvSpPr/>
            <p:nvPr/>
          </p:nvSpPr>
          <p:spPr>
            <a:xfrm>
              <a:off x="885348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56" name="Line 85"/>
            <p:cNvSpPr/>
            <p:nvPr/>
          </p:nvSpPr>
          <p:spPr>
            <a:xfrm>
              <a:off x="898056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57" name="Line 86"/>
            <p:cNvSpPr/>
            <p:nvPr/>
          </p:nvSpPr>
          <p:spPr>
            <a:xfrm>
              <a:off x="9105840" y="4137840"/>
              <a:ext cx="3204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58" name="Line 87"/>
            <p:cNvSpPr/>
            <p:nvPr/>
          </p:nvSpPr>
          <p:spPr>
            <a:xfrm>
              <a:off x="923292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59" name="Line 88"/>
            <p:cNvSpPr/>
            <p:nvPr/>
          </p:nvSpPr>
          <p:spPr>
            <a:xfrm>
              <a:off x="935856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60" name="Line 89"/>
            <p:cNvSpPr/>
            <p:nvPr/>
          </p:nvSpPr>
          <p:spPr>
            <a:xfrm>
              <a:off x="948384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61" name="Line 90"/>
            <p:cNvSpPr/>
            <p:nvPr/>
          </p:nvSpPr>
          <p:spPr>
            <a:xfrm>
              <a:off x="961092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62" name="Line 91"/>
            <p:cNvSpPr/>
            <p:nvPr/>
          </p:nvSpPr>
          <p:spPr>
            <a:xfrm>
              <a:off x="973620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63" name="Line 92"/>
            <p:cNvSpPr/>
            <p:nvPr/>
          </p:nvSpPr>
          <p:spPr>
            <a:xfrm>
              <a:off x="9863280" y="4137840"/>
              <a:ext cx="3024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64" name="Line 93"/>
            <p:cNvSpPr/>
            <p:nvPr/>
          </p:nvSpPr>
          <p:spPr>
            <a:xfrm>
              <a:off x="998856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65" name="Line 94"/>
            <p:cNvSpPr/>
            <p:nvPr/>
          </p:nvSpPr>
          <p:spPr>
            <a:xfrm>
              <a:off x="1011420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66" name="Line 95"/>
            <p:cNvSpPr/>
            <p:nvPr/>
          </p:nvSpPr>
          <p:spPr>
            <a:xfrm>
              <a:off x="10240920" y="4137840"/>
              <a:ext cx="3204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67" name="Line 96"/>
            <p:cNvSpPr/>
            <p:nvPr/>
          </p:nvSpPr>
          <p:spPr>
            <a:xfrm>
              <a:off x="10366560" y="4137840"/>
              <a:ext cx="31680" cy="1800"/>
            </a:xfrm>
            <a:prstGeom prst="line">
              <a:avLst/>
            </a:prstGeom>
            <a:ln w="31750">
              <a:solidFill>
                <a:srgbClr val="000000"/>
              </a:solidFill>
              <a:round/>
            </a:ln>
          </p:spPr>
          <p:style>
            <a:lnRef idx="0"/>
            <a:fillRef idx="0"/>
            <a:effectRef idx="0"/>
            <a:fontRef idx="minor"/>
          </p:style>
          <p:txBody>
            <a:bodyPr lIns="90000" tIns="-43200" rIns="90000" bIns="-43200" anchor="t">
              <a:noAutofit/>
            </a:bodyPr>
            <a:p>
              <a:endParaRPr lang="es-ES" sz="1800" b="0" u="none" strike="noStrike">
                <a:solidFill>
                  <a:schemeClr val="lt1"/>
                </a:solidFill>
                <a:effectLst/>
                <a:uFillTx/>
                <a:latin typeface="Century Gothic"/>
              </a:endParaRPr>
            </a:p>
          </p:txBody>
        </p:sp>
        <p:sp>
          <p:nvSpPr>
            <p:cNvPr id="1068" name="Freeform 97"/>
            <p:cNvSpPr/>
            <p:nvPr/>
          </p:nvSpPr>
          <p:spPr>
            <a:xfrm>
              <a:off x="10214280" y="4022280"/>
              <a:ext cx="236160" cy="229680"/>
            </a:xfrm>
            <a:custGeom>
              <a:avLst/>
              <a:gdLst>
                <a:gd name="textAreaLeft" fmla="*/ 0 w 236160"/>
                <a:gd name="textAreaRight" fmla="*/ 236520 w 236160"/>
                <a:gd name="textAreaTop" fmla="*/ 0 h 229680"/>
                <a:gd name="textAreaBottom" fmla="*/ 230040 h 229680"/>
                <a:gd name="GluePoint1X" fmla="*/ 0 w 0"/>
                <a:gd name="GluePoint1Y" fmla="*/ 145 h 0"/>
                <a:gd name="GluePoint2X" fmla="*/ 10 w 0"/>
                <a:gd name="GluePoint2Y" fmla="*/ 135 h 0"/>
                <a:gd name="GluePoint3X" fmla="*/ 17 w 0"/>
                <a:gd name="GluePoint3Y" fmla="*/ 129 h 0"/>
                <a:gd name="GluePoint4X" fmla="*/ 27 w 0"/>
                <a:gd name="GluePoint4Y" fmla="*/ 119 h 0"/>
                <a:gd name="GluePoint5X" fmla="*/ 37 w 0"/>
                <a:gd name="GluePoint5Y" fmla="*/ 112 h 0"/>
                <a:gd name="GluePoint6X" fmla="*/ 47 w 0"/>
                <a:gd name="GluePoint6Y" fmla="*/ 106 h 0"/>
                <a:gd name="GluePoint7X" fmla="*/ 56 w 0"/>
                <a:gd name="GluePoint7Y" fmla="*/ 99 h 0"/>
                <a:gd name="GluePoint8X" fmla="*/ 66 w 0"/>
                <a:gd name="GluePoint8Y" fmla="*/ 92 h 0"/>
                <a:gd name="GluePoint9X" fmla="*/ 76 w 0"/>
                <a:gd name="GluePoint9Y" fmla="*/ 86 h 0"/>
                <a:gd name="GluePoint10X" fmla="*/ 90 w 0"/>
                <a:gd name="GluePoint10Y" fmla="*/ 82 h 0"/>
                <a:gd name="GluePoint11X" fmla="*/ 99 w 0"/>
                <a:gd name="GluePoint11Y" fmla="*/ 79 h 0"/>
                <a:gd name="GluePoint12X" fmla="*/ 113 w 0"/>
                <a:gd name="GluePoint12Y" fmla="*/ 76 h 0"/>
                <a:gd name="GluePoint13X" fmla="*/ 123 w 0"/>
                <a:gd name="GluePoint13Y" fmla="*/ 73 h 0"/>
                <a:gd name="GluePoint14X" fmla="*/ 136 w 0"/>
                <a:gd name="GluePoint14Y" fmla="*/ 73 h 0"/>
                <a:gd name="GluePoint15X" fmla="*/ 149 w 0"/>
                <a:gd name="GluePoint15Y" fmla="*/ 73 h 0"/>
                <a:gd name="GluePoint16X" fmla="*/ 136 w 0"/>
                <a:gd name="GluePoint16Y" fmla="*/ 73 h 0"/>
                <a:gd name="GluePoint17X" fmla="*/ 123 w 0"/>
                <a:gd name="GluePoint17Y" fmla="*/ 73 h 0"/>
                <a:gd name="GluePoint18X" fmla="*/ 113 w 0"/>
                <a:gd name="GluePoint18Y" fmla="*/ 69 h 0"/>
                <a:gd name="GluePoint19X" fmla="*/ 99 w 0"/>
                <a:gd name="GluePoint19Y" fmla="*/ 66 h 0"/>
                <a:gd name="GluePoint20X" fmla="*/ 90 w 0"/>
                <a:gd name="GluePoint20Y" fmla="*/ 63 h 0"/>
                <a:gd name="GluePoint21X" fmla="*/ 76 w 0"/>
                <a:gd name="GluePoint21Y" fmla="*/ 59 h 0"/>
                <a:gd name="GluePoint22X" fmla="*/ 66 w 0"/>
                <a:gd name="GluePoint22Y" fmla="*/ 53 h 0"/>
                <a:gd name="GluePoint23X" fmla="*/ 56 w 0"/>
                <a:gd name="GluePoint23Y" fmla="*/ 46 h 0"/>
                <a:gd name="GluePoint24X" fmla="*/ 47 w 0"/>
                <a:gd name="GluePoint24Y" fmla="*/ 39 h 0"/>
                <a:gd name="GluePoint25X" fmla="*/ 37 w 0"/>
                <a:gd name="GluePoint25Y" fmla="*/ 33 h 0"/>
                <a:gd name="GluePoint26X" fmla="*/ 27 w 0"/>
                <a:gd name="GluePoint26Y" fmla="*/ 26 h 0"/>
                <a:gd name="GluePoint27X" fmla="*/ 17 w 0"/>
                <a:gd name="GluePoint27Y" fmla="*/ 16 h 0"/>
                <a:gd name="GluePoint28X" fmla="*/ 10 w 0"/>
                <a:gd name="GluePoint28Y" fmla="*/ 10 h 0"/>
                <a:gd name="GluePoint29X" fmla="*/ 0 w 0"/>
                <a:gd name="GluePoint29Y" fmla="*/ 0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Lst>
              <a:rect l="textAreaLeft" t="textAreaTop" r="textAreaRight" b="textAreaBottom"/>
              <a:pathLst>
                <a:path w="149" h="145">
                  <a:moveTo>
                    <a:pt x="0" y="145"/>
                  </a:moveTo>
                  <a:lnTo>
                    <a:pt x="10" y="135"/>
                  </a:lnTo>
                  <a:lnTo>
                    <a:pt x="17" y="129"/>
                  </a:lnTo>
                  <a:lnTo>
                    <a:pt x="27" y="119"/>
                  </a:lnTo>
                  <a:lnTo>
                    <a:pt x="37" y="112"/>
                  </a:lnTo>
                  <a:lnTo>
                    <a:pt x="47" y="106"/>
                  </a:lnTo>
                  <a:lnTo>
                    <a:pt x="56" y="99"/>
                  </a:lnTo>
                  <a:lnTo>
                    <a:pt x="66" y="92"/>
                  </a:lnTo>
                  <a:lnTo>
                    <a:pt x="76" y="86"/>
                  </a:lnTo>
                  <a:lnTo>
                    <a:pt x="90" y="82"/>
                  </a:lnTo>
                  <a:lnTo>
                    <a:pt x="99" y="79"/>
                  </a:lnTo>
                  <a:lnTo>
                    <a:pt x="113" y="76"/>
                  </a:lnTo>
                  <a:lnTo>
                    <a:pt x="123" y="73"/>
                  </a:lnTo>
                  <a:lnTo>
                    <a:pt x="136" y="73"/>
                  </a:lnTo>
                  <a:lnTo>
                    <a:pt x="149" y="73"/>
                  </a:lnTo>
                  <a:lnTo>
                    <a:pt x="136" y="73"/>
                  </a:lnTo>
                  <a:lnTo>
                    <a:pt x="123" y="73"/>
                  </a:lnTo>
                  <a:lnTo>
                    <a:pt x="113" y="69"/>
                  </a:lnTo>
                  <a:lnTo>
                    <a:pt x="99" y="66"/>
                  </a:lnTo>
                  <a:lnTo>
                    <a:pt x="90" y="63"/>
                  </a:lnTo>
                  <a:lnTo>
                    <a:pt x="76" y="59"/>
                  </a:lnTo>
                  <a:lnTo>
                    <a:pt x="66" y="53"/>
                  </a:lnTo>
                  <a:lnTo>
                    <a:pt x="56" y="46"/>
                  </a:lnTo>
                  <a:lnTo>
                    <a:pt x="47" y="39"/>
                  </a:lnTo>
                  <a:lnTo>
                    <a:pt x="37" y="33"/>
                  </a:lnTo>
                  <a:lnTo>
                    <a:pt x="27" y="26"/>
                  </a:lnTo>
                  <a:lnTo>
                    <a:pt x="17" y="16"/>
                  </a:lnTo>
                  <a:lnTo>
                    <a:pt x="10" y="10"/>
                  </a:lnTo>
                  <a:lnTo>
                    <a:pt x="0" y="0"/>
                  </a:lnTo>
                </a:path>
              </a:pathLst>
            </a:custGeom>
            <a:noFill/>
            <a:ln w="31750">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069" name="Rectangle 98"/>
            <p:cNvSpPr/>
            <p:nvPr/>
          </p:nvSpPr>
          <p:spPr>
            <a:xfrm>
              <a:off x="2337120" y="4951080"/>
              <a:ext cx="1223640" cy="2934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700" b="1" u="none" strike="noStrike">
                  <a:solidFill>
                    <a:srgbClr val="000000"/>
                  </a:solidFill>
                  <a:effectLst/>
                  <a:uFillTx/>
                  <a:latin typeface="Century Gothic"/>
                </a:rPr>
                <a:t>USUARIOS</a:t>
              </a:r>
              <a:endParaRPr lang="es-PY" sz="1700" b="0" u="none" strike="noStrike">
                <a:solidFill>
                  <a:srgbClr val="000000"/>
                </a:solidFill>
                <a:effectLst/>
                <a:uFillTx/>
                <a:latin typeface="Arial"/>
              </a:endParaRPr>
            </a:p>
          </p:txBody>
        </p:sp>
        <p:sp>
          <p:nvSpPr>
            <p:cNvPr id="1070" name="Rectangle 99"/>
            <p:cNvSpPr/>
            <p:nvPr/>
          </p:nvSpPr>
          <p:spPr>
            <a:xfrm>
              <a:off x="4773960" y="2358360"/>
              <a:ext cx="2331720" cy="2934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700" b="0" u="none" strike="noStrike">
                  <a:solidFill>
                    <a:srgbClr val="000000"/>
                  </a:solidFill>
                  <a:effectLst/>
                  <a:uFillTx/>
                  <a:latin typeface="Century Gothic"/>
                </a:rPr>
                <a:t>Sistemas en Desarrollo</a:t>
              </a:r>
              <a:endParaRPr lang="es-PY" sz="1700" b="0" u="none" strike="noStrike">
                <a:solidFill>
                  <a:srgbClr val="000000"/>
                </a:solidFill>
                <a:effectLst/>
                <a:uFillTx/>
                <a:latin typeface="Arial"/>
              </a:endParaRPr>
            </a:p>
          </p:txBody>
        </p:sp>
        <p:sp>
          <p:nvSpPr>
            <p:cNvPr id="1071" name="Rectangle 100"/>
            <p:cNvSpPr/>
            <p:nvPr/>
          </p:nvSpPr>
          <p:spPr>
            <a:xfrm>
              <a:off x="4343760" y="5663880"/>
              <a:ext cx="3470040" cy="2934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700" b="0" u="none" strike="noStrike">
                  <a:solidFill>
                    <a:srgbClr val="000000"/>
                  </a:solidFill>
                  <a:effectLst/>
                  <a:uFillTx/>
                  <a:latin typeface="Century Gothic"/>
                </a:rPr>
                <a:t>Sistemas en Producción/Operación</a:t>
              </a:r>
              <a:endParaRPr lang="es-PY" sz="1700" b="0" u="none" strike="noStrike">
                <a:solidFill>
                  <a:srgbClr val="000000"/>
                </a:solidFill>
                <a:effectLst/>
                <a:uFillTx/>
                <a:latin typeface="Arial"/>
              </a:endParaRPr>
            </a:p>
          </p:txBody>
        </p:sp>
      </p:gr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72"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CL" sz="2100" b="0" u="none" strike="noStrike">
                <a:solidFill>
                  <a:srgbClr val="002060"/>
                </a:solidFill>
                <a:effectLst/>
                <a:uFillTx/>
                <a:latin typeface="Century Gothic"/>
              </a:rPr>
              <a:t>Modelo en Espiral</a:t>
            </a:r>
            <a:endParaRPr lang="es-PY" sz="2100" b="0" u="none" strike="noStrike">
              <a:solidFill>
                <a:srgbClr val="002060"/>
              </a:solidFill>
              <a:effectLst/>
              <a:uFillTx/>
              <a:latin typeface="Century Gothic"/>
            </a:endParaRPr>
          </a:p>
        </p:txBody>
      </p:sp>
      <p:sp>
        <p:nvSpPr>
          <p:cNvPr id="1073" name="31 CuadroTexto"/>
          <p:cNvSpPr/>
          <p:nvPr/>
        </p:nvSpPr>
        <p:spPr>
          <a:xfrm>
            <a:off x="443160" y="2215440"/>
            <a:ext cx="10886400" cy="3831480"/>
          </a:xfrm>
          <a:prstGeom prst="rect">
            <a:avLst/>
          </a:prstGeom>
          <a:noFill/>
          <a:ln w="0">
            <a:noFill/>
          </a:ln>
        </p:spPr>
        <p:style>
          <a:lnRef idx="0"/>
          <a:fillRef idx="0"/>
          <a:effectRef idx="0"/>
          <a:fontRef idx="minor"/>
        </p:style>
        <p:txBody>
          <a:bodyPr lIns="90000" tIns="45000" rIns="90000" bIns="45000" anchor="t">
            <a:spAutoFit/>
          </a:bodyPr>
          <a:p>
            <a:pPr marL="272880" indent="-272880" defTabSz="457200">
              <a:lnSpc>
                <a:spcPct val="150000"/>
              </a:lnSpc>
              <a:tabLst>
                <a:tab pos="0" algn="l"/>
              </a:tabLst>
            </a:pPr>
            <a:r>
              <a:rPr lang="es-ES" sz="1800" b="0" u="none" strike="noStrike">
                <a:solidFill>
                  <a:srgbClr val="002060"/>
                </a:solidFill>
                <a:effectLst/>
                <a:uFillTx/>
                <a:latin typeface="Century Gothic"/>
              </a:rPr>
              <a:t>Se combinan las actividades de desarrollo con Análisis de Riesgo.</a:t>
            </a:r>
            <a:endParaRPr lang="es-PY" sz="1800" b="0" u="none" strike="noStrike">
              <a:solidFill>
                <a:srgbClr val="000000"/>
              </a:solidFill>
              <a:effectLst/>
              <a:uFillTx/>
              <a:latin typeface="Arial"/>
            </a:endParaRPr>
          </a:p>
          <a:p>
            <a:pPr marL="272880" indent="-272880" defTabSz="457200">
              <a:lnSpc>
                <a:spcPct val="150000"/>
              </a:lnSpc>
              <a:tabLst>
                <a:tab pos="0" algn="l"/>
              </a:tabLst>
            </a:pPr>
            <a:r>
              <a:rPr lang="es-ES" sz="1800" b="0" u="none" strike="noStrike">
                <a:solidFill>
                  <a:srgbClr val="002060"/>
                </a:solidFill>
                <a:effectLst/>
                <a:uFillTx/>
                <a:latin typeface="Century Gothic"/>
              </a:rPr>
              <a:t>El modelo es de tipo iterativo:</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tabLst>
                <a:tab pos="0" algn="l"/>
              </a:tabLst>
            </a:pPr>
            <a:r>
              <a:rPr lang="es-ES" sz="1800" b="0" u="none" strike="noStrike">
                <a:solidFill>
                  <a:srgbClr val="002060"/>
                </a:solidFill>
                <a:effectLst/>
                <a:uFillTx/>
                <a:latin typeface="Century Gothic"/>
              </a:rPr>
              <a:t>Planificación </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tabLst>
                <a:tab pos="0" algn="l"/>
              </a:tabLst>
            </a:pPr>
            <a:r>
              <a:rPr lang="es-ES" sz="1800" b="0" u="none" strike="noStrike">
                <a:solidFill>
                  <a:srgbClr val="002060"/>
                </a:solidFill>
                <a:effectLst/>
                <a:uFillTx/>
                <a:latin typeface="Century Gothic"/>
              </a:rPr>
              <a:t>Análisis de Riesgo </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tabLst>
                <a:tab pos="0" algn="l"/>
              </a:tabLst>
            </a:pPr>
            <a:r>
              <a:rPr lang="es-ES" sz="1800" b="0" u="none" strike="noStrike">
                <a:solidFill>
                  <a:srgbClr val="002060"/>
                </a:solidFill>
                <a:effectLst/>
                <a:uFillTx/>
                <a:latin typeface="Century Gothic"/>
              </a:rPr>
              <a:t>Ingeniería </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tabLst>
                <a:tab pos="0" algn="l"/>
              </a:tabLst>
            </a:pPr>
            <a:r>
              <a:rPr lang="es-ES" sz="1800" b="0" u="none" strike="noStrike">
                <a:solidFill>
                  <a:srgbClr val="002060"/>
                </a:solidFill>
                <a:effectLst/>
                <a:uFillTx/>
                <a:latin typeface="Century Gothic"/>
              </a:rPr>
              <a:t>Evaluación </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tabLst>
                <a:tab pos="0" algn="l"/>
              </a:tabLst>
            </a:pPr>
            <a:r>
              <a:rPr lang="es-ES" sz="1800" b="0" u="none" strike="noStrike">
                <a:solidFill>
                  <a:srgbClr val="002060"/>
                </a:solidFill>
                <a:effectLst/>
                <a:uFillTx/>
                <a:latin typeface="Century Gothic"/>
              </a:rPr>
              <a:t>Planificación</a:t>
            </a:r>
            <a:endParaRPr lang="es-PY" sz="1800" b="0" u="none" strike="noStrike">
              <a:solidFill>
                <a:srgbClr val="000000"/>
              </a:solidFill>
              <a:effectLst/>
              <a:uFillTx/>
              <a:latin typeface="Arial"/>
            </a:endParaRPr>
          </a:p>
          <a:p>
            <a:pPr marL="272880" indent="-272880" defTabSz="457200">
              <a:lnSpc>
                <a:spcPct val="150000"/>
              </a:lnSpc>
              <a:tabLst>
                <a:tab pos="0" algn="l"/>
              </a:tabLst>
            </a:pPr>
            <a:r>
              <a:rPr lang="es-ES" sz="1800" b="0" u="none" strike="noStrike">
                <a:solidFill>
                  <a:srgbClr val="002060"/>
                </a:solidFill>
                <a:effectLst/>
                <a:uFillTx/>
                <a:latin typeface="Century Gothic"/>
              </a:rPr>
              <a:t>En cada iteración, se evalúan las diferentes alternativas y se elige una.</a:t>
            </a:r>
            <a:endParaRPr lang="es-PY" sz="1800" b="0" u="none" strike="noStrike">
              <a:solidFill>
                <a:srgbClr val="000000"/>
              </a:solidFill>
              <a:effectLst/>
              <a:uFillTx/>
              <a:latin typeface="Arial"/>
            </a:endParaRPr>
          </a:p>
          <a:p>
            <a:pPr marL="272880" indent="-272880" defTabSz="457200">
              <a:lnSpc>
                <a:spcPct val="150000"/>
              </a:lnSpc>
              <a:tabLst>
                <a:tab pos="0" algn="l"/>
              </a:tabLst>
            </a:pPr>
            <a:r>
              <a:rPr lang="es-ES" sz="1800" b="0" u="none" strike="noStrike">
                <a:solidFill>
                  <a:srgbClr val="002060"/>
                </a:solidFill>
                <a:effectLst/>
                <a:uFillTx/>
                <a:latin typeface="Century Gothic"/>
              </a:rPr>
              <a:t>Los gestores del proyecto intentan eliminar o minimizar el riesgo.</a:t>
            </a:r>
            <a:endParaRPr lang="es-PY"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74"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CL" sz="2100" b="0" u="none" strike="noStrike">
                <a:solidFill>
                  <a:srgbClr val="002060"/>
                </a:solidFill>
                <a:effectLst/>
                <a:uFillTx/>
                <a:latin typeface="Century Gothic"/>
              </a:rPr>
              <a:t>Modelo en Espiral</a:t>
            </a:r>
            <a:endParaRPr lang="es-PY" sz="2100" b="0" u="none" strike="noStrike">
              <a:solidFill>
                <a:srgbClr val="002060"/>
              </a:solidFill>
              <a:effectLst/>
              <a:uFillTx/>
              <a:latin typeface="Century Gothic"/>
            </a:endParaRPr>
          </a:p>
        </p:txBody>
      </p:sp>
      <p:grpSp>
        <p:nvGrpSpPr>
          <p:cNvPr id="1075" name="Group 3"/>
          <p:cNvGrpSpPr/>
          <p:nvPr/>
        </p:nvGrpSpPr>
        <p:grpSpPr>
          <a:xfrm>
            <a:off x="2312640" y="1699200"/>
            <a:ext cx="7401960" cy="4620960"/>
            <a:chOff x="2312640" y="1699200"/>
            <a:chExt cx="7401960" cy="4620960"/>
          </a:xfrm>
        </p:grpSpPr>
        <p:sp>
          <p:nvSpPr>
            <p:cNvPr id="1076" name="Rectangle 4"/>
            <p:cNvSpPr/>
            <p:nvPr/>
          </p:nvSpPr>
          <p:spPr>
            <a:xfrm>
              <a:off x="2312640" y="5914080"/>
              <a:ext cx="1836000" cy="406080"/>
            </a:xfrm>
            <a:prstGeom prst="rect">
              <a:avLst/>
            </a:prstGeom>
            <a:noFill/>
            <a:ln w="12700">
              <a:noFill/>
            </a:ln>
          </p:spPr>
          <p:style>
            <a:lnRef idx="0"/>
            <a:fillRef idx="0"/>
            <a:effectRef idx="0"/>
            <a:fontRef idx="minor"/>
          </p:style>
          <p:txBody>
            <a:bodyPr wrap="none" lIns="90000" tIns="45000" rIns="90000" bIns="45000" anchor="ctr">
              <a:noAutofit/>
            </a:bodyPr>
            <a:p>
              <a:endParaRPr lang="es-ES" sz="1800" b="0" u="none" strike="noStrike">
                <a:solidFill>
                  <a:schemeClr val="lt1"/>
                </a:solidFill>
                <a:effectLst/>
                <a:uFillTx/>
                <a:latin typeface="Century Gothic"/>
              </a:endParaRPr>
            </a:p>
          </p:txBody>
        </p:sp>
        <p:sp>
          <p:nvSpPr>
            <p:cNvPr id="1077" name="Rectangle 5"/>
            <p:cNvSpPr/>
            <p:nvPr/>
          </p:nvSpPr>
          <p:spPr>
            <a:xfrm>
              <a:off x="4663440" y="5914080"/>
              <a:ext cx="2791080" cy="406080"/>
            </a:xfrm>
            <a:prstGeom prst="rect">
              <a:avLst/>
            </a:prstGeom>
            <a:noFill/>
            <a:ln w="12700">
              <a:noFill/>
            </a:ln>
          </p:spPr>
          <p:style>
            <a:lnRef idx="0"/>
            <a:fillRef idx="0"/>
            <a:effectRef idx="0"/>
            <a:fontRef idx="minor"/>
          </p:style>
          <p:txBody>
            <a:bodyPr wrap="none" lIns="90000" tIns="45000" rIns="90000" bIns="45000" anchor="ctr">
              <a:noAutofit/>
            </a:bodyPr>
            <a:p>
              <a:endParaRPr lang="es-ES" sz="1800" b="0" u="none" strike="noStrike">
                <a:solidFill>
                  <a:schemeClr val="lt1"/>
                </a:solidFill>
                <a:effectLst/>
                <a:uFillTx/>
                <a:latin typeface="Century Gothic"/>
              </a:endParaRPr>
            </a:p>
          </p:txBody>
        </p:sp>
        <p:sp>
          <p:nvSpPr>
            <p:cNvPr id="1078" name="Rectangle 6"/>
            <p:cNvSpPr/>
            <p:nvPr/>
          </p:nvSpPr>
          <p:spPr>
            <a:xfrm>
              <a:off x="2491920" y="2098800"/>
              <a:ext cx="1000440" cy="18324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0" u="none" strike="noStrike">
                  <a:solidFill>
                    <a:srgbClr val="000000"/>
                  </a:solidFill>
                  <a:effectLst/>
                  <a:uFillTx/>
                  <a:latin typeface="Tahoma"/>
                </a:rPr>
                <a:t>Recolección de</a:t>
              </a:r>
              <a:endParaRPr lang="es-PY" sz="1200" b="0" u="none" strike="noStrike">
                <a:solidFill>
                  <a:srgbClr val="000000"/>
                </a:solidFill>
                <a:effectLst/>
                <a:uFillTx/>
                <a:latin typeface="Arial"/>
              </a:endParaRPr>
            </a:p>
          </p:txBody>
        </p:sp>
        <p:sp>
          <p:nvSpPr>
            <p:cNvPr id="1079" name="Rectangle 7"/>
            <p:cNvSpPr/>
            <p:nvPr/>
          </p:nvSpPr>
          <p:spPr>
            <a:xfrm>
              <a:off x="2462760" y="2210400"/>
              <a:ext cx="1047960" cy="1818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0" u="none" strike="noStrike">
                  <a:solidFill>
                    <a:srgbClr val="000000"/>
                  </a:solidFill>
                  <a:effectLst/>
                  <a:uFillTx/>
                  <a:latin typeface="Tahoma"/>
                </a:rPr>
                <a:t>Requerimientos</a:t>
              </a:r>
              <a:endParaRPr lang="es-PY" sz="1200" b="0" u="none" strike="noStrike">
                <a:solidFill>
                  <a:srgbClr val="000000"/>
                </a:solidFill>
                <a:effectLst/>
                <a:uFillTx/>
                <a:latin typeface="Arial"/>
              </a:endParaRPr>
            </a:p>
          </p:txBody>
        </p:sp>
        <p:sp>
          <p:nvSpPr>
            <p:cNvPr id="1080" name="Rectangle 8"/>
            <p:cNvSpPr/>
            <p:nvPr/>
          </p:nvSpPr>
          <p:spPr>
            <a:xfrm>
              <a:off x="2482560" y="2323440"/>
              <a:ext cx="948600" cy="1818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0" u="none" strike="noStrike">
                  <a:solidFill>
                    <a:srgbClr val="000000"/>
                  </a:solidFill>
                  <a:effectLst/>
                  <a:uFillTx/>
                  <a:latin typeface="Tahoma"/>
                </a:rPr>
                <a:t>y Planificación</a:t>
              </a:r>
              <a:endParaRPr lang="es-PY" sz="1200" b="0" u="none" strike="noStrike">
                <a:solidFill>
                  <a:srgbClr val="000000"/>
                </a:solidFill>
                <a:effectLst/>
                <a:uFillTx/>
                <a:latin typeface="Arial"/>
              </a:endParaRPr>
            </a:p>
          </p:txBody>
        </p:sp>
        <p:sp>
          <p:nvSpPr>
            <p:cNvPr id="1081" name="Rectangle 9"/>
            <p:cNvSpPr/>
            <p:nvPr/>
          </p:nvSpPr>
          <p:spPr>
            <a:xfrm>
              <a:off x="2562120" y="2439000"/>
              <a:ext cx="829080" cy="1818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0" u="none" strike="noStrike">
                  <a:solidFill>
                    <a:srgbClr val="000000"/>
                  </a:solidFill>
                  <a:effectLst/>
                  <a:uFillTx/>
                  <a:latin typeface="Tahoma"/>
                </a:rPr>
                <a:t>del Proyecto</a:t>
              </a:r>
              <a:endParaRPr lang="es-PY" sz="1200" b="0" u="none" strike="noStrike">
                <a:solidFill>
                  <a:srgbClr val="000000"/>
                </a:solidFill>
                <a:effectLst/>
                <a:uFillTx/>
                <a:latin typeface="Arial"/>
              </a:endParaRPr>
            </a:p>
          </p:txBody>
        </p:sp>
        <p:sp>
          <p:nvSpPr>
            <p:cNvPr id="1082" name="Rectangle 10"/>
            <p:cNvSpPr/>
            <p:nvPr/>
          </p:nvSpPr>
          <p:spPr>
            <a:xfrm>
              <a:off x="2629440" y="2550600"/>
              <a:ext cx="642240" cy="1818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0" u="none" strike="noStrike">
                  <a:solidFill>
                    <a:srgbClr val="000000"/>
                  </a:solidFill>
                  <a:effectLst/>
                  <a:uFillTx/>
                  <a:latin typeface="Tahoma"/>
                </a:rPr>
                <a:t>(iniciales)</a:t>
              </a:r>
              <a:endParaRPr lang="es-PY" sz="1200" b="0" u="none" strike="noStrike">
                <a:solidFill>
                  <a:srgbClr val="000000"/>
                </a:solidFill>
                <a:effectLst/>
                <a:uFillTx/>
                <a:latin typeface="Arial"/>
              </a:endParaRPr>
            </a:p>
          </p:txBody>
        </p:sp>
        <p:sp>
          <p:nvSpPr>
            <p:cNvPr id="1083" name="Rectangle 11"/>
            <p:cNvSpPr/>
            <p:nvPr/>
          </p:nvSpPr>
          <p:spPr>
            <a:xfrm>
              <a:off x="2394000" y="3090960"/>
              <a:ext cx="824400" cy="18324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0" u="none" strike="noStrike">
                  <a:solidFill>
                    <a:srgbClr val="000000"/>
                  </a:solidFill>
                  <a:effectLst/>
                  <a:uFillTx/>
                  <a:latin typeface="Tahoma"/>
                </a:rPr>
                <a:t>Planificación</a:t>
              </a:r>
              <a:endParaRPr lang="es-PY" sz="1200" b="0" u="none" strike="noStrike">
                <a:solidFill>
                  <a:srgbClr val="000000"/>
                </a:solidFill>
                <a:effectLst/>
                <a:uFillTx/>
                <a:latin typeface="Arial"/>
              </a:endParaRPr>
            </a:p>
          </p:txBody>
        </p:sp>
        <p:sp>
          <p:nvSpPr>
            <p:cNvPr id="1084" name="Rectangle 12"/>
            <p:cNvSpPr/>
            <p:nvPr/>
          </p:nvSpPr>
          <p:spPr>
            <a:xfrm>
              <a:off x="2386080" y="3204000"/>
              <a:ext cx="920880" cy="18324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0" u="none" strike="noStrike">
                  <a:solidFill>
                    <a:srgbClr val="000000"/>
                  </a:solidFill>
                  <a:effectLst/>
                  <a:uFillTx/>
                  <a:latin typeface="Tahoma"/>
                </a:rPr>
                <a:t>basada en los</a:t>
              </a:r>
              <a:endParaRPr lang="es-PY" sz="1200" b="0" u="none" strike="noStrike">
                <a:solidFill>
                  <a:srgbClr val="000000"/>
                </a:solidFill>
                <a:effectLst/>
                <a:uFillTx/>
                <a:latin typeface="Arial"/>
              </a:endParaRPr>
            </a:p>
          </p:txBody>
        </p:sp>
        <p:sp>
          <p:nvSpPr>
            <p:cNvPr id="1085" name="Rectangle 13"/>
            <p:cNvSpPr/>
            <p:nvPr/>
          </p:nvSpPr>
          <p:spPr>
            <a:xfrm>
              <a:off x="2416680" y="3318480"/>
              <a:ext cx="820080" cy="18324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0" u="none" strike="noStrike">
                  <a:solidFill>
                    <a:srgbClr val="000000"/>
                  </a:solidFill>
                  <a:effectLst/>
                  <a:uFillTx/>
                  <a:latin typeface="Tahoma"/>
                </a:rPr>
                <a:t>comentarios</a:t>
              </a:r>
              <a:endParaRPr lang="es-PY" sz="1200" b="0" u="none" strike="noStrike">
                <a:solidFill>
                  <a:srgbClr val="000000"/>
                </a:solidFill>
                <a:effectLst/>
                <a:uFillTx/>
                <a:latin typeface="Arial"/>
              </a:endParaRPr>
            </a:p>
          </p:txBody>
        </p:sp>
        <p:sp>
          <p:nvSpPr>
            <p:cNvPr id="1086" name="Rectangle 14"/>
            <p:cNvSpPr/>
            <p:nvPr/>
          </p:nvSpPr>
          <p:spPr>
            <a:xfrm>
              <a:off x="2477880" y="3432600"/>
              <a:ext cx="685080" cy="18324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0" u="none" strike="noStrike">
                  <a:solidFill>
                    <a:srgbClr val="000000"/>
                  </a:solidFill>
                  <a:effectLst/>
                  <a:uFillTx/>
                  <a:latin typeface="Tahoma"/>
                </a:rPr>
                <a:t>del cliente</a:t>
              </a:r>
              <a:endParaRPr lang="es-PY" sz="1200" b="0" u="none" strike="noStrike">
                <a:solidFill>
                  <a:srgbClr val="000000"/>
                </a:solidFill>
                <a:effectLst/>
                <a:uFillTx/>
                <a:latin typeface="Arial"/>
              </a:endParaRPr>
            </a:p>
          </p:txBody>
        </p:sp>
        <p:sp>
          <p:nvSpPr>
            <p:cNvPr id="1087" name="Rectangle 15"/>
            <p:cNvSpPr/>
            <p:nvPr/>
          </p:nvSpPr>
          <p:spPr>
            <a:xfrm>
              <a:off x="2462760" y="4908960"/>
              <a:ext cx="712800" cy="1818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0" u="none" strike="noStrike">
                  <a:solidFill>
                    <a:srgbClr val="000000"/>
                  </a:solidFill>
                  <a:effectLst/>
                  <a:uFillTx/>
                  <a:latin typeface="Tahoma"/>
                </a:rPr>
                <a:t>Evaluación</a:t>
              </a:r>
              <a:endParaRPr lang="es-PY" sz="1200" b="0" u="none" strike="noStrike">
                <a:solidFill>
                  <a:srgbClr val="000000"/>
                </a:solidFill>
                <a:effectLst/>
                <a:uFillTx/>
                <a:latin typeface="Arial"/>
              </a:endParaRPr>
            </a:p>
          </p:txBody>
        </p:sp>
        <p:sp>
          <p:nvSpPr>
            <p:cNvPr id="1088" name="Rectangle 16"/>
            <p:cNvSpPr/>
            <p:nvPr/>
          </p:nvSpPr>
          <p:spPr>
            <a:xfrm>
              <a:off x="2491920" y="5023440"/>
              <a:ext cx="685080" cy="1818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0" u="none" strike="noStrike">
                  <a:solidFill>
                    <a:srgbClr val="000000"/>
                  </a:solidFill>
                  <a:effectLst/>
                  <a:uFillTx/>
                  <a:latin typeface="Tahoma"/>
                </a:rPr>
                <a:t>del cliente</a:t>
              </a:r>
              <a:endParaRPr lang="es-PY" sz="1200" b="0" u="none" strike="noStrike">
                <a:solidFill>
                  <a:srgbClr val="000000"/>
                </a:solidFill>
                <a:effectLst/>
                <a:uFillTx/>
                <a:latin typeface="Arial"/>
              </a:endParaRPr>
            </a:p>
          </p:txBody>
        </p:sp>
        <p:sp>
          <p:nvSpPr>
            <p:cNvPr id="1089" name="Rectangle 17"/>
            <p:cNvSpPr/>
            <p:nvPr/>
          </p:nvSpPr>
          <p:spPr>
            <a:xfrm>
              <a:off x="8152560" y="1746000"/>
              <a:ext cx="1205640" cy="1818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0" u="none" strike="noStrike">
                  <a:solidFill>
                    <a:srgbClr val="000000"/>
                  </a:solidFill>
                  <a:effectLst/>
                  <a:uFillTx/>
                  <a:latin typeface="Tahoma"/>
                </a:rPr>
                <a:t>Análisis de Riesgo</a:t>
              </a:r>
              <a:endParaRPr lang="es-PY" sz="1200" b="0" u="none" strike="noStrike">
                <a:solidFill>
                  <a:srgbClr val="000000"/>
                </a:solidFill>
                <a:effectLst/>
                <a:uFillTx/>
                <a:latin typeface="Arial"/>
              </a:endParaRPr>
            </a:p>
          </p:txBody>
        </p:sp>
        <p:sp>
          <p:nvSpPr>
            <p:cNvPr id="1090" name="Rectangle 18"/>
            <p:cNvSpPr/>
            <p:nvPr/>
          </p:nvSpPr>
          <p:spPr>
            <a:xfrm>
              <a:off x="8289000" y="1860120"/>
              <a:ext cx="925560" cy="1818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0" u="none" strike="noStrike">
                  <a:solidFill>
                    <a:srgbClr val="000000"/>
                  </a:solidFill>
                  <a:effectLst/>
                  <a:uFillTx/>
                  <a:latin typeface="Tahoma"/>
                </a:rPr>
                <a:t>basado en los</a:t>
              </a:r>
              <a:endParaRPr lang="es-PY" sz="1200" b="0" u="none" strike="noStrike">
                <a:solidFill>
                  <a:srgbClr val="000000"/>
                </a:solidFill>
                <a:effectLst/>
                <a:uFillTx/>
                <a:latin typeface="Arial"/>
              </a:endParaRPr>
            </a:p>
          </p:txBody>
        </p:sp>
        <p:sp>
          <p:nvSpPr>
            <p:cNvPr id="1091" name="Rectangle 19"/>
            <p:cNvSpPr/>
            <p:nvPr/>
          </p:nvSpPr>
          <p:spPr>
            <a:xfrm>
              <a:off x="8235360" y="1971720"/>
              <a:ext cx="1009800" cy="18324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0" u="none" strike="noStrike">
                  <a:solidFill>
                    <a:srgbClr val="000000"/>
                  </a:solidFill>
                  <a:effectLst/>
                  <a:uFillTx/>
                  <a:latin typeface="Tahoma"/>
                </a:rPr>
                <a:t>requerimientos</a:t>
              </a:r>
              <a:endParaRPr lang="es-PY" sz="1200" b="0" u="none" strike="noStrike">
                <a:solidFill>
                  <a:srgbClr val="000000"/>
                </a:solidFill>
                <a:effectLst/>
                <a:uFillTx/>
                <a:latin typeface="Arial"/>
              </a:endParaRPr>
            </a:p>
          </p:txBody>
        </p:sp>
        <p:sp>
          <p:nvSpPr>
            <p:cNvPr id="1092" name="Rectangle 20"/>
            <p:cNvSpPr/>
            <p:nvPr/>
          </p:nvSpPr>
          <p:spPr>
            <a:xfrm>
              <a:off x="8432640" y="2089080"/>
              <a:ext cx="523080" cy="1818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0" u="none" strike="noStrike">
                  <a:solidFill>
                    <a:srgbClr val="000000"/>
                  </a:solidFill>
                  <a:effectLst/>
                  <a:uFillTx/>
                  <a:latin typeface="Tahoma"/>
                </a:rPr>
                <a:t>iniciales</a:t>
              </a:r>
              <a:endParaRPr lang="es-PY" sz="1200" b="0" u="none" strike="noStrike">
                <a:solidFill>
                  <a:srgbClr val="000000"/>
                </a:solidFill>
                <a:effectLst/>
                <a:uFillTx/>
                <a:latin typeface="Arial"/>
              </a:endParaRPr>
            </a:p>
          </p:txBody>
        </p:sp>
        <p:sp>
          <p:nvSpPr>
            <p:cNvPr id="1093" name="Rectangle 21"/>
            <p:cNvSpPr/>
            <p:nvPr/>
          </p:nvSpPr>
          <p:spPr>
            <a:xfrm>
              <a:off x="8258400" y="2485440"/>
              <a:ext cx="1204200" cy="1818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0" u="none" strike="noStrike">
                  <a:solidFill>
                    <a:srgbClr val="000000"/>
                  </a:solidFill>
                  <a:effectLst/>
                  <a:uFillTx/>
                  <a:latin typeface="Tahoma"/>
                </a:rPr>
                <a:t>Análisis de Riesgo</a:t>
              </a:r>
              <a:endParaRPr lang="es-PY" sz="1200" b="0" u="none" strike="noStrike">
                <a:solidFill>
                  <a:srgbClr val="000000"/>
                </a:solidFill>
                <a:effectLst/>
                <a:uFillTx/>
                <a:latin typeface="Arial"/>
              </a:endParaRPr>
            </a:p>
          </p:txBody>
        </p:sp>
        <p:sp>
          <p:nvSpPr>
            <p:cNvPr id="1094" name="Rectangle 22"/>
            <p:cNvSpPr/>
            <p:nvPr/>
          </p:nvSpPr>
          <p:spPr>
            <a:xfrm>
              <a:off x="8423640" y="2598480"/>
              <a:ext cx="853560" cy="1818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0" u="none" strike="noStrike">
                  <a:solidFill>
                    <a:srgbClr val="000000"/>
                  </a:solidFill>
                  <a:effectLst/>
                  <a:uFillTx/>
                  <a:latin typeface="Tahoma"/>
                </a:rPr>
                <a:t>basado en la</a:t>
              </a:r>
              <a:endParaRPr lang="es-PY" sz="1200" b="0" u="none" strike="noStrike">
                <a:solidFill>
                  <a:srgbClr val="000000"/>
                </a:solidFill>
                <a:effectLst/>
                <a:uFillTx/>
                <a:latin typeface="Arial"/>
              </a:endParaRPr>
            </a:p>
          </p:txBody>
        </p:sp>
        <p:sp>
          <p:nvSpPr>
            <p:cNvPr id="1095" name="Rectangle 23"/>
            <p:cNvSpPr/>
            <p:nvPr/>
          </p:nvSpPr>
          <p:spPr>
            <a:xfrm>
              <a:off x="8227800" y="2712960"/>
              <a:ext cx="1291320" cy="1818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0" u="none" strike="noStrike">
                  <a:solidFill>
                    <a:srgbClr val="000000"/>
                  </a:solidFill>
                  <a:effectLst/>
                  <a:uFillTx/>
                  <a:latin typeface="Tahoma"/>
                </a:rPr>
                <a:t>reacción del cliente</a:t>
              </a:r>
              <a:endParaRPr lang="es-PY" sz="1200" b="0" u="none" strike="noStrike">
                <a:solidFill>
                  <a:srgbClr val="000000"/>
                </a:solidFill>
                <a:effectLst/>
                <a:uFillTx/>
                <a:latin typeface="Arial"/>
              </a:endParaRPr>
            </a:p>
          </p:txBody>
        </p:sp>
        <p:sp>
          <p:nvSpPr>
            <p:cNvPr id="1096" name="Rectangle 24"/>
            <p:cNvSpPr/>
            <p:nvPr/>
          </p:nvSpPr>
          <p:spPr>
            <a:xfrm>
              <a:off x="8042400" y="4491360"/>
              <a:ext cx="1672200" cy="18324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1" u="none" strike="noStrike">
                  <a:solidFill>
                    <a:srgbClr val="000000"/>
                  </a:solidFill>
                  <a:effectLst/>
                  <a:uFillTx/>
                  <a:latin typeface="Tahoma"/>
                </a:rPr>
                <a:t>Hacia el Sistema Final</a:t>
              </a:r>
              <a:endParaRPr lang="es-PY" sz="1200" b="0" u="none" strike="noStrike">
                <a:solidFill>
                  <a:srgbClr val="000000"/>
                </a:solidFill>
                <a:effectLst/>
                <a:uFillTx/>
                <a:latin typeface="Arial"/>
              </a:endParaRPr>
            </a:p>
          </p:txBody>
        </p:sp>
        <p:sp>
          <p:nvSpPr>
            <p:cNvPr id="1097" name="Rectangle 25"/>
            <p:cNvSpPr/>
            <p:nvPr/>
          </p:nvSpPr>
          <p:spPr>
            <a:xfrm>
              <a:off x="7878600" y="4966920"/>
              <a:ext cx="1522440" cy="1818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0" u="none" strike="noStrike">
                  <a:solidFill>
                    <a:srgbClr val="000000"/>
                  </a:solidFill>
                  <a:effectLst/>
                  <a:uFillTx/>
                  <a:latin typeface="Tahoma"/>
                </a:rPr>
                <a:t>Prototipo inicial del Sw</a:t>
              </a:r>
              <a:endParaRPr lang="es-PY" sz="1200" b="0" u="none" strike="noStrike">
                <a:solidFill>
                  <a:srgbClr val="000000"/>
                </a:solidFill>
                <a:effectLst/>
                <a:uFillTx/>
                <a:latin typeface="Arial"/>
              </a:endParaRPr>
            </a:p>
          </p:txBody>
        </p:sp>
        <p:sp>
          <p:nvSpPr>
            <p:cNvPr id="1098" name="Rectangle 26"/>
            <p:cNvSpPr/>
            <p:nvPr/>
          </p:nvSpPr>
          <p:spPr>
            <a:xfrm>
              <a:off x="7620120" y="5240880"/>
              <a:ext cx="1869840" cy="18324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0" u="none" strike="noStrike">
                  <a:solidFill>
                    <a:srgbClr val="000000"/>
                  </a:solidFill>
                  <a:effectLst/>
                  <a:uFillTx/>
                  <a:latin typeface="Tahoma"/>
                </a:rPr>
                <a:t>Prototipo del siguiente nivel</a:t>
              </a:r>
              <a:endParaRPr lang="es-PY" sz="1200" b="0" u="none" strike="noStrike">
                <a:solidFill>
                  <a:srgbClr val="000000"/>
                </a:solidFill>
                <a:effectLst/>
                <a:uFillTx/>
                <a:latin typeface="Arial"/>
              </a:endParaRPr>
            </a:p>
          </p:txBody>
        </p:sp>
        <p:sp>
          <p:nvSpPr>
            <p:cNvPr id="1099" name="Rectangle 27"/>
            <p:cNvSpPr/>
            <p:nvPr/>
          </p:nvSpPr>
          <p:spPr>
            <a:xfrm>
              <a:off x="7695000" y="5496120"/>
              <a:ext cx="1465920" cy="18324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0" u="none" strike="noStrike">
                  <a:solidFill>
                    <a:srgbClr val="000000"/>
                  </a:solidFill>
                  <a:effectLst/>
                  <a:uFillTx/>
                  <a:latin typeface="Tahoma"/>
                </a:rPr>
                <a:t>Sistema de Ingeniería</a:t>
              </a:r>
              <a:endParaRPr lang="es-PY" sz="1200" b="0" u="none" strike="noStrike">
                <a:solidFill>
                  <a:srgbClr val="000000"/>
                </a:solidFill>
                <a:effectLst/>
                <a:uFillTx/>
                <a:latin typeface="Arial"/>
              </a:endParaRPr>
            </a:p>
          </p:txBody>
        </p:sp>
        <p:sp>
          <p:nvSpPr>
            <p:cNvPr id="1100" name="Rectangle 28"/>
            <p:cNvSpPr/>
            <p:nvPr/>
          </p:nvSpPr>
          <p:spPr>
            <a:xfrm>
              <a:off x="6668280" y="5820840"/>
              <a:ext cx="969840" cy="1818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1" u="none" strike="noStrike">
                  <a:solidFill>
                    <a:srgbClr val="000000"/>
                  </a:solidFill>
                  <a:effectLst/>
                  <a:uFillTx/>
                  <a:latin typeface="Tahoma"/>
                </a:rPr>
                <a:t>INGENIERÍA</a:t>
              </a:r>
              <a:endParaRPr lang="es-PY" sz="1200" b="0" u="none" strike="noStrike">
                <a:solidFill>
                  <a:srgbClr val="000000"/>
                </a:solidFill>
                <a:effectLst/>
                <a:uFillTx/>
                <a:latin typeface="Arial"/>
              </a:endParaRPr>
            </a:p>
          </p:txBody>
        </p:sp>
        <p:sp>
          <p:nvSpPr>
            <p:cNvPr id="1101" name="Rectangle 29"/>
            <p:cNvSpPr/>
            <p:nvPr/>
          </p:nvSpPr>
          <p:spPr>
            <a:xfrm>
              <a:off x="3405240" y="5761800"/>
              <a:ext cx="1357200" cy="1818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1" u="none" strike="noStrike">
                  <a:solidFill>
                    <a:srgbClr val="000000"/>
                  </a:solidFill>
                  <a:effectLst/>
                  <a:uFillTx/>
                  <a:latin typeface="Tahoma"/>
                </a:rPr>
                <a:t>EVALUACIÓN DEL</a:t>
              </a:r>
              <a:endParaRPr lang="es-PY" sz="1200" b="0" u="none" strike="noStrike">
                <a:solidFill>
                  <a:srgbClr val="000000"/>
                </a:solidFill>
                <a:effectLst/>
                <a:uFillTx/>
                <a:latin typeface="Arial"/>
              </a:endParaRPr>
            </a:p>
          </p:txBody>
        </p:sp>
        <p:sp>
          <p:nvSpPr>
            <p:cNvPr id="1102" name="Rectangle 30"/>
            <p:cNvSpPr/>
            <p:nvPr/>
          </p:nvSpPr>
          <p:spPr>
            <a:xfrm>
              <a:off x="3717720" y="5873040"/>
              <a:ext cx="660600" cy="1818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1" u="none" strike="noStrike">
                  <a:solidFill>
                    <a:srgbClr val="000000"/>
                  </a:solidFill>
                  <a:effectLst/>
                  <a:uFillTx/>
                  <a:latin typeface="Tahoma"/>
                </a:rPr>
                <a:t>CLIENTE</a:t>
              </a:r>
              <a:endParaRPr lang="es-PY" sz="1200" b="0" u="none" strike="noStrike">
                <a:solidFill>
                  <a:srgbClr val="000000"/>
                </a:solidFill>
                <a:effectLst/>
                <a:uFillTx/>
                <a:latin typeface="Arial"/>
              </a:endParaRPr>
            </a:p>
          </p:txBody>
        </p:sp>
        <p:sp>
          <p:nvSpPr>
            <p:cNvPr id="1103" name="Rectangle 31"/>
            <p:cNvSpPr/>
            <p:nvPr/>
          </p:nvSpPr>
          <p:spPr>
            <a:xfrm>
              <a:off x="3572280" y="1726200"/>
              <a:ext cx="1259280" cy="1818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1" u="none" strike="noStrike">
                  <a:solidFill>
                    <a:srgbClr val="000000"/>
                  </a:solidFill>
                  <a:effectLst/>
                  <a:uFillTx/>
                  <a:latin typeface="Tahoma"/>
                </a:rPr>
                <a:t>PLANIFICACIÓN</a:t>
              </a:r>
              <a:endParaRPr lang="es-PY" sz="1200" b="0" u="none" strike="noStrike">
                <a:solidFill>
                  <a:srgbClr val="000000"/>
                </a:solidFill>
                <a:effectLst/>
                <a:uFillTx/>
                <a:latin typeface="Arial"/>
              </a:endParaRPr>
            </a:p>
          </p:txBody>
        </p:sp>
        <p:sp>
          <p:nvSpPr>
            <p:cNvPr id="1104" name="Rectangle 32"/>
            <p:cNvSpPr/>
            <p:nvPr/>
          </p:nvSpPr>
          <p:spPr>
            <a:xfrm>
              <a:off x="6388200" y="1726200"/>
              <a:ext cx="1658520" cy="1818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1" u="none" strike="noStrike">
                  <a:solidFill>
                    <a:srgbClr val="000000"/>
                  </a:solidFill>
                  <a:effectLst/>
                  <a:uFillTx/>
                  <a:latin typeface="Tahoma"/>
                </a:rPr>
                <a:t>ANÁLISIS DE RIESGO</a:t>
              </a:r>
              <a:endParaRPr lang="es-PY" sz="1200" b="0" u="none" strike="noStrike">
                <a:solidFill>
                  <a:srgbClr val="000000"/>
                </a:solidFill>
                <a:effectLst/>
                <a:uFillTx/>
                <a:latin typeface="Arial"/>
              </a:endParaRPr>
            </a:p>
          </p:txBody>
        </p:sp>
        <p:sp>
          <p:nvSpPr>
            <p:cNvPr id="1105" name="Rectangle 33"/>
            <p:cNvSpPr/>
            <p:nvPr/>
          </p:nvSpPr>
          <p:spPr>
            <a:xfrm>
              <a:off x="8541360" y="3641760"/>
              <a:ext cx="772560" cy="1818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0" u="none" strike="noStrike">
                  <a:solidFill>
                    <a:srgbClr val="000000"/>
                  </a:solidFill>
                  <a:effectLst/>
                  <a:uFillTx/>
                  <a:latin typeface="Tahoma"/>
                </a:rPr>
                <a:t>Decisión de</a:t>
              </a:r>
              <a:endParaRPr lang="es-PY" sz="1200" b="0" u="none" strike="noStrike">
                <a:solidFill>
                  <a:srgbClr val="000000"/>
                </a:solidFill>
                <a:effectLst/>
                <a:uFillTx/>
                <a:latin typeface="Arial"/>
              </a:endParaRPr>
            </a:p>
          </p:txBody>
        </p:sp>
        <p:sp>
          <p:nvSpPr>
            <p:cNvPr id="1106" name="Rectangle 34"/>
            <p:cNvSpPr/>
            <p:nvPr/>
          </p:nvSpPr>
          <p:spPr>
            <a:xfrm>
              <a:off x="8367120" y="3754440"/>
              <a:ext cx="1141200" cy="18324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0" u="none" strike="noStrike">
                  <a:solidFill>
                    <a:srgbClr val="000000"/>
                  </a:solidFill>
                  <a:effectLst/>
                  <a:uFillTx/>
                  <a:latin typeface="Tahoma"/>
                </a:rPr>
                <a:t>Seguir/No Seguir</a:t>
              </a:r>
              <a:endParaRPr lang="es-PY" sz="1200" b="0" u="none" strike="noStrike">
                <a:solidFill>
                  <a:srgbClr val="000000"/>
                </a:solidFill>
                <a:effectLst/>
                <a:uFillTx/>
                <a:latin typeface="Arial"/>
              </a:endParaRPr>
            </a:p>
          </p:txBody>
        </p:sp>
        <p:sp>
          <p:nvSpPr>
            <p:cNvPr id="1107" name="Rectangle 35"/>
            <p:cNvSpPr/>
            <p:nvPr/>
          </p:nvSpPr>
          <p:spPr>
            <a:xfrm>
              <a:off x="5209920" y="6089040"/>
              <a:ext cx="1011240" cy="181800"/>
            </a:xfrm>
            <a:prstGeom prst="rect">
              <a:avLst/>
            </a:prstGeom>
            <a:noFill/>
            <a:ln w="9525">
              <a:noFill/>
            </a:ln>
          </p:spPr>
          <p:style>
            <a:lnRef idx="0"/>
            <a:fillRef idx="0"/>
            <a:effectRef idx="0"/>
            <a:fontRef idx="minor"/>
          </p:style>
          <p:txBody>
            <a:bodyPr wrap="none" lIns="0" tIns="0" rIns="0" bIns="0" anchor="t">
              <a:spAutoFit/>
            </a:bodyPr>
            <a:p>
              <a:pPr defTabSz="457200">
                <a:lnSpc>
                  <a:spcPct val="100000"/>
                </a:lnSpc>
              </a:pPr>
              <a:r>
                <a:rPr lang="es-ES" sz="1200" b="0" u="none" strike="noStrike">
                  <a:solidFill>
                    <a:srgbClr val="000000"/>
                  </a:solidFill>
                  <a:effectLst/>
                  <a:uFillTx/>
                  <a:latin typeface="Tahoma"/>
                </a:rPr>
                <a:t>Boehm  (1986)</a:t>
              </a:r>
              <a:endParaRPr lang="es-PY" sz="1200" b="0" u="none" strike="noStrike">
                <a:solidFill>
                  <a:srgbClr val="000000"/>
                </a:solidFill>
                <a:effectLst/>
                <a:uFillTx/>
                <a:latin typeface="Arial"/>
              </a:endParaRPr>
            </a:p>
          </p:txBody>
        </p:sp>
        <p:sp>
          <p:nvSpPr>
            <p:cNvPr id="1108" name="Line 36"/>
            <p:cNvSpPr/>
            <p:nvPr/>
          </p:nvSpPr>
          <p:spPr>
            <a:xfrm>
              <a:off x="5596920" y="1699200"/>
              <a:ext cx="1440" cy="4005720"/>
            </a:xfrm>
            <a:prstGeom prst="line">
              <a:avLst/>
            </a:prstGeom>
            <a:ln w="0">
              <a:solidFill>
                <a:srgbClr val="000000"/>
              </a:solidFill>
              <a:prstDash val="sysDash"/>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109" name="Line 37"/>
            <p:cNvSpPr/>
            <p:nvPr/>
          </p:nvSpPr>
          <p:spPr>
            <a:xfrm>
              <a:off x="3200040" y="3829320"/>
              <a:ext cx="5019840" cy="1080"/>
            </a:xfrm>
            <a:prstGeom prst="line">
              <a:avLst/>
            </a:prstGeom>
            <a:ln w="0">
              <a:solidFill>
                <a:srgbClr val="000000"/>
              </a:solidFill>
              <a:prstDash val="sysDash"/>
            </a:ln>
          </p:spPr>
          <p:style>
            <a:lnRef idx="0"/>
            <a:fillRef idx="0"/>
            <a:effectRef idx="0"/>
            <a:fontRef idx="minor"/>
          </p:style>
          <p:txBody>
            <a:bodyPr lIns="90000" tIns="-43920" rIns="90000" bIns="-43920" anchor="t">
              <a:noAutofit/>
            </a:bodyPr>
            <a:p>
              <a:endParaRPr lang="es-ES" sz="1800" b="0" u="none" strike="noStrike">
                <a:solidFill>
                  <a:schemeClr val="lt1"/>
                </a:solidFill>
                <a:effectLst/>
                <a:uFillTx/>
                <a:latin typeface="Century Gothic"/>
              </a:endParaRPr>
            </a:p>
          </p:txBody>
        </p:sp>
        <p:sp>
          <p:nvSpPr>
            <p:cNvPr id="1110" name="Line 38"/>
            <p:cNvSpPr/>
            <p:nvPr/>
          </p:nvSpPr>
          <p:spPr>
            <a:xfrm flipH="1">
              <a:off x="7648920" y="3829320"/>
              <a:ext cx="114840" cy="682920"/>
            </a:xfrm>
            <a:prstGeom prst="line">
              <a:avLst/>
            </a:prstGeom>
            <a:ln w="30163">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111" name="Freeform 39"/>
            <p:cNvSpPr/>
            <p:nvPr/>
          </p:nvSpPr>
          <p:spPr>
            <a:xfrm>
              <a:off x="5596920" y="2295000"/>
              <a:ext cx="2166840" cy="1533960"/>
            </a:xfrm>
            <a:custGeom>
              <a:avLst/>
              <a:gdLst>
                <a:gd name="textAreaLeft" fmla="*/ 0 w 2166840"/>
                <a:gd name="textAreaRight" fmla="*/ 2167200 w 2166840"/>
                <a:gd name="textAreaTop" fmla="*/ 0 h 1533960"/>
                <a:gd name="textAreaBottom" fmla="*/ 1534320 h 1533960"/>
                <a:gd name="GluePoint1X" fmla="*/ 0 w 0"/>
                <a:gd name="GluePoint1Y" fmla="*/ 0 h 0"/>
                <a:gd name="GluePoint2X" fmla="*/ 154 w 0"/>
                <a:gd name="GluePoint2Y" fmla="*/ 4 h 0"/>
                <a:gd name="GluePoint3X" fmla="*/ 289 w 0"/>
                <a:gd name="GluePoint3Y" fmla="*/ 7 h 0"/>
                <a:gd name="GluePoint4X" fmla="*/ 419 w 0"/>
                <a:gd name="GluePoint4Y" fmla="*/ 18 h 0"/>
                <a:gd name="GluePoint5X" fmla="*/ 539 w 0"/>
                <a:gd name="GluePoint5Y" fmla="*/ 36 h 0"/>
                <a:gd name="GluePoint6X" fmla="*/ 650 w 0"/>
                <a:gd name="GluePoint6Y" fmla="*/ 57 h 0"/>
                <a:gd name="GluePoint7X" fmla="*/ 751 w 0"/>
                <a:gd name="GluePoint7Y" fmla="*/ 81 h 0"/>
                <a:gd name="GluePoint8X" fmla="*/ 848 w 0"/>
                <a:gd name="GluePoint8Y" fmla="*/ 109 h 0"/>
                <a:gd name="GluePoint9X" fmla="*/ 929 w 0"/>
                <a:gd name="GluePoint9Y" fmla="*/ 148 h 0"/>
                <a:gd name="GluePoint10X" fmla="*/ 1006 w 0"/>
                <a:gd name="GluePoint10Y" fmla="*/ 190 h 0"/>
                <a:gd name="GluePoint11X" fmla="*/ 1074 w 0"/>
                <a:gd name="GluePoint11Y" fmla="*/ 236 h 0"/>
                <a:gd name="GluePoint12X" fmla="*/ 1136 w 0"/>
                <a:gd name="GluePoint12Y" fmla="*/ 289 h 0"/>
                <a:gd name="GluePoint13X" fmla="*/ 1189 w 0"/>
                <a:gd name="GluePoint13Y" fmla="*/ 348 h 0"/>
                <a:gd name="GluePoint14X" fmla="*/ 1233 w 0"/>
                <a:gd name="GluePoint14Y" fmla="*/ 415 h 0"/>
                <a:gd name="GluePoint15X" fmla="*/ 1271 w 0"/>
                <a:gd name="GluePoint15Y" fmla="*/ 489 h 0"/>
                <a:gd name="GluePoint16X" fmla="*/ 1305 w 0"/>
                <a:gd name="GluePoint16Y" fmla="*/ 566 h 0"/>
                <a:gd name="GluePoint17X" fmla="*/ 1329 w 0"/>
                <a:gd name="GluePoint17Y" fmla="*/ 654 h 0"/>
                <a:gd name="GluePoint18X" fmla="*/ 1348 w 0"/>
                <a:gd name="GluePoint18Y" fmla="*/ 749 h 0"/>
                <a:gd name="GluePoint19X" fmla="*/ 1363 w 0"/>
                <a:gd name="GluePoint19Y" fmla="*/ 851 h 0"/>
                <a:gd name="GluePoint20X" fmla="*/ 1372 w 0"/>
                <a:gd name="GluePoint20Y" fmla="*/ 960 h 0"/>
                <a:gd name="GluePoint21X" fmla="*/ 1372 w 0"/>
                <a:gd name="GluePoint21Y" fmla="*/ 1076 h 0"/>
                <a:gd name="GluePoint22X" fmla="*/ 1372 w 0"/>
                <a:gd name="GluePoint22Y" fmla="*/ 1139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Lst>
              <a:rect l="textAreaLeft" t="textAreaTop" r="textAreaRight" b="textAreaBottom"/>
              <a:pathLst>
                <a:path w="1372" h="1139">
                  <a:moveTo>
                    <a:pt x="0" y="0"/>
                  </a:moveTo>
                  <a:lnTo>
                    <a:pt x="154" y="4"/>
                  </a:lnTo>
                  <a:lnTo>
                    <a:pt x="289" y="7"/>
                  </a:lnTo>
                  <a:lnTo>
                    <a:pt x="419" y="18"/>
                  </a:lnTo>
                  <a:lnTo>
                    <a:pt x="539" y="36"/>
                  </a:lnTo>
                  <a:lnTo>
                    <a:pt x="650" y="57"/>
                  </a:lnTo>
                  <a:lnTo>
                    <a:pt x="751" y="81"/>
                  </a:lnTo>
                  <a:lnTo>
                    <a:pt x="848" y="109"/>
                  </a:lnTo>
                  <a:lnTo>
                    <a:pt x="929" y="148"/>
                  </a:lnTo>
                  <a:lnTo>
                    <a:pt x="1006" y="190"/>
                  </a:lnTo>
                  <a:lnTo>
                    <a:pt x="1074" y="236"/>
                  </a:lnTo>
                  <a:lnTo>
                    <a:pt x="1136" y="289"/>
                  </a:lnTo>
                  <a:lnTo>
                    <a:pt x="1189" y="348"/>
                  </a:lnTo>
                  <a:lnTo>
                    <a:pt x="1233" y="415"/>
                  </a:lnTo>
                  <a:lnTo>
                    <a:pt x="1271" y="489"/>
                  </a:lnTo>
                  <a:lnTo>
                    <a:pt x="1305" y="566"/>
                  </a:lnTo>
                  <a:lnTo>
                    <a:pt x="1329" y="654"/>
                  </a:lnTo>
                  <a:lnTo>
                    <a:pt x="1348" y="749"/>
                  </a:lnTo>
                  <a:lnTo>
                    <a:pt x="1363" y="851"/>
                  </a:lnTo>
                  <a:lnTo>
                    <a:pt x="1372" y="960"/>
                  </a:lnTo>
                  <a:lnTo>
                    <a:pt x="1372" y="1076"/>
                  </a:lnTo>
                  <a:lnTo>
                    <a:pt x="1372" y="1139"/>
                  </a:lnTo>
                </a:path>
              </a:pathLst>
            </a:custGeom>
            <a:noFill/>
            <a:ln w="30163">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112" name="Freeform 40"/>
            <p:cNvSpPr/>
            <p:nvPr/>
          </p:nvSpPr>
          <p:spPr>
            <a:xfrm>
              <a:off x="3656520" y="2295000"/>
              <a:ext cx="1940040" cy="1533960"/>
            </a:xfrm>
            <a:custGeom>
              <a:avLst/>
              <a:gdLst>
                <a:gd name="textAreaLeft" fmla="*/ 0 w 1940040"/>
                <a:gd name="textAreaRight" fmla="*/ 1940400 w 1940040"/>
                <a:gd name="textAreaTop" fmla="*/ 0 h 1533960"/>
                <a:gd name="textAreaBottom" fmla="*/ 1534320 h 1533960"/>
                <a:gd name="GluePoint1X" fmla="*/ 0 w 0"/>
                <a:gd name="GluePoint1Y" fmla="*/ 1139 h 0"/>
                <a:gd name="GluePoint2X" fmla="*/ 5 w 0"/>
                <a:gd name="GluePoint2Y" fmla="*/ 1016 h 0"/>
                <a:gd name="GluePoint3X" fmla="*/ 10 w 0"/>
                <a:gd name="GluePoint3Y" fmla="*/ 900 h 0"/>
                <a:gd name="GluePoint4X" fmla="*/ 24 w 0"/>
                <a:gd name="GluePoint4Y" fmla="*/ 791 h 0"/>
                <a:gd name="GluePoint5X" fmla="*/ 39 w 0"/>
                <a:gd name="GluePoint5Y" fmla="*/ 693 h 0"/>
                <a:gd name="GluePoint6X" fmla="*/ 63 w 0"/>
                <a:gd name="GluePoint6Y" fmla="*/ 601 h 0"/>
                <a:gd name="GluePoint7X" fmla="*/ 87 w 0"/>
                <a:gd name="GluePoint7Y" fmla="*/ 517 h 0"/>
                <a:gd name="GluePoint8X" fmla="*/ 121 w 0"/>
                <a:gd name="GluePoint8Y" fmla="*/ 440 h 0"/>
                <a:gd name="GluePoint9X" fmla="*/ 159 w 0"/>
                <a:gd name="GluePoint9Y" fmla="*/ 369 h 0"/>
                <a:gd name="GluePoint10X" fmla="*/ 203 w 0"/>
                <a:gd name="GluePoint10Y" fmla="*/ 306 h 0"/>
                <a:gd name="GluePoint11X" fmla="*/ 256 w 0"/>
                <a:gd name="GluePoint11Y" fmla="*/ 250 h 0"/>
                <a:gd name="GluePoint12X" fmla="*/ 313 w 0"/>
                <a:gd name="GluePoint12Y" fmla="*/ 201 h 0"/>
                <a:gd name="GluePoint13X" fmla="*/ 376 w 0"/>
                <a:gd name="GluePoint13Y" fmla="*/ 155 h 0"/>
                <a:gd name="GluePoint14X" fmla="*/ 448 w 0"/>
                <a:gd name="GluePoint14Y" fmla="*/ 116 h 0"/>
                <a:gd name="GluePoint15X" fmla="*/ 525 w 0"/>
                <a:gd name="GluePoint15Y" fmla="*/ 85 h 0"/>
                <a:gd name="GluePoint16X" fmla="*/ 612 w 0"/>
                <a:gd name="GluePoint16Y" fmla="*/ 60 h 0"/>
                <a:gd name="GluePoint17X" fmla="*/ 703 w 0"/>
                <a:gd name="GluePoint17Y" fmla="*/ 36 h 0"/>
                <a:gd name="GluePoint18X" fmla="*/ 804 w 0"/>
                <a:gd name="GluePoint18Y" fmla="*/ 22 h 0"/>
                <a:gd name="GluePoint19X" fmla="*/ 915 w 0"/>
                <a:gd name="GluePoint19Y" fmla="*/ 11 h 0"/>
                <a:gd name="GluePoint20X" fmla="*/ 1031 w 0"/>
                <a:gd name="GluePoint20Y" fmla="*/ 4 h 0"/>
                <a:gd name="GluePoint21X" fmla="*/ 1156 w 0"/>
                <a:gd name="GluePoint21Y" fmla="*/ 0 h 0"/>
                <a:gd name="GluePoint22X" fmla="*/ 1228 w 0"/>
                <a:gd name="GluePoint22Y" fmla="*/ 0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Lst>
              <a:rect l="textAreaLeft" t="textAreaTop" r="textAreaRight" b="textAreaBottom"/>
              <a:pathLst>
                <a:path w="1228" h="1139">
                  <a:moveTo>
                    <a:pt x="0" y="1139"/>
                  </a:moveTo>
                  <a:lnTo>
                    <a:pt x="5" y="1016"/>
                  </a:lnTo>
                  <a:lnTo>
                    <a:pt x="10" y="900"/>
                  </a:lnTo>
                  <a:lnTo>
                    <a:pt x="24" y="791"/>
                  </a:lnTo>
                  <a:lnTo>
                    <a:pt x="39" y="693"/>
                  </a:lnTo>
                  <a:lnTo>
                    <a:pt x="63" y="601"/>
                  </a:lnTo>
                  <a:lnTo>
                    <a:pt x="87" y="517"/>
                  </a:lnTo>
                  <a:lnTo>
                    <a:pt x="121" y="440"/>
                  </a:lnTo>
                  <a:lnTo>
                    <a:pt x="159" y="369"/>
                  </a:lnTo>
                  <a:lnTo>
                    <a:pt x="203" y="306"/>
                  </a:lnTo>
                  <a:lnTo>
                    <a:pt x="256" y="250"/>
                  </a:lnTo>
                  <a:lnTo>
                    <a:pt x="313" y="201"/>
                  </a:lnTo>
                  <a:lnTo>
                    <a:pt x="376" y="155"/>
                  </a:lnTo>
                  <a:lnTo>
                    <a:pt x="448" y="116"/>
                  </a:lnTo>
                  <a:lnTo>
                    <a:pt x="525" y="85"/>
                  </a:lnTo>
                  <a:lnTo>
                    <a:pt x="612" y="60"/>
                  </a:lnTo>
                  <a:lnTo>
                    <a:pt x="703" y="36"/>
                  </a:lnTo>
                  <a:lnTo>
                    <a:pt x="804" y="22"/>
                  </a:lnTo>
                  <a:lnTo>
                    <a:pt x="915" y="11"/>
                  </a:lnTo>
                  <a:lnTo>
                    <a:pt x="1031" y="4"/>
                  </a:lnTo>
                  <a:lnTo>
                    <a:pt x="1156" y="0"/>
                  </a:lnTo>
                  <a:lnTo>
                    <a:pt x="1228" y="0"/>
                  </a:lnTo>
                </a:path>
              </a:pathLst>
            </a:custGeom>
            <a:noFill/>
            <a:ln w="30163">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113" name="Freeform 41"/>
            <p:cNvSpPr/>
            <p:nvPr/>
          </p:nvSpPr>
          <p:spPr>
            <a:xfrm>
              <a:off x="3656520" y="3829320"/>
              <a:ext cx="1940040" cy="1278360"/>
            </a:xfrm>
            <a:custGeom>
              <a:avLst/>
              <a:gdLst>
                <a:gd name="textAreaLeft" fmla="*/ 0 w 1940040"/>
                <a:gd name="textAreaRight" fmla="*/ 1940400 w 1940040"/>
                <a:gd name="textAreaTop" fmla="*/ 0 h 1278360"/>
                <a:gd name="textAreaBottom" fmla="*/ 1278720 h 1278360"/>
                <a:gd name="GluePoint1X" fmla="*/ 1228 w 0"/>
                <a:gd name="GluePoint1Y" fmla="*/ 949 h 0"/>
                <a:gd name="GluePoint2X" fmla="*/ 1098 w 0"/>
                <a:gd name="GluePoint2Y" fmla="*/ 949 h 0"/>
                <a:gd name="GluePoint3X" fmla="*/ 973 w 0"/>
                <a:gd name="GluePoint3Y" fmla="*/ 942 h 0"/>
                <a:gd name="GluePoint4X" fmla="*/ 857 w 0"/>
                <a:gd name="GluePoint4Y" fmla="*/ 935 h 0"/>
                <a:gd name="GluePoint5X" fmla="*/ 752 w 0"/>
                <a:gd name="GluePoint5Y" fmla="*/ 921 h 0"/>
                <a:gd name="GluePoint6X" fmla="*/ 650 w 0"/>
                <a:gd name="GluePoint6Y" fmla="*/ 904 h 0"/>
                <a:gd name="GluePoint7X" fmla="*/ 559 w 0"/>
                <a:gd name="GluePoint7Y" fmla="*/ 882 h 0"/>
                <a:gd name="GluePoint8X" fmla="*/ 477 w 0"/>
                <a:gd name="GluePoint8Y" fmla="*/ 858 h 0"/>
                <a:gd name="GluePoint9X" fmla="*/ 400 w 0"/>
                <a:gd name="GluePoint9Y" fmla="*/ 830 h 0"/>
                <a:gd name="GluePoint10X" fmla="*/ 333 w 0"/>
                <a:gd name="GluePoint10Y" fmla="*/ 795 h 0"/>
                <a:gd name="GluePoint11X" fmla="*/ 270 w 0"/>
                <a:gd name="GluePoint11Y" fmla="*/ 756 h 0"/>
                <a:gd name="GluePoint12X" fmla="*/ 217 w 0"/>
                <a:gd name="GluePoint12Y" fmla="*/ 710 h 0"/>
                <a:gd name="GluePoint13X" fmla="*/ 169 w 0"/>
                <a:gd name="GluePoint13Y" fmla="*/ 661 h 0"/>
                <a:gd name="GluePoint14X" fmla="*/ 130 w 0"/>
                <a:gd name="GluePoint14Y" fmla="*/ 608 h 0"/>
                <a:gd name="GluePoint15X" fmla="*/ 92 w 0"/>
                <a:gd name="GluePoint15Y" fmla="*/ 549 h 0"/>
                <a:gd name="GluePoint16X" fmla="*/ 63 w 0"/>
                <a:gd name="GluePoint16Y" fmla="*/ 482 h 0"/>
                <a:gd name="GluePoint17X" fmla="*/ 44 w 0"/>
                <a:gd name="GluePoint17Y" fmla="*/ 411 h 0"/>
                <a:gd name="GluePoint18X" fmla="*/ 24 w 0"/>
                <a:gd name="GluePoint18Y" fmla="*/ 334 h 0"/>
                <a:gd name="GluePoint19X" fmla="*/ 15 w 0"/>
                <a:gd name="GluePoint19Y" fmla="*/ 250 h 0"/>
                <a:gd name="GluePoint20X" fmla="*/ 5 w 0"/>
                <a:gd name="GluePoint20Y" fmla="*/ 158 h 0"/>
                <a:gd name="GluePoint21X" fmla="*/ 0 w 0"/>
                <a:gd name="GluePoint21Y" fmla="*/ 64 h 0"/>
                <a:gd name="GluePoint22X" fmla="*/ 0 w 0"/>
                <a:gd name="GluePoint22Y" fmla="*/ 0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Lst>
              <a:rect l="textAreaLeft" t="textAreaTop" r="textAreaRight" b="textAreaBottom"/>
              <a:pathLst>
                <a:path w="1228" h="949">
                  <a:moveTo>
                    <a:pt x="1228" y="949"/>
                  </a:moveTo>
                  <a:lnTo>
                    <a:pt x="1098" y="949"/>
                  </a:lnTo>
                  <a:lnTo>
                    <a:pt x="973" y="942"/>
                  </a:lnTo>
                  <a:lnTo>
                    <a:pt x="857" y="935"/>
                  </a:lnTo>
                  <a:lnTo>
                    <a:pt x="752" y="921"/>
                  </a:lnTo>
                  <a:lnTo>
                    <a:pt x="650" y="904"/>
                  </a:lnTo>
                  <a:lnTo>
                    <a:pt x="559" y="882"/>
                  </a:lnTo>
                  <a:lnTo>
                    <a:pt x="477" y="858"/>
                  </a:lnTo>
                  <a:lnTo>
                    <a:pt x="400" y="830"/>
                  </a:lnTo>
                  <a:lnTo>
                    <a:pt x="333" y="795"/>
                  </a:lnTo>
                  <a:lnTo>
                    <a:pt x="270" y="756"/>
                  </a:lnTo>
                  <a:lnTo>
                    <a:pt x="217" y="710"/>
                  </a:lnTo>
                  <a:lnTo>
                    <a:pt x="169" y="661"/>
                  </a:lnTo>
                  <a:lnTo>
                    <a:pt x="130" y="608"/>
                  </a:lnTo>
                  <a:lnTo>
                    <a:pt x="92" y="549"/>
                  </a:lnTo>
                  <a:lnTo>
                    <a:pt x="63" y="482"/>
                  </a:lnTo>
                  <a:lnTo>
                    <a:pt x="44" y="411"/>
                  </a:lnTo>
                  <a:lnTo>
                    <a:pt x="24" y="334"/>
                  </a:lnTo>
                  <a:lnTo>
                    <a:pt x="15" y="250"/>
                  </a:lnTo>
                  <a:lnTo>
                    <a:pt x="5" y="158"/>
                  </a:lnTo>
                  <a:lnTo>
                    <a:pt x="0" y="64"/>
                  </a:lnTo>
                  <a:lnTo>
                    <a:pt x="0" y="0"/>
                  </a:lnTo>
                </a:path>
              </a:pathLst>
            </a:custGeom>
            <a:noFill/>
            <a:ln w="30163">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114" name="Freeform 42"/>
            <p:cNvSpPr/>
            <p:nvPr/>
          </p:nvSpPr>
          <p:spPr>
            <a:xfrm>
              <a:off x="5596920" y="3829320"/>
              <a:ext cx="1595880" cy="1278360"/>
            </a:xfrm>
            <a:custGeom>
              <a:avLst/>
              <a:gdLst>
                <a:gd name="textAreaLeft" fmla="*/ 0 w 1595880"/>
                <a:gd name="textAreaRight" fmla="*/ 1596240 w 1595880"/>
                <a:gd name="textAreaTop" fmla="*/ 0 h 1278360"/>
                <a:gd name="textAreaBottom" fmla="*/ 1278720 h 1278360"/>
                <a:gd name="GluePoint1X" fmla="*/ 1011 w 0"/>
                <a:gd name="GluePoint1Y" fmla="*/ 0 h 0"/>
                <a:gd name="GluePoint2X" fmla="*/ 1011 w 0"/>
                <a:gd name="GluePoint2Y" fmla="*/ 102 h 0"/>
                <a:gd name="GluePoint3X" fmla="*/ 1006 w 0"/>
                <a:gd name="GluePoint3Y" fmla="*/ 201 h 0"/>
                <a:gd name="GluePoint4X" fmla="*/ 997 w 0"/>
                <a:gd name="GluePoint4Y" fmla="*/ 288 h 0"/>
                <a:gd name="GluePoint5X" fmla="*/ 982 w 0"/>
                <a:gd name="GluePoint5Y" fmla="*/ 373 h 0"/>
                <a:gd name="GluePoint6X" fmla="*/ 968 w 0"/>
                <a:gd name="GluePoint6Y" fmla="*/ 450 h 0"/>
                <a:gd name="GluePoint7X" fmla="*/ 944 w 0"/>
                <a:gd name="GluePoint7Y" fmla="*/ 520 h 0"/>
                <a:gd name="GluePoint8X" fmla="*/ 920 w 0"/>
                <a:gd name="GluePoint8Y" fmla="*/ 584 h 0"/>
                <a:gd name="GluePoint9X" fmla="*/ 886 w 0"/>
                <a:gd name="GluePoint9Y" fmla="*/ 643 h 0"/>
                <a:gd name="GluePoint10X" fmla="*/ 852 w 0"/>
                <a:gd name="GluePoint10Y" fmla="*/ 696 h 0"/>
                <a:gd name="GluePoint11X" fmla="*/ 809 w 0"/>
                <a:gd name="GluePoint11Y" fmla="*/ 742 h 0"/>
                <a:gd name="GluePoint12X" fmla="*/ 761 w 0"/>
                <a:gd name="GluePoint12Y" fmla="*/ 784 h 0"/>
                <a:gd name="GluePoint13X" fmla="*/ 708 w 0"/>
                <a:gd name="GluePoint13Y" fmla="*/ 819 h 0"/>
                <a:gd name="GluePoint14X" fmla="*/ 650 w 0"/>
                <a:gd name="GluePoint14Y" fmla="*/ 851 h 0"/>
                <a:gd name="GluePoint15X" fmla="*/ 588 w 0"/>
                <a:gd name="GluePoint15Y" fmla="*/ 879 h 0"/>
                <a:gd name="GluePoint16X" fmla="*/ 520 w 0"/>
                <a:gd name="GluePoint16Y" fmla="*/ 900 h 0"/>
                <a:gd name="GluePoint17X" fmla="*/ 443 w 0"/>
                <a:gd name="GluePoint17Y" fmla="*/ 918 h 0"/>
                <a:gd name="GluePoint18X" fmla="*/ 361 w 0"/>
                <a:gd name="GluePoint18Y" fmla="*/ 932 h 0"/>
                <a:gd name="GluePoint19X" fmla="*/ 275 w 0"/>
                <a:gd name="GluePoint19Y" fmla="*/ 942 h 0"/>
                <a:gd name="GluePoint20X" fmla="*/ 178 w 0"/>
                <a:gd name="GluePoint20Y" fmla="*/ 949 h 0"/>
                <a:gd name="GluePoint21X" fmla="*/ 72 w 0"/>
                <a:gd name="GluePoint21Y" fmla="*/ 949 h 0"/>
                <a:gd name="GluePoint22X" fmla="*/ 0 w 0"/>
                <a:gd name="GluePoint22Y" fmla="*/ 949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Lst>
              <a:rect l="textAreaLeft" t="textAreaTop" r="textAreaRight" b="textAreaBottom"/>
              <a:pathLst>
                <a:path w="1011" h="949">
                  <a:moveTo>
                    <a:pt x="1011" y="0"/>
                  </a:moveTo>
                  <a:lnTo>
                    <a:pt x="1011" y="102"/>
                  </a:lnTo>
                  <a:lnTo>
                    <a:pt x="1006" y="201"/>
                  </a:lnTo>
                  <a:lnTo>
                    <a:pt x="997" y="288"/>
                  </a:lnTo>
                  <a:lnTo>
                    <a:pt x="982" y="373"/>
                  </a:lnTo>
                  <a:lnTo>
                    <a:pt x="968" y="450"/>
                  </a:lnTo>
                  <a:lnTo>
                    <a:pt x="944" y="520"/>
                  </a:lnTo>
                  <a:lnTo>
                    <a:pt x="920" y="584"/>
                  </a:lnTo>
                  <a:lnTo>
                    <a:pt x="886" y="643"/>
                  </a:lnTo>
                  <a:lnTo>
                    <a:pt x="852" y="696"/>
                  </a:lnTo>
                  <a:lnTo>
                    <a:pt x="809" y="742"/>
                  </a:lnTo>
                  <a:lnTo>
                    <a:pt x="761" y="784"/>
                  </a:lnTo>
                  <a:lnTo>
                    <a:pt x="708" y="819"/>
                  </a:lnTo>
                  <a:lnTo>
                    <a:pt x="650" y="851"/>
                  </a:lnTo>
                  <a:lnTo>
                    <a:pt x="588" y="879"/>
                  </a:lnTo>
                  <a:lnTo>
                    <a:pt x="520" y="900"/>
                  </a:lnTo>
                  <a:lnTo>
                    <a:pt x="443" y="918"/>
                  </a:lnTo>
                  <a:lnTo>
                    <a:pt x="361" y="932"/>
                  </a:lnTo>
                  <a:lnTo>
                    <a:pt x="275" y="942"/>
                  </a:lnTo>
                  <a:lnTo>
                    <a:pt x="178" y="949"/>
                  </a:lnTo>
                  <a:lnTo>
                    <a:pt x="72" y="949"/>
                  </a:lnTo>
                  <a:lnTo>
                    <a:pt x="0" y="949"/>
                  </a:lnTo>
                </a:path>
              </a:pathLst>
            </a:custGeom>
            <a:noFill/>
            <a:ln w="30163">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115" name="Freeform 43"/>
            <p:cNvSpPr/>
            <p:nvPr/>
          </p:nvSpPr>
          <p:spPr>
            <a:xfrm>
              <a:off x="5596920" y="2722680"/>
              <a:ext cx="1595880" cy="1106280"/>
            </a:xfrm>
            <a:custGeom>
              <a:avLst/>
              <a:gdLst>
                <a:gd name="textAreaLeft" fmla="*/ 0 w 1595880"/>
                <a:gd name="textAreaRight" fmla="*/ 1596240 w 1595880"/>
                <a:gd name="textAreaTop" fmla="*/ 0 h 1106280"/>
                <a:gd name="textAreaBottom" fmla="*/ 1106640 h 1106280"/>
                <a:gd name="GluePoint1X" fmla="*/ 0 w 0"/>
                <a:gd name="GluePoint1Y" fmla="*/ 0 h 0"/>
                <a:gd name="GluePoint2X" fmla="*/ 111 w 0"/>
                <a:gd name="GluePoint2Y" fmla="*/ 0 h 0"/>
                <a:gd name="GluePoint3X" fmla="*/ 217 w 0"/>
                <a:gd name="GluePoint3Y" fmla="*/ 7 h 0"/>
                <a:gd name="GluePoint4X" fmla="*/ 313 w 0"/>
                <a:gd name="GluePoint4Y" fmla="*/ 14 h 0"/>
                <a:gd name="GluePoint5X" fmla="*/ 400 w 0"/>
                <a:gd name="GluePoint5Y" fmla="*/ 24 h 0"/>
                <a:gd name="GluePoint6X" fmla="*/ 482 w 0"/>
                <a:gd name="GluePoint6Y" fmla="*/ 38 h 0"/>
                <a:gd name="GluePoint7X" fmla="*/ 554 w 0"/>
                <a:gd name="GluePoint7Y" fmla="*/ 56 h 0"/>
                <a:gd name="GluePoint8X" fmla="*/ 626 w 0"/>
                <a:gd name="GluePoint8Y" fmla="*/ 77 h 0"/>
                <a:gd name="GluePoint9X" fmla="*/ 689 w 0"/>
                <a:gd name="GluePoint9Y" fmla="*/ 102 h 0"/>
                <a:gd name="GluePoint10X" fmla="*/ 742 w 0"/>
                <a:gd name="GluePoint10Y" fmla="*/ 133 h 0"/>
                <a:gd name="GluePoint11X" fmla="*/ 795 w 0"/>
                <a:gd name="GluePoint11Y" fmla="*/ 165 h 0"/>
                <a:gd name="GluePoint12X" fmla="*/ 838 w 0"/>
                <a:gd name="GluePoint12Y" fmla="*/ 204 h 0"/>
                <a:gd name="GluePoint13X" fmla="*/ 876 w 0"/>
                <a:gd name="GluePoint13Y" fmla="*/ 246 h 0"/>
                <a:gd name="GluePoint14X" fmla="*/ 910 w 0"/>
                <a:gd name="GluePoint14Y" fmla="*/ 291 h 0"/>
                <a:gd name="GluePoint15X" fmla="*/ 939 w 0"/>
                <a:gd name="GluePoint15Y" fmla="*/ 344 h 0"/>
                <a:gd name="GluePoint16X" fmla="*/ 963 w 0"/>
                <a:gd name="GluePoint16Y" fmla="*/ 400 h 0"/>
                <a:gd name="GluePoint17X" fmla="*/ 982 w 0"/>
                <a:gd name="GluePoint17Y" fmla="*/ 460 h 0"/>
                <a:gd name="GluePoint18X" fmla="*/ 997 w 0"/>
                <a:gd name="GluePoint18Y" fmla="*/ 527 h 0"/>
                <a:gd name="GluePoint19X" fmla="*/ 1006 w 0"/>
                <a:gd name="GluePoint19Y" fmla="*/ 601 h 0"/>
                <a:gd name="GluePoint20X" fmla="*/ 1011 w 0"/>
                <a:gd name="GluePoint20Y" fmla="*/ 678 h 0"/>
                <a:gd name="GluePoint21X" fmla="*/ 1011 w 0"/>
                <a:gd name="GluePoint21Y" fmla="*/ 759 h 0"/>
                <a:gd name="GluePoint22X" fmla="*/ 1011 w 0"/>
                <a:gd name="GluePoint22Y" fmla="*/ 822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Lst>
              <a:rect l="textAreaLeft" t="textAreaTop" r="textAreaRight" b="textAreaBottom"/>
              <a:pathLst>
                <a:path w="1011" h="822">
                  <a:moveTo>
                    <a:pt x="0" y="0"/>
                  </a:moveTo>
                  <a:lnTo>
                    <a:pt x="111" y="0"/>
                  </a:lnTo>
                  <a:lnTo>
                    <a:pt x="217" y="7"/>
                  </a:lnTo>
                  <a:lnTo>
                    <a:pt x="313" y="14"/>
                  </a:lnTo>
                  <a:lnTo>
                    <a:pt x="400" y="24"/>
                  </a:lnTo>
                  <a:lnTo>
                    <a:pt x="482" y="38"/>
                  </a:lnTo>
                  <a:lnTo>
                    <a:pt x="554" y="56"/>
                  </a:lnTo>
                  <a:lnTo>
                    <a:pt x="626" y="77"/>
                  </a:lnTo>
                  <a:lnTo>
                    <a:pt x="689" y="102"/>
                  </a:lnTo>
                  <a:lnTo>
                    <a:pt x="742" y="133"/>
                  </a:lnTo>
                  <a:lnTo>
                    <a:pt x="795" y="165"/>
                  </a:lnTo>
                  <a:lnTo>
                    <a:pt x="838" y="204"/>
                  </a:lnTo>
                  <a:lnTo>
                    <a:pt x="876" y="246"/>
                  </a:lnTo>
                  <a:lnTo>
                    <a:pt x="910" y="291"/>
                  </a:lnTo>
                  <a:lnTo>
                    <a:pt x="939" y="344"/>
                  </a:lnTo>
                  <a:lnTo>
                    <a:pt x="963" y="400"/>
                  </a:lnTo>
                  <a:lnTo>
                    <a:pt x="982" y="460"/>
                  </a:lnTo>
                  <a:lnTo>
                    <a:pt x="997" y="527"/>
                  </a:lnTo>
                  <a:lnTo>
                    <a:pt x="1006" y="601"/>
                  </a:lnTo>
                  <a:lnTo>
                    <a:pt x="1011" y="678"/>
                  </a:lnTo>
                  <a:lnTo>
                    <a:pt x="1011" y="759"/>
                  </a:lnTo>
                  <a:lnTo>
                    <a:pt x="1011" y="822"/>
                  </a:lnTo>
                </a:path>
              </a:pathLst>
            </a:custGeom>
            <a:noFill/>
            <a:ln w="30163">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116" name="Freeform 44"/>
            <p:cNvSpPr/>
            <p:nvPr/>
          </p:nvSpPr>
          <p:spPr>
            <a:xfrm>
              <a:off x="4228920" y="2722680"/>
              <a:ext cx="1367640" cy="1106280"/>
            </a:xfrm>
            <a:custGeom>
              <a:avLst/>
              <a:gdLst>
                <a:gd name="textAreaLeft" fmla="*/ 0 w 1367640"/>
                <a:gd name="textAreaRight" fmla="*/ 1368000 w 1367640"/>
                <a:gd name="textAreaTop" fmla="*/ 0 h 1106280"/>
                <a:gd name="textAreaBottom" fmla="*/ 1106640 h 1106280"/>
                <a:gd name="GluePoint1X" fmla="*/ 0 w 0"/>
                <a:gd name="GluePoint1Y" fmla="*/ 822 h 0"/>
                <a:gd name="GluePoint2X" fmla="*/ 4 w 0"/>
                <a:gd name="GluePoint2Y" fmla="*/ 734 h 0"/>
                <a:gd name="GluePoint3X" fmla="*/ 9 w 0"/>
                <a:gd name="GluePoint3Y" fmla="*/ 650 h 0"/>
                <a:gd name="GluePoint4X" fmla="*/ 14 w 0"/>
                <a:gd name="GluePoint4Y" fmla="*/ 573 h 0"/>
                <a:gd name="GluePoint5X" fmla="*/ 28 w 0"/>
                <a:gd name="GluePoint5Y" fmla="*/ 499 h 0"/>
                <a:gd name="GluePoint6X" fmla="*/ 43 w 0"/>
                <a:gd name="GluePoint6Y" fmla="*/ 432 h 0"/>
                <a:gd name="GluePoint7X" fmla="*/ 62 w 0"/>
                <a:gd name="GluePoint7Y" fmla="*/ 372 h 0"/>
                <a:gd name="GluePoint8X" fmla="*/ 86 w 0"/>
                <a:gd name="GluePoint8Y" fmla="*/ 316 h 0"/>
                <a:gd name="GluePoint9X" fmla="*/ 110 w 0"/>
                <a:gd name="GluePoint9Y" fmla="*/ 267 h 0"/>
                <a:gd name="GluePoint10X" fmla="*/ 139 w 0"/>
                <a:gd name="GluePoint10Y" fmla="*/ 221 h 0"/>
                <a:gd name="GluePoint11X" fmla="*/ 178 w 0"/>
                <a:gd name="GluePoint11Y" fmla="*/ 179 h 0"/>
                <a:gd name="GluePoint12X" fmla="*/ 216 w 0"/>
                <a:gd name="GluePoint12Y" fmla="*/ 144 h 0"/>
                <a:gd name="GluePoint13X" fmla="*/ 260 w 0"/>
                <a:gd name="GluePoint13Y" fmla="*/ 112 h 0"/>
                <a:gd name="GluePoint14X" fmla="*/ 308 w 0"/>
                <a:gd name="GluePoint14Y" fmla="*/ 84 h 0"/>
                <a:gd name="GluePoint15X" fmla="*/ 361 w 0"/>
                <a:gd name="GluePoint15Y" fmla="*/ 60 h 0"/>
                <a:gd name="GluePoint16X" fmla="*/ 423 w 0"/>
                <a:gd name="GluePoint16Y" fmla="*/ 42 h 0"/>
                <a:gd name="GluePoint17X" fmla="*/ 486 w 0"/>
                <a:gd name="GluePoint17Y" fmla="*/ 24 h 0"/>
                <a:gd name="GluePoint18X" fmla="*/ 553 w 0"/>
                <a:gd name="GluePoint18Y" fmla="*/ 14 h 0"/>
                <a:gd name="GluePoint19X" fmla="*/ 630 w 0"/>
                <a:gd name="GluePoint19Y" fmla="*/ 7 h 0"/>
                <a:gd name="GluePoint20X" fmla="*/ 712 w 0"/>
                <a:gd name="GluePoint20Y" fmla="*/ 3 h 0"/>
                <a:gd name="GluePoint21X" fmla="*/ 794 w 0"/>
                <a:gd name="GluePoint21Y" fmla="*/ 0 h 0"/>
                <a:gd name="GluePoint22X" fmla="*/ 866 w 0"/>
                <a:gd name="GluePoint22Y" fmla="*/ 0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Lst>
              <a:rect l="textAreaLeft" t="textAreaTop" r="textAreaRight" b="textAreaBottom"/>
              <a:pathLst>
                <a:path w="866" h="822">
                  <a:moveTo>
                    <a:pt x="0" y="822"/>
                  </a:moveTo>
                  <a:lnTo>
                    <a:pt x="4" y="734"/>
                  </a:lnTo>
                  <a:lnTo>
                    <a:pt x="9" y="650"/>
                  </a:lnTo>
                  <a:lnTo>
                    <a:pt x="14" y="573"/>
                  </a:lnTo>
                  <a:lnTo>
                    <a:pt x="28" y="499"/>
                  </a:lnTo>
                  <a:lnTo>
                    <a:pt x="43" y="432"/>
                  </a:lnTo>
                  <a:lnTo>
                    <a:pt x="62" y="372"/>
                  </a:lnTo>
                  <a:lnTo>
                    <a:pt x="86" y="316"/>
                  </a:lnTo>
                  <a:lnTo>
                    <a:pt x="110" y="267"/>
                  </a:lnTo>
                  <a:lnTo>
                    <a:pt x="139" y="221"/>
                  </a:lnTo>
                  <a:lnTo>
                    <a:pt x="178" y="179"/>
                  </a:lnTo>
                  <a:lnTo>
                    <a:pt x="216" y="144"/>
                  </a:lnTo>
                  <a:lnTo>
                    <a:pt x="260" y="112"/>
                  </a:lnTo>
                  <a:lnTo>
                    <a:pt x="308" y="84"/>
                  </a:lnTo>
                  <a:lnTo>
                    <a:pt x="361" y="60"/>
                  </a:lnTo>
                  <a:lnTo>
                    <a:pt x="423" y="42"/>
                  </a:lnTo>
                  <a:lnTo>
                    <a:pt x="486" y="24"/>
                  </a:lnTo>
                  <a:lnTo>
                    <a:pt x="553" y="14"/>
                  </a:lnTo>
                  <a:lnTo>
                    <a:pt x="630" y="7"/>
                  </a:lnTo>
                  <a:lnTo>
                    <a:pt x="712" y="3"/>
                  </a:lnTo>
                  <a:lnTo>
                    <a:pt x="794" y="0"/>
                  </a:lnTo>
                  <a:lnTo>
                    <a:pt x="866" y="0"/>
                  </a:lnTo>
                </a:path>
              </a:pathLst>
            </a:custGeom>
            <a:noFill/>
            <a:ln w="30163">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117" name="Freeform 45"/>
            <p:cNvSpPr/>
            <p:nvPr/>
          </p:nvSpPr>
          <p:spPr>
            <a:xfrm>
              <a:off x="4228920" y="3829320"/>
              <a:ext cx="1367640" cy="853560"/>
            </a:xfrm>
            <a:custGeom>
              <a:avLst/>
              <a:gdLst>
                <a:gd name="textAreaLeft" fmla="*/ 0 w 1367640"/>
                <a:gd name="textAreaRight" fmla="*/ 1368000 w 1367640"/>
                <a:gd name="textAreaTop" fmla="*/ 0 h 853560"/>
                <a:gd name="textAreaBottom" fmla="*/ 853920 h 853560"/>
                <a:gd name="GluePoint1X" fmla="*/ 866 w 0"/>
                <a:gd name="GluePoint1Y" fmla="*/ 633 h 0"/>
                <a:gd name="GluePoint2X" fmla="*/ 775 w 0"/>
                <a:gd name="GluePoint2Y" fmla="*/ 633 h 0"/>
                <a:gd name="GluePoint3X" fmla="*/ 688 w 0"/>
                <a:gd name="GluePoint3Y" fmla="*/ 629 h 0"/>
                <a:gd name="GluePoint4X" fmla="*/ 606 w 0"/>
                <a:gd name="GluePoint4Y" fmla="*/ 622 h 0"/>
                <a:gd name="GluePoint5X" fmla="*/ 529 w 0"/>
                <a:gd name="GluePoint5Y" fmla="*/ 615 h 0"/>
                <a:gd name="GluePoint6X" fmla="*/ 462 w 0"/>
                <a:gd name="GluePoint6Y" fmla="*/ 605 h 0"/>
                <a:gd name="GluePoint7X" fmla="*/ 394 w 0"/>
                <a:gd name="GluePoint7Y" fmla="*/ 591 h 0"/>
                <a:gd name="GluePoint8X" fmla="*/ 337 w 0"/>
                <a:gd name="GluePoint8Y" fmla="*/ 573 h 0"/>
                <a:gd name="GluePoint9X" fmla="*/ 284 w 0"/>
                <a:gd name="GluePoint9Y" fmla="*/ 556 h 0"/>
                <a:gd name="GluePoint10X" fmla="*/ 235 w 0"/>
                <a:gd name="GluePoint10Y" fmla="*/ 534 h 0"/>
                <a:gd name="GluePoint11X" fmla="*/ 192 w 0"/>
                <a:gd name="GluePoint11Y" fmla="*/ 510 h 0"/>
                <a:gd name="GluePoint12X" fmla="*/ 154 w 0"/>
                <a:gd name="GluePoint12Y" fmla="*/ 482 h 0"/>
                <a:gd name="GluePoint13X" fmla="*/ 120 w 0"/>
                <a:gd name="GluePoint13Y" fmla="*/ 450 h 0"/>
                <a:gd name="GluePoint14X" fmla="*/ 91 w 0"/>
                <a:gd name="GluePoint14Y" fmla="*/ 415 h 0"/>
                <a:gd name="GluePoint15X" fmla="*/ 67 w 0"/>
                <a:gd name="GluePoint15Y" fmla="*/ 376 h 0"/>
                <a:gd name="GluePoint16X" fmla="*/ 48 w 0"/>
                <a:gd name="GluePoint16Y" fmla="*/ 334 h 0"/>
                <a:gd name="GluePoint17X" fmla="*/ 28 w 0"/>
                <a:gd name="GluePoint17Y" fmla="*/ 288 h 0"/>
                <a:gd name="GluePoint18X" fmla="*/ 19 w 0"/>
                <a:gd name="GluePoint18Y" fmla="*/ 236 h 0"/>
                <a:gd name="GluePoint19X" fmla="*/ 9 w 0"/>
                <a:gd name="GluePoint19Y" fmla="*/ 183 h 0"/>
                <a:gd name="GluePoint20X" fmla="*/ 4 w 0"/>
                <a:gd name="GluePoint20Y" fmla="*/ 127 h 0"/>
                <a:gd name="GluePoint21X" fmla="*/ 0 w 0"/>
                <a:gd name="GluePoint21Y" fmla="*/ 64 h 0"/>
                <a:gd name="GluePoint22X" fmla="*/ 0 w 0"/>
                <a:gd name="GluePoint22Y" fmla="*/ 0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Lst>
              <a:rect l="textAreaLeft" t="textAreaTop" r="textAreaRight" b="textAreaBottom"/>
              <a:pathLst>
                <a:path w="866" h="633">
                  <a:moveTo>
                    <a:pt x="866" y="633"/>
                  </a:moveTo>
                  <a:lnTo>
                    <a:pt x="775" y="633"/>
                  </a:lnTo>
                  <a:lnTo>
                    <a:pt x="688" y="629"/>
                  </a:lnTo>
                  <a:lnTo>
                    <a:pt x="606" y="622"/>
                  </a:lnTo>
                  <a:lnTo>
                    <a:pt x="529" y="615"/>
                  </a:lnTo>
                  <a:lnTo>
                    <a:pt x="462" y="605"/>
                  </a:lnTo>
                  <a:lnTo>
                    <a:pt x="394" y="591"/>
                  </a:lnTo>
                  <a:lnTo>
                    <a:pt x="337" y="573"/>
                  </a:lnTo>
                  <a:lnTo>
                    <a:pt x="284" y="556"/>
                  </a:lnTo>
                  <a:lnTo>
                    <a:pt x="235" y="534"/>
                  </a:lnTo>
                  <a:lnTo>
                    <a:pt x="192" y="510"/>
                  </a:lnTo>
                  <a:lnTo>
                    <a:pt x="154" y="482"/>
                  </a:lnTo>
                  <a:lnTo>
                    <a:pt x="120" y="450"/>
                  </a:lnTo>
                  <a:lnTo>
                    <a:pt x="91" y="415"/>
                  </a:lnTo>
                  <a:lnTo>
                    <a:pt x="67" y="376"/>
                  </a:lnTo>
                  <a:lnTo>
                    <a:pt x="48" y="334"/>
                  </a:lnTo>
                  <a:lnTo>
                    <a:pt x="28" y="288"/>
                  </a:lnTo>
                  <a:lnTo>
                    <a:pt x="19" y="236"/>
                  </a:lnTo>
                  <a:lnTo>
                    <a:pt x="9" y="183"/>
                  </a:lnTo>
                  <a:lnTo>
                    <a:pt x="4" y="127"/>
                  </a:lnTo>
                  <a:lnTo>
                    <a:pt x="0" y="64"/>
                  </a:lnTo>
                  <a:lnTo>
                    <a:pt x="0" y="0"/>
                  </a:lnTo>
                </a:path>
              </a:pathLst>
            </a:custGeom>
            <a:noFill/>
            <a:ln w="30163">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118" name="Freeform 46"/>
            <p:cNvSpPr/>
            <p:nvPr/>
          </p:nvSpPr>
          <p:spPr>
            <a:xfrm>
              <a:off x="5596920" y="3829320"/>
              <a:ext cx="1026360" cy="853560"/>
            </a:xfrm>
            <a:custGeom>
              <a:avLst/>
              <a:gdLst>
                <a:gd name="textAreaLeft" fmla="*/ 0 w 1026360"/>
                <a:gd name="textAreaRight" fmla="*/ 1026720 w 1026360"/>
                <a:gd name="textAreaTop" fmla="*/ 0 h 853560"/>
                <a:gd name="textAreaBottom" fmla="*/ 853920 h 853560"/>
                <a:gd name="GluePoint1X" fmla="*/ 650 w 0"/>
                <a:gd name="GluePoint1Y" fmla="*/ 0 h 0"/>
                <a:gd name="GluePoint2X" fmla="*/ 650 w 0"/>
                <a:gd name="GluePoint2Y" fmla="*/ 71 h 0"/>
                <a:gd name="GluePoint3X" fmla="*/ 650 w 0"/>
                <a:gd name="GluePoint3Y" fmla="*/ 134 h 0"/>
                <a:gd name="GluePoint4X" fmla="*/ 641 w 0"/>
                <a:gd name="GluePoint4Y" fmla="*/ 194 h 0"/>
                <a:gd name="GluePoint5X" fmla="*/ 636 w 0"/>
                <a:gd name="GluePoint5Y" fmla="*/ 250 h 0"/>
                <a:gd name="GluePoint6X" fmla="*/ 621 w 0"/>
                <a:gd name="GluePoint6Y" fmla="*/ 299 h 0"/>
                <a:gd name="GluePoint7X" fmla="*/ 612 w 0"/>
                <a:gd name="GluePoint7Y" fmla="*/ 345 h 0"/>
                <a:gd name="GluePoint8X" fmla="*/ 592 w 0"/>
                <a:gd name="GluePoint8Y" fmla="*/ 390 h 0"/>
                <a:gd name="GluePoint9X" fmla="*/ 573 w 0"/>
                <a:gd name="GluePoint9Y" fmla="*/ 429 h 0"/>
                <a:gd name="GluePoint10X" fmla="*/ 554 w 0"/>
                <a:gd name="GluePoint10Y" fmla="*/ 464 h 0"/>
                <a:gd name="GluePoint11X" fmla="*/ 525 w 0"/>
                <a:gd name="GluePoint11Y" fmla="*/ 496 h 0"/>
                <a:gd name="GluePoint12X" fmla="*/ 496 w 0"/>
                <a:gd name="GluePoint12Y" fmla="*/ 524 h 0"/>
                <a:gd name="GluePoint13X" fmla="*/ 467 w 0"/>
                <a:gd name="GluePoint13Y" fmla="*/ 549 h 0"/>
                <a:gd name="GluePoint14X" fmla="*/ 429 w 0"/>
                <a:gd name="GluePoint14Y" fmla="*/ 570 h 0"/>
                <a:gd name="GluePoint15X" fmla="*/ 390 w 0"/>
                <a:gd name="GluePoint15Y" fmla="*/ 587 h 0"/>
                <a:gd name="GluePoint16X" fmla="*/ 347 w 0"/>
                <a:gd name="GluePoint16Y" fmla="*/ 601 h 0"/>
                <a:gd name="GluePoint17X" fmla="*/ 304 w 0"/>
                <a:gd name="GluePoint17Y" fmla="*/ 612 h 0"/>
                <a:gd name="GluePoint18X" fmla="*/ 251 w 0"/>
                <a:gd name="GluePoint18Y" fmla="*/ 622 h 0"/>
                <a:gd name="GluePoint19X" fmla="*/ 198 w 0"/>
                <a:gd name="GluePoint19Y" fmla="*/ 629 h 0"/>
                <a:gd name="GluePoint20X" fmla="*/ 140 w 0"/>
                <a:gd name="GluePoint20Y" fmla="*/ 633 h 0"/>
                <a:gd name="GluePoint21X" fmla="*/ 72 w 0"/>
                <a:gd name="GluePoint21Y" fmla="*/ 633 h 0"/>
                <a:gd name="GluePoint22X" fmla="*/ 0 w 0"/>
                <a:gd name="GluePoint22Y" fmla="*/ 633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Lst>
              <a:rect l="textAreaLeft" t="textAreaTop" r="textAreaRight" b="textAreaBottom"/>
              <a:pathLst>
                <a:path w="650" h="633">
                  <a:moveTo>
                    <a:pt x="650" y="0"/>
                  </a:moveTo>
                  <a:lnTo>
                    <a:pt x="650" y="71"/>
                  </a:lnTo>
                  <a:lnTo>
                    <a:pt x="650" y="134"/>
                  </a:lnTo>
                  <a:lnTo>
                    <a:pt x="641" y="194"/>
                  </a:lnTo>
                  <a:lnTo>
                    <a:pt x="636" y="250"/>
                  </a:lnTo>
                  <a:lnTo>
                    <a:pt x="621" y="299"/>
                  </a:lnTo>
                  <a:lnTo>
                    <a:pt x="612" y="345"/>
                  </a:lnTo>
                  <a:lnTo>
                    <a:pt x="592" y="390"/>
                  </a:lnTo>
                  <a:lnTo>
                    <a:pt x="573" y="429"/>
                  </a:lnTo>
                  <a:lnTo>
                    <a:pt x="554" y="464"/>
                  </a:lnTo>
                  <a:lnTo>
                    <a:pt x="525" y="496"/>
                  </a:lnTo>
                  <a:lnTo>
                    <a:pt x="496" y="524"/>
                  </a:lnTo>
                  <a:lnTo>
                    <a:pt x="467" y="549"/>
                  </a:lnTo>
                  <a:lnTo>
                    <a:pt x="429" y="570"/>
                  </a:lnTo>
                  <a:lnTo>
                    <a:pt x="390" y="587"/>
                  </a:lnTo>
                  <a:lnTo>
                    <a:pt x="347" y="601"/>
                  </a:lnTo>
                  <a:lnTo>
                    <a:pt x="304" y="612"/>
                  </a:lnTo>
                  <a:lnTo>
                    <a:pt x="251" y="622"/>
                  </a:lnTo>
                  <a:lnTo>
                    <a:pt x="198" y="629"/>
                  </a:lnTo>
                  <a:lnTo>
                    <a:pt x="140" y="633"/>
                  </a:lnTo>
                  <a:lnTo>
                    <a:pt x="72" y="633"/>
                  </a:lnTo>
                  <a:lnTo>
                    <a:pt x="0" y="633"/>
                  </a:lnTo>
                </a:path>
              </a:pathLst>
            </a:custGeom>
            <a:noFill/>
            <a:ln w="30163">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119" name="Freeform 47"/>
            <p:cNvSpPr/>
            <p:nvPr/>
          </p:nvSpPr>
          <p:spPr>
            <a:xfrm>
              <a:off x="5596920" y="3147480"/>
              <a:ext cx="1026360" cy="681480"/>
            </a:xfrm>
            <a:custGeom>
              <a:avLst/>
              <a:gdLst>
                <a:gd name="textAreaLeft" fmla="*/ 0 w 1026360"/>
                <a:gd name="textAreaRight" fmla="*/ 1026720 w 1026360"/>
                <a:gd name="textAreaTop" fmla="*/ 0 h 681480"/>
                <a:gd name="textAreaBottom" fmla="*/ 681840 h 681480"/>
                <a:gd name="GluePoint1X" fmla="*/ 0 w 0"/>
                <a:gd name="GluePoint1Y" fmla="*/ 0 h 0"/>
                <a:gd name="GluePoint2X" fmla="*/ 72 w 0"/>
                <a:gd name="GluePoint2Y" fmla="*/ 0 h 0"/>
                <a:gd name="GluePoint3X" fmla="*/ 140 w 0"/>
                <a:gd name="GluePoint3Y" fmla="*/ 4 h 0"/>
                <a:gd name="GluePoint4X" fmla="*/ 202 w 0"/>
                <a:gd name="GluePoint4Y" fmla="*/ 7 h 0"/>
                <a:gd name="GluePoint5X" fmla="*/ 260 w 0"/>
                <a:gd name="GluePoint5Y" fmla="*/ 14 h 0"/>
                <a:gd name="GluePoint6X" fmla="*/ 308 w 0"/>
                <a:gd name="GluePoint6Y" fmla="*/ 21 h 0"/>
                <a:gd name="GluePoint7X" fmla="*/ 356 w 0"/>
                <a:gd name="GluePoint7Y" fmla="*/ 32 h 0"/>
                <a:gd name="GluePoint8X" fmla="*/ 405 w 0"/>
                <a:gd name="GluePoint8Y" fmla="*/ 46 h 0"/>
                <a:gd name="GluePoint9X" fmla="*/ 443 w 0"/>
                <a:gd name="GluePoint9Y" fmla="*/ 60 h 0"/>
                <a:gd name="GluePoint10X" fmla="*/ 477 w 0"/>
                <a:gd name="GluePoint10Y" fmla="*/ 77 h 0"/>
                <a:gd name="GluePoint11X" fmla="*/ 511 w 0"/>
                <a:gd name="GluePoint11Y" fmla="*/ 99 h 0"/>
                <a:gd name="GluePoint12X" fmla="*/ 539 w 0"/>
                <a:gd name="GluePoint12Y" fmla="*/ 120 h 0"/>
                <a:gd name="GluePoint13X" fmla="*/ 564 w 0"/>
                <a:gd name="GluePoint13Y" fmla="*/ 144 h 0"/>
                <a:gd name="GluePoint14X" fmla="*/ 588 w 0"/>
                <a:gd name="GluePoint14Y" fmla="*/ 172 h 0"/>
                <a:gd name="GluePoint15X" fmla="*/ 607 w 0"/>
                <a:gd name="GluePoint15Y" fmla="*/ 200 h 0"/>
                <a:gd name="GluePoint16X" fmla="*/ 621 w 0"/>
                <a:gd name="GluePoint16Y" fmla="*/ 236 h 0"/>
                <a:gd name="GluePoint17X" fmla="*/ 631 w 0"/>
                <a:gd name="GluePoint17Y" fmla="*/ 271 h 0"/>
                <a:gd name="GluePoint18X" fmla="*/ 641 w 0"/>
                <a:gd name="GluePoint18Y" fmla="*/ 309 h 0"/>
                <a:gd name="GluePoint19X" fmla="*/ 650 w 0"/>
                <a:gd name="GluePoint19Y" fmla="*/ 352 h 0"/>
                <a:gd name="GluePoint20X" fmla="*/ 650 w 0"/>
                <a:gd name="GluePoint20Y" fmla="*/ 394 h 0"/>
                <a:gd name="GluePoint21X" fmla="*/ 650 w 0"/>
                <a:gd name="GluePoint21Y" fmla="*/ 443 h 0"/>
                <a:gd name="GluePoint22X" fmla="*/ 650 w 0"/>
                <a:gd name="GluePoint22Y" fmla="*/ 506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Lst>
              <a:rect l="textAreaLeft" t="textAreaTop" r="textAreaRight" b="textAreaBottom"/>
              <a:pathLst>
                <a:path w="650" h="506">
                  <a:moveTo>
                    <a:pt x="0" y="0"/>
                  </a:moveTo>
                  <a:lnTo>
                    <a:pt x="72" y="0"/>
                  </a:lnTo>
                  <a:lnTo>
                    <a:pt x="140" y="4"/>
                  </a:lnTo>
                  <a:lnTo>
                    <a:pt x="202" y="7"/>
                  </a:lnTo>
                  <a:lnTo>
                    <a:pt x="260" y="14"/>
                  </a:lnTo>
                  <a:lnTo>
                    <a:pt x="308" y="21"/>
                  </a:lnTo>
                  <a:lnTo>
                    <a:pt x="356" y="32"/>
                  </a:lnTo>
                  <a:lnTo>
                    <a:pt x="405" y="46"/>
                  </a:lnTo>
                  <a:lnTo>
                    <a:pt x="443" y="60"/>
                  </a:lnTo>
                  <a:lnTo>
                    <a:pt x="477" y="77"/>
                  </a:lnTo>
                  <a:lnTo>
                    <a:pt x="511" y="99"/>
                  </a:lnTo>
                  <a:lnTo>
                    <a:pt x="539" y="120"/>
                  </a:lnTo>
                  <a:lnTo>
                    <a:pt x="564" y="144"/>
                  </a:lnTo>
                  <a:lnTo>
                    <a:pt x="588" y="172"/>
                  </a:lnTo>
                  <a:lnTo>
                    <a:pt x="607" y="200"/>
                  </a:lnTo>
                  <a:lnTo>
                    <a:pt x="621" y="236"/>
                  </a:lnTo>
                  <a:lnTo>
                    <a:pt x="631" y="271"/>
                  </a:lnTo>
                  <a:lnTo>
                    <a:pt x="641" y="309"/>
                  </a:lnTo>
                  <a:lnTo>
                    <a:pt x="650" y="352"/>
                  </a:lnTo>
                  <a:lnTo>
                    <a:pt x="650" y="394"/>
                  </a:lnTo>
                  <a:lnTo>
                    <a:pt x="650" y="443"/>
                  </a:lnTo>
                  <a:lnTo>
                    <a:pt x="650" y="506"/>
                  </a:lnTo>
                </a:path>
              </a:pathLst>
            </a:custGeom>
            <a:noFill/>
            <a:ln w="30163">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120" name="Freeform 48"/>
            <p:cNvSpPr/>
            <p:nvPr/>
          </p:nvSpPr>
          <p:spPr>
            <a:xfrm>
              <a:off x="4798080" y="3147480"/>
              <a:ext cx="798480" cy="681480"/>
            </a:xfrm>
            <a:custGeom>
              <a:avLst/>
              <a:gdLst>
                <a:gd name="textAreaLeft" fmla="*/ 0 w 798480"/>
                <a:gd name="textAreaRight" fmla="*/ 798840 w 798480"/>
                <a:gd name="textAreaTop" fmla="*/ 0 h 681480"/>
                <a:gd name="textAreaBottom" fmla="*/ 681840 h 681480"/>
                <a:gd name="GluePoint1X" fmla="*/ 0 w 0"/>
                <a:gd name="GluePoint1Y" fmla="*/ 506 h 0"/>
                <a:gd name="GluePoint2X" fmla="*/ 4 w 0"/>
                <a:gd name="GluePoint2Y" fmla="*/ 450 h 0"/>
                <a:gd name="GluePoint3X" fmla="*/ 4 w 0"/>
                <a:gd name="GluePoint3Y" fmla="*/ 401 h 0"/>
                <a:gd name="GluePoint4X" fmla="*/ 9 w 0"/>
                <a:gd name="GluePoint4Y" fmla="*/ 352 h 0"/>
                <a:gd name="GluePoint5X" fmla="*/ 14 w 0"/>
                <a:gd name="GluePoint5Y" fmla="*/ 309 h 0"/>
                <a:gd name="GluePoint6X" fmla="*/ 24 w 0"/>
                <a:gd name="GluePoint6Y" fmla="*/ 267 h 0"/>
                <a:gd name="GluePoint7X" fmla="*/ 33 w 0"/>
                <a:gd name="GluePoint7Y" fmla="*/ 229 h 0"/>
                <a:gd name="GluePoint8X" fmla="*/ 48 w 0"/>
                <a:gd name="GluePoint8Y" fmla="*/ 197 h 0"/>
                <a:gd name="GluePoint9X" fmla="*/ 62 w 0"/>
                <a:gd name="GluePoint9Y" fmla="*/ 165 h 0"/>
                <a:gd name="GluePoint10X" fmla="*/ 77 w 0"/>
                <a:gd name="GluePoint10Y" fmla="*/ 137 h 0"/>
                <a:gd name="GluePoint11X" fmla="*/ 96 w 0"/>
                <a:gd name="GluePoint11Y" fmla="*/ 113 h 0"/>
                <a:gd name="GluePoint12X" fmla="*/ 120 w 0"/>
                <a:gd name="GluePoint12Y" fmla="*/ 88 h 0"/>
                <a:gd name="GluePoint13X" fmla="*/ 144 w 0"/>
                <a:gd name="GluePoint13Y" fmla="*/ 70 h 0"/>
                <a:gd name="GluePoint14X" fmla="*/ 168 w 0"/>
                <a:gd name="GluePoint14Y" fmla="*/ 53 h 0"/>
                <a:gd name="GluePoint15X" fmla="*/ 197 w 0"/>
                <a:gd name="GluePoint15Y" fmla="*/ 39 h 0"/>
                <a:gd name="GluePoint16X" fmla="*/ 231 w 0"/>
                <a:gd name="GluePoint16Y" fmla="*/ 25 h 0"/>
                <a:gd name="GluePoint17X" fmla="*/ 264 w 0"/>
                <a:gd name="GluePoint17Y" fmla="*/ 18 h 0"/>
                <a:gd name="GluePoint18X" fmla="*/ 303 w 0"/>
                <a:gd name="GluePoint18Y" fmla="*/ 11 h 0"/>
                <a:gd name="GluePoint19X" fmla="*/ 346 w 0"/>
                <a:gd name="GluePoint19Y" fmla="*/ 4 h 0"/>
                <a:gd name="GluePoint20X" fmla="*/ 390 w 0"/>
                <a:gd name="GluePoint20Y" fmla="*/ 0 h 0"/>
                <a:gd name="GluePoint21X" fmla="*/ 433 w 0"/>
                <a:gd name="GluePoint21Y" fmla="*/ 0 h 0"/>
                <a:gd name="GluePoint22X" fmla="*/ 505 w 0"/>
                <a:gd name="GluePoint22Y" fmla="*/ 0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Lst>
              <a:rect l="textAreaLeft" t="textAreaTop" r="textAreaRight" b="textAreaBottom"/>
              <a:pathLst>
                <a:path w="505" h="506">
                  <a:moveTo>
                    <a:pt x="0" y="506"/>
                  </a:moveTo>
                  <a:lnTo>
                    <a:pt x="4" y="450"/>
                  </a:lnTo>
                  <a:lnTo>
                    <a:pt x="4" y="401"/>
                  </a:lnTo>
                  <a:lnTo>
                    <a:pt x="9" y="352"/>
                  </a:lnTo>
                  <a:lnTo>
                    <a:pt x="14" y="309"/>
                  </a:lnTo>
                  <a:lnTo>
                    <a:pt x="24" y="267"/>
                  </a:lnTo>
                  <a:lnTo>
                    <a:pt x="33" y="229"/>
                  </a:lnTo>
                  <a:lnTo>
                    <a:pt x="48" y="197"/>
                  </a:lnTo>
                  <a:lnTo>
                    <a:pt x="62" y="165"/>
                  </a:lnTo>
                  <a:lnTo>
                    <a:pt x="77" y="137"/>
                  </a:lnTo>
                  <a:lnTo>
                    <a:pt x="96" y="113"/>
                  </a:lnTo>
                  <a:lnTo>
                    <a:pt x="120" y="88"/>
                  </a:lnTo>
                  <a:lnTo>
                    <a:pt x="144" y="70"/>
                  </a:lnTo>
                  <a:lnTo>
                    <a:pt x="168" y="53"/>
                  </a:lnTo>
                  <a:lnTo>
                    <a:pt x="197" y="39"/>
                  </a:lnTo>
                  <a:lnTo>
                    <a:pt x="231" y="25"/>
                  </a:lnTo>
                  <a:lnTo>
                    <a:pt x="264" y="18"/>
                  </a:lnTo>
                  <a:lnTo>
                    <a:pt x="303" y="11"/>
                  </a:lnTo>
                  <a:lnTo>
                    <a:pt x="346" y="4"/>
                  </a:lnTo>
                  <a:lnTo>
                    <a:pt x="390" y="0"/>
                  </a:lnTo>
                  <a:lnTo>
                    <a:pt x="433" y="0"/>
                  </a:lnTo>
                  <a:lnTo>
                    <a:pt x="505" y="0"/>
                  </a:lnTo>
                </a:path>
              </a:pathLst>
            </a:custGeom>
            <a:noFill/>
            <a:ln w="30163">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121" name="Freeform 49"/>
            <p:cNvSpPr/>
            <p:nvPr/>
          </p:nvSpPr>
          <p:spPr>
            <a:xfrm>
              <a:off x="4798080" y="3829320"/>
              <a:ext cx="798480" cy="427320"/>
            </a:xfrm>
            <a:custGeom>
              <a:avLst/>
              <a:gdLst>
                <a:gd name="textAreaLeft" fmla="*/ 0 w 798480"/>
                <a:gd name="textAreaRight" fmla="*/ 798840 w 798480"/>
                <a:gd name="textAreaTop" fmla="*/ 0 h 427320"/>
                <a:gd name="textAreaBottom" fmla="*/ 427680 h 427320"/>
                <a:gd name="GluePoint1X" fmla="*/ 505 w 0"/>
                <a:gd name="GluePoint1Y" fmla="*/ 317 h 0"/>
                <a:gd name="GluePoint2X" fmla="*/ 452 w 0"/>
                <a:gd name="GluePoint2Y" fmla="*/ 317 h 0"/>
                <a:gd name="GluePoint3X" fmla="*/ 404 w 0"/>
                <a:gd name="GluePoint3Y" fmla="*/ 317 h 0"/>
                <a:gd name="GluePoint4X" fmla="*/ 356 w 0"/>
                <a:gd name="GluePoint4Y" fmla="*/ 313 h 0"/>
                <a:gd name="GluePoint5X" fmla="*/ 308 w 0"/>
                <a:gd name="GluePoint5Y" fmla="*/ 310 h 0"/>
                <a:gd name="GluePoint6X" fmla="*/ 269 w 0"/>
                <a:gd name="GluePoint6Y" fmla="*/ 303 h 0"/>
                <a:gd name="GluePoint7X" fmla="*/ 231 w 0"/>
                <a:gd name="GluePoint7Y" fmla="*/ 299 h 0"/>
                <a:gd name="GluePoint8X" fmla="*/ 197 w 0"/>
                <a:gd name="GluePoint8Y" fmla="*/ 292 h 0"/>
                <a:gd name="GluePoint9X" fmla="*/ 168 w 0"/>
                <a:gd name="GluePoint9Y" fmla="*/ 281 h 0"/>
                <a:gd name="GluePoint10X" fmla="*/ 139 w 0"/>
                <a:gd name="GluePoint10Y" fmla="*/ 271 h 0"/>
                <a:gd name="GluePoint11X" fmla="*/ 115 w 0"/>
                <a:gd name="GluePoint11Y" fmla="*/ 260 h 0"/>
                <a:gd name="GluePoint12X" fmla="*/ 91 w 0"/>
                <a:gd name="GluePoint12Y" fmla="*/ 250 h 0"/>
                <a:gd name="GluePoint13X" fmla="*/ 72 w 0"/>
                <a:gd name="GluePoint13Y" fmla="*/ 236 h 0"/>
                <a:gd name="GluePoint14X" fmla="*/ 53 w 0"/>
                <a:gd name="GluePoint14Y" fmla="*/ 218 h 0"/>
                <a:gd name="GluePoint15X" fmla="*/ 38 w 0"/>
                <a:gd name="GluePoint15Y" fmla="*/ 201 h 0"/>
                <a:gd name="GluePoint16X" fmla="*/ 29 w 0"/>
                <a:gd name="GluePoint16Y" fmla="*/ 183 h 0"/>
                <a:gd name="GluePoint17X" fmla="*/ 19 w 0"/>
                <a:gd name="GluePoint17Y" fmla="*/ 162 h 0"/>
                <a:gd name="GluePoint18X" fmla="*/ 9 w 0"/>
                <a:gd name="GluePoint18Y" fmla="*/ 141 h 0"/>
                <a:gd name="GluePoint19X" fmla="*/ 4 w 0"/>
                <a:gd name="GluePoint19Y" fmla="*/ 116 h 0"/>
                <a:gd name="GluePoint20X" fmla="*/ 4 w 0"/>
                <a:gd name="GluePoint20Y" fmla="*/ 92 h 0"/>
                <a:gd name="GluePoint21X" fmla="*/ 0 w 0"/>
                <a:gd name="GluePoint21Y" fmla="*/ 64 h 0"/>
                <a:gd name="GluePoint22X" fmla="*/ 0 w 0"/>
                <a:gd name="GluePoint22Y" fmla="*/ 0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Lst>
              <a:rect l="textAreaLeft" t="textAreaTop" r="textAreaRight" b="textAreaBottom"/>
              <a:pathLst>
                <a:path w="505" h="317">
                  <a:moveTo>
                    <a:pt x="505" y="317"/>
                  </a:moveTo>
                  <a:lnTo>
                    <a:pt x="452" y="317"/>
                  </a:lnTo>
                  <a:lnTo>
                    <a:pt x="404" y="317"/>
                  </a:lnTo>
                  <a:lnTo>
                    <a:pt x="356" y="313"/>
                  </a:lnTo>
                  <a:lnTo>
                    <a:pt x="308" y="310"/>
                  </a:lnTo>
                  <a:lnTo>
                    <a:pt x="269" y="303"/>
                  </a:lnTo>
                  <a:lnTo>
                    <a:pt x="231" y="299"/>
                  </a:lnTo>
                  <a:lnTo>
                    <a:pt x="197" y="292"/>
                  </a:lnTo>
                  <a:lnTo>
                    <a:pt x="168" y="281"/>
                  </a:lnTo>
                  <a:lnTo>
                    <a:pt x="139" y="271"/>
                  </a:lnTo>
                  <a:lnTo>
                    <a:pt x="115" y="260"/>
                  </a:lnTo>
                  <a:lnTo>
                    <a:pt x="91" y="250"/>
                  </a:lnTo>
                  <a:lnTo>
                    <a:pt x="72" y="236"/>
                  </a:lnTo>
                  <a:lnTo>
                    <a:pt x="53" y="218"/>
                  </a:lnTo>
                  <a:lnTo>
                    <a:pt x="38" y="201"/>
                  </a:lnTo>
                  <a:lnTo>
                    <a:pt x="29" y="183"/>
                  </a:lnTo>
                  <a:lnTo>
                    <a:pt x="19" y="162"/>
                  </a:lnTo>
                  <a:lnTo>
                    <a:pt x="9" y="141"/>
                  </a:lnTo>
                  <a:lnTo>
                    <a:pt x="4" y="116"/>
                  </a:lnTo>
                  <a:lnTo>
                    <a:pt x="4" y="92"/>
                  </a:lnTo>
                  <a:lnTo>
                    <a:pt x="0" y="64"/>
                  </a:lnTo>
                  <a:lnTo>
                    <a:pt x="0" y="0"/>
                  </a:lnTo>
                </a:path>
              </a:pathLst>
            </a:custGeom>
            <a:noFill/>
            <a:ln w="30163">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122" name="Freeform 50"/>
            <p:cNvSpPr/>
            <p:nvPr/>
          </p:nvSpPr>
          <p:spPr>
            <a:xfrm>
              <a:off x="5596920" y="3829320"/>
              <a:ext cx="455760" cy="427320"/>
            </a:xfrm>
            <a:custGeom>
              <a:avLst/>
              <a:gdLst>
                <a:gd name="textAreaLeft" fmla="*/ 0 w 455760"/>
                <a:gd name="textAreaRight" fmla="*/ 456120 w 455760"/>
                <a:gd name="textAreaTop" fmla="*/ 0 h 427320"/>
                <a:gd name="textAreaBottom" fmla="*/ 427680 h 427320"/>
                <a:gd name="GluePoint1X" fmla="*/ 289 w 0"/>
                <a:gd name="GluePoint1Y" fmla="*/ 0 h 0"/>
                <a:gd name="GluePoint2X" fmla="*/ 289 w 0"/>
                <a:gd name="GluePoint2Y" fmla="*/ 35 h 0"/>
                <a:gd name="GluePoint3X" fmla="*/ 289 w 0"/>
                <a:gd name="GluePoint3Y" fmla="*/ 67 h 0"/>
                <a:gd name="GluePoint4X" fmla="*/ 289 w 0"/>
                <a:gd name="GluePoint4Y" fmla="*/ 95 h 0"/>
                <a:gd name="GluePoint5X" fmla="*/ 284 w 0"/>
                <a:gd name="GluePoint5Y" fmla="*/ 123 h 0"/>
                <a:gd name="GluePoint6X" fmla="*/ 279 w 0"/>
                <a:gd name="GluePoint6Y" fmla="*/ 151 h 0"/>
                <a:gd name="GluePoint7X" fmla="*/ 275 w 0"/>
                <a:gd name="GluePoint7Y" fmla="*/ 172 h 0"/>
                <a:gd name="GluePoint8X" fmla="*/ 270 w 0"/>
                <a:gd name="GluePoint8Y" fmla="*/ 194 h 0"/>
                <a:gd name="GluePoint9X" fmla="*/ 260 w 0"/>
                <a:gd name="GluePoint9Y" fmla="*/ 215 h 0"/>
                <a:gd name="GluePoint10X" fmla="*/ 255 w 0"/>
                <a:gd name="GluePoint10Y" fmla="*/ 232 h 0"/>
                <a:gd name="GluePoint11X" fmla="*/ 246 w 0"/>
                <a:gd name="GluePoint11Y" fmla="*/ 246 h 0"/>
                <a:gd name="GluePoint12X" fmla="*/ 231 w 0"/>
                <a:gd name="GluePoint12Y" fmla="*/ 260 h 0"/>
                <a:gd name="GluePoint13X" fmla="*/ 222 w 0"/>
                <a:gd name="GluePoint13Y" fmla="*/ 274 h 0"/>
                <a:gd name="GluePoint14X" fmla="*/ 207 w 0"/>
                <a:gd name="GluePoint14Y" fmla="*/ 285 h 0"/>
                <a:gd name="GluePoint15X" fmla="*/ 193 w 0"/>
                <a:gd name="GluePoint15Y" fmla="*/ 292 h 0"/>
                <a:gd name="GluePoint16X" fmla="*/ 178 w 0"/>
                <a:gd name="GluePoint16Y" fmla="*/ 303 h 0"/>
                <a:gd name="GluePoint17X" fmla="*/ 159 w 0"/>
                <a:gd name="GluePoint17Y" fmla="*/ 306 h 0"/>
                <a:gd name="GluePoint18X" fmla="*/ 140 w 0"/>
                <a:gd name="GluePoint18Y" fmla="*/ 310 h 0"/>
                <a:gd name="GluePoint19X" fmla="*/ 121 w 0"/>
                <a:gd name="GluePoint19Y" fmla="*/ 313 h 0"/>
                <a:gd name="GluePoint20X" fmla="*/ 96 w 0"/>
                <a:gd name="GluePoint20Y" fmla="*/ 317 h 0"/>
                <a:gd name="GluePoint21X" fmla="*/ 72 w 0"/>
                <a:gd name="GluePoint21Y" fmla="*/ 317 h 0"/>
                <a:gd name="GluePoint22X" fmla="*/ 0 w 0"/>
                <a:gd name="GluePoint22Y" fmla="*/ 317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Lst>
              <a:rect l="textAreaLeft" t="textAreaTop" r="textAreaRight" b="textAreaBottom"/>
              <a:pathLst>
                <a:path w="289" h="317">
                  <a:moveTo>
                    <a:pt x="289" y="0"/>
                  </a:moveTo>
                  <a:lnTo>
                    <a:pt x="289" y="35"/>
                  </a:lnTo>
                  <a:lnTo>
                    <a:pt x="289" y="67"/>
                  </a:lnTo>
                  <a:lnTo>
                    <a:pt x="289" y="95"/>
                  </a:lnTo>
                  <a:lnTo>
                    <a:pt x="284" y="123"/>
                  </a:lnTo>
                  <a:lnTo>
                    <a:pt x="279" y="151"/>
                  </a:lnTo>
                  <a:lnTo>
                    <a:pt x="275" y="172"/>
                  </a:lnTo>
                  <a:lnTo>
                    <a:pt x="270" y="194"/>
                  </a:lnTo>
                  <a:lnTo>
                    <a:pt x="260" y="215"/>
                  </a:lnTo>
                  <a:lnTo>
                    <a:pt x="255" y="232"/>
                  </a:lnTo>
                  <a:lnTo>
                    <a:pt x="246" y="246"/>
                  </a:lnTo>
                  <a:lnTo>
                    <a:pt x="231" y="260"/>
                  </a:lnTo>
                  <a:lnTo>
                    <a:pt x="222" y="274"/>
                  </a:lnTo>
                  <a:lnTo>
                    <a:pt x="207" y="285"/>
                  </a:lnTo>
                  <a:lnTo>
                    <a:pt x="193" y="292"/>
                  </a:lnTo>
                  <a:lnTo>
                    <a:pt x="178" y="303"/>
                  </a:lnTo>
                  <a:lnTo>
                    <a:pt x="159" y="306"/>
                  </a:lnTo>
                  <a:lnTo>
                    <a:pt x="140" y="310"/>
                  </a:lnTo>
                  <a:lnTo>
                    <a:pt x="121" y="313"/>
                  </a:lnTo>
                  <a:lnTo>
                    <a:pt x="96" y="317"/>
                  </a:lnTo>
                  <a:lnTo>
                    <a:pt x="72" y="317"/>
                  </a:lnTo>
                  <a:lnTo>
                    <a:pt x="0" y="317"/>
                  </a:lnTo>
                </a:path>
              </a:pathLst>
            </a:custGeom>
            <a:noFill/>
            <a:ln w="30163">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123" name="Freeform 51"/>
            <p:cNvSpPr/>
            <p:nvPr/>
          </p:nvSpPr>
          <p:spPr>
            <a:xfrm>
              <a:off x="5596920" y="3573720"/>
              <a:ext cx="455760" cy="255240"/>
            </a:xfrm>
            <a:custGeom>
              <a:avLst/>
              <a:gdLst>
                <a:gd name="textAreaLeft" fmla="*/ 0 w 455760"/>
                <a:gd name="textAreaRight" fmla="*/ 456120 w 455760"/>
                <a:gd name="textAreaTop" fmla="*/ 0 h 255240"/>
                <a:gd name="textAreaBottom" fmla="*/ 255600 h 255240"/>
                <a:gd name="GluePoint1X" fmla="*/ 0 w 0"/>
                <a:gd name="GluePoint1Y" fmla="*/ 0 h 0"/>
                <a:gd name="GluePoint2X" fmla="*/ 34 w 0"/>
                <a:gd name="GluePoint2Y" fmla="*/ 0 h 0"/>
                <a:gd name="GluePoint3X" fmla="*/ 63 w 0"/>
                <a:gd name="GluePoint3Y" fmla="*/ 0 h 0"/>
                <a:gd name="GluePoint4X" fmla="*/ 92 w 0"/>
                <a:gd name="GluePoint4Y" fmla="*/ 4 h 0"/>
                <a:gd name="GluePoint5X" fmla="*/ 116 w 0"/>
                <a:gd name="GluePoint5Y" fmla="*/ 4 h 0"/>
                <a:gd name="GluePoint6X" fmla="*/ 140 w 0"/>
                <a:gd name="GluePoint6Y" fmla="*/ 7 h 0"/>
                <a:gd name="GluePoint7X" fmla="*/ 159 w 0"/>
                <a:gd name="GluePoint7Y" fmla="*/ 11 h 0"/>
                <a:gd name="GluePoint8X" fmla="*/ 178 w 0"/>
                <a:gd name="GluePoint8Y" fmla="*/ 14 h 0"/>
                <a:gd name="GluePoint9X" fmla="*/ 198 w 0"/>
                <a:gd name="GluePoint9Y" fmla="*/ 18 h 0"/>
                <a:gd name="GluePoint10X" fmla="*/ 212 w 0"/>
                <a:gd name="GluePoint10Y" fmla="*/ 22 h 0"/>
                <a:gd name="GluePoint11X" fmla="*/ 226 w 0"/>
                <a:gd name="GluePoint11Y" fmla="*/ 29 h 0"/>
                <a:gd name="GluePoint12X" fmla="*/ 241 w 0"/>
                <a:gd name="GluePoint12Y" fmla="*/ 36 h 0"/>
                <a:gd name="GluePoint13X" fmla="*/ 251 w 0"/>
                <a:gd name="GluePoint13Y" fmla="*/ 43 h 0"/>
                <a:gd name="GluePoint14X" fmla="*/ 260 w 0"/>
                <a:gd name="GluePoint14Y" fmla="*/ 50 h 0"/>
                <a:gd name="GluePoint15X" fmla="*/ 270 w 0"/>
                <a:gd name="GluePoint15Y" fmla="*/ 57 h 0"/>
                <a:gd name="GluePoint16X" fmla="*/ 275 w 0"/>
                <a:gd name="GluePoint16Y" fmla="*/ 67 h 0"/>
                <a:gd name="GluePoint17X" fmla="*/ 284 w 0"/>
                <a:gd name="GluePoint17Y" fmla="*/ 78 h 0"/>
                <a:gd name="GluePoint18X" fmla="*/ 289 w 0"/>
                <a:gd name="GluePoint18Y" fmla="*/ 88 h 0"/>
                <a:gd name="GluePoint19X" fmla="*/ 289 w 0"/>
                <a:gd name="GluePoint19Y" fmla="*/ 99 h 0"/>
                <a:gd name="GluePoint20X" fmla="*/ 289 w 0"/>
                <a:gd name="GluePoint20Y" fmla="*/ 113 h 0"/>
                <a:gd name="GluePoint21X" fmla="*/ 289 w 0"/>
                <a:gd name="GluePoint21Y" fmla="*/ 127 h 0"/>
                <a:gd name="GluePoint22X" fmla="*/ 289 w 0"/>
                <a:gd name="GluePoint22Y" fmla="*/ 190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Lst>
              <a:rect l="textAreaLeft" t="textAreaTop" r="textAreaRight" b="textAreaBottom"/>
              <a:pathLst>
                <a:path w="289" h="190">
                  <a:moveTo>
                    <a:pt x="0" y="0"/>
                  </a:moveTo>
                  <a:lnTo>
                    <a:pt x="34" y="0"/>
                  </a:lnTo>
                  <a:lnTo>
                    <a:pt x="63" y="0"/>
                  </a:lnTo>
                  <a:lnTo>
                    <a:pt x="92" y="4"/>
                  </a:lnTo>
                  <a:lnTo>
                    <a:pt x="116" y="4"/>
                  </a:lnTo>
                  <a:lnTo>
                    <a:pt x="140" y="7"/>
                  </a:lnTo>
                  <a:lnTo>
                    <a:pt x="159" y="11"/>
                  </a:lnTo>
                  <a:lnTo>
                    <a:pt x="178" y="14"/>
                  </a:lnTo>
                  <a:lnTo>
                    <a:pt x="198" y="18"/>
                  </a:lnTo>
                  <a:lnTo>
                    <a:pt x="212" y="22"/>
                  </a:lnTo>
                  <a:lnTo>
                    <a:pt x="226" y="29"/>
                  </a:lnTo>
                  <a:lnTo>
                    <a:pt x="241" y="36"/>
                  </a:lnTo>
                  <a:lnTo>
                    <a:pt x="251" y="43"/>
                  </a:lnTo>
                  <a:lnTo>
                    <a:pt x="260" y="50"/>
                  </a:lnTo>
                  <a:lnTo>
                    <a:pt x="270" y="57"/>
                  </a:lnTo>
                  <a:lnTo>
                    <a:pt x="275" y="67"/>
                  </a:lnTo>
                  <a:lnTo>
                    <a:pt x="284" y="78"/>
                  </a:lnTo>
                  <a:lnTo>
                    <a:pt x="289" y="88"/>
                  </a:lnTo>
                  <a:lnTo>
                    <a:pt x="289" y="99"/>
                  </a:lnTo>
                  <a:lnTo>
                    <a:pt x="289" y="113"/>
                  </a:lnTo>
                  <a:lnTo>
                    <a:pt x="289" y="127"/>
                  </a:lnTo>
                  <a:lnTo>
                    <a:pt x="289" y="190"/>
                  </a:lnTo>
                </a:path>
              </a:pathLst>
            </a:custGeom>
            <a:noFill/>
            <a:ln w="30163">
              <a:solidFill>
                <a:srgbClr val="000000"/>
              </a:solidFill>
              <a:roun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124" name="Freeform 52"/>
            <p:cNvSpPr/>
            <p:nvPr/>
          </p:nvSpPr>
          <p:spPr>
            <a:xfrm>
              <a:off x="5369040" y="3573720"/>
              <a:ext cx="227520" cy="255240"/>
            </a:xfrm>
            <a:custGeom>
              <a:avLst/>
              <a:gdLst>
                <a:gd name="textAreaLeft" fmla="*/ 0 w 227520"/>
                <a:gd name="textAreaRight" fmla="*/ 227880 w 227520"/>
                <a:gd name="textAreaTop" fmla="*/ 0 h 255240"/>
                <a:gd name="textAreaBottom" fmla="*/ 255600 h 255240"/>
                <a:gd name="GluePoint1X" fmla="*/ 0 w 0"/>
                <a:gd name="GluePoint1Y" fmla="*/ 190 h 0"/>
                <a:gd name="GluePoint2X" fmla="*/ 5 w 0"/>
                <a:gd name="GluePoint2Y" fmla="*/ 169 h 0"/>
                <a:gd name="GluePoint3X" fmla="*/ 5 w 0"/>
                <a:gd name="GluePoint3Y" fmla="*/ 152 h 0"/>
                <a:gd name="GluePoint4X" fmla="*/ 5 w 0"/>
                <a:gd name="GluePoint4Y" fmla="*/ 134 h 0"/>
                <a:gd name="GluePoint5X" fmla="*/ 5 w 0"/>
                <a:gd name="GluePoint5Y" fmla="*/ 116 h 0"/>
                <a:gd name="GluePoint6X" fmla="*/ 5 w 0"/>
                <a:gd name="GluePoint6Y" fmla="*/ 99 h 0"/>
                <a:gd name="GluePoint7X" fmla="*/ 9 w 0"/>
                <a:gd name="GluePoint7Y" fmla="*/ 88 h 0"/>
                <a:gd name="GluePoint8X" fmla="*/ 9 w 0"/>
                <a:gd name="GluePoint8Y" fmla="*/ 74 h 0"/>
                <a:gd name="GluePoint9X" fmla="*/ 14 w 0"/>
                <a:gd name="GluePoint9Y" fmla="*/ 64 h 0"/>
                <a:gd name="GluePoint10X" fmla="*/ 14 w 0"/>
                <a:gd name="GluePoint10Y" fmla="*/ 53 h 0"/>
                <a:gd name="GluePoint11X" fmla="*/ 19 w 0"/>
                <a:gd name="GluePoint11Y" fmla="*/ 43 h 0"/>
                <a:gd name="GluePoint12X" fmla="*/ 24 w 0"/>
                <a:gd name="GluePoint12Y" fmla="*/ 32 h 0"/>
                <a:gd name="GluePoint13X" fmla="*/ 24 w 0"/>
                <a:gd name="GluePoint13Y" fmla="*/ 25 h 0"/>
                <a:gd name="GluePoint14X" fmla="*/ 29 w 0"/>
                <a:gd name="GluePoint14Y" fmla="*/ 22 h 0"/>
                <a:gd name="GluePoint15X" fmla="*/ 33 w 0"/>
                <a:gd name="GluePoint15Y" fmla="*/ 14 h 0"/>
                <a:gd name="GluePoint16X" fmla="*/ 38 w 0"/>
                <a:gd name="GluePoint16Y" fmla="*/ 11 h 0"/>
                <a:gd name="GluePoint17X" fmla="*/ 48 w 0"/>
                <a:gd name="GluePoint17Y" fmla="*/ 7 h 0"/>
                <a:gd name="GluePoint18X" fmla="*/ 53 w 0"/>
                <a:gd name="GluePoint18Y" fmla="*/ 4 h 0"/>
                <a:gd name="GluePoint19X" fmla="*/ 58 w 0"/>
                <a:gd name="GluePoint19Y" fmla="*/ 0 h 0"/>
                <a:gd name="GluePoint20X" fmla="*/ 67 w 0"/>
                <a:gd name="GluePoint20Y" fmla="*/ 0 h 0"/>
                <a:gd name="GluePoint21X" fmla="*/ 72 w 0"/>
                <a:gd name="GluePoint21Y" fmla="*/ 0 h 0"/>
                <a:gd name="GluePoint22X" fmla="*/ 144 w 0"/>
                <a:gd name="GluePoint22Y" fmla="*/ 0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Lst>
              <a:rect l="textAreaLeft" t="textAreaTop" r="textAreaRight" b="textAreaBottom"/>
              <a:pathLst>
                <a:path w="144" h="190">
                  <a:moveTo>
                    <a:pt x="0" y="190"/>
                  </a:moveTo>
                  <a:lnTo>
                    <a:pt x="5" y="169"/>
                  </a:lnTo>
                  <a:lnTo>
                    <a:pt x="5" y="152"/>
                  </a:lnTo>
                  <a:lnTo>
                    <a:pt x="5" y="134"/>
                  </a:lnTo>
                  <a:lnTo>
                    <a:pt x="5" y="116"/>
                  </a:lnTo>
                  <a:lnTo>
                    <a:pt x="5" y="99"/>
                  </a:lnTo>
                  <a:lnTo>
                    <a:pt x="9" y="88"/>
                  </a:lnTo>
                  <a:lnTo>
                    <a:pt x="9" y="74"/>
                  </a:lnTo>
                  <a:lnTo>
                    <a:pt x="14" y="64"/>
                  </a:lnTo>
                  <a:lnTo>
                    <a:pt x="14" y="53"/>
                  </a:lnTo>
                  <a:lnTo>
                    <a:pt x="19" y="43"/>
                  </a:lnTo>
                  <a:lnTo>
                    <a:pt x="24" y="32"/>
                  </a:lnTo>
                  <a:lnTo>
                    <a:pt x="24" y="25"/>
                  </a:lnTo>
                  <a:lnTo>
                    <a:pt x="29" y="22"/>
                  </a:lnTo>
                  <a:lnTo>
                    <a:pt x="33" y="14"/>
                  </a:lnTo>
                  <a:lnTo>
                    <a:pt x="38" y="11"/>
                  </a:lnTo>
                  <a:lnTo>
                    <a:pt x="48" y="7"/>
                  </a:lnTo>
                  <a:lnTo>
                    <a:pt x="53" y="4"/>
                  </a:lnTo>
                  <a:lnTo>
                    <a:pt x="58" y="0"/>
                  </a:lnTo>
                  <a:lnTo>
                    <a:pt x="67" y="0"/>
                  </a:lnTo>
                  <a:lnTo>
                    <a:pt x="72" y="0"/>
                  </a:lnTo>
                  <a:lnTo>
                    <a:pt x="144" y="0"/>
                  </a:lnTo>
                </a:path>
              </a:pathLst>
            </a:custGeom>
            <a:noFill/>
            <a:ln w="30226">
              <a:solidFill>
                <a:srgbClr val="000000"/>
              </a:solidFill>
              <a:round/>
              <a:headEnd len="med" type="oval" w="me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125" name="Line 53"/>
            <p:cNvSpPr/>
            <p:nvPr/>
          </p:nvSpPr>
          <p:spPr>
            <a:xfrm flipH="1">
              <a:off x="6966360" y="2550240"/>
              <a:ext cx="682560" cy="512640"/>
            </a:xfrm>
            <a:prstGeom prst="line">
              <a:avLst/>
            </a:prstGeom>
            <a:ln w="0">
              <a:solidFill>
                <a:srgbClr val="000000"/>
              </a:solidFill>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126" name="Freeform 54"/>
            <p:cNvSpPr/>
            <p:nvPr/>
          </p:nvSpPr>
          <p:spPr>
            <a:xfrm>
              <a:off x="6966720" y="2988000"/>
              <a:ext cx="97560" cy="74520"/>
            </a:xfrm>
            <a:custGeom>
              <a:avLst/>
              <a:gdLst>
                <a:gd name="textAreaLeft" fmla="*/ 0 w 97560"/>
                <a:gd name="textAreaRight" fmla="*/ 97920 w 97560"/>
                <a:gd name="textAreaTop" fmla="*/ 0 h 74520"/>
                <a:gd name="textAreaBottom" fmla="*/ 74880 h 74520"/>
                <a:gd name="GluePoint1X" fmla="*/ 62 w 0"/>
                <a:gd name="GluePoint1Y" fmla="*/ 24 h 0"/>
                <a:gd name="GluePoint2X" fmla="*/ 0 w 0"/>
                <a:gd name="GluePoint2Y" fmla="*/ 56 h 0"/>
                <a:gd name="GluePoint3X" fmla="*/ 38 w 0"/>
                <a:gd name="GluePoint3Y" fmla="*/ 0 h 0"/>
                <a:gd name="GluePoint4X" fmla="*/ 62 w 0"/>
                <a:gd name="GluePoint4Y" fmla="*/ 24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62" h="56">
                  <a:moveTo>
                    <a:pt x="62" y="24"/>
                  </a:moveTo>
                  <a:lnTo>
                    <a:pt x="0" y="56"/>
                  </a:lnTo>
                  <a:lnTo>
                    <a:pt x="38" y="0"/>
                  </a:lnTo>
                  <a:lnTo>
                    <a:pt x="62" y="24"/>
                  </a:lnTo>
                  <a:close/>
                </a:path>
              </a:pathLst>
            </a:custGeom>
            <a:solidFill>
              <a:srgbClr val="000000"/>
            </a:solidFill>
            <a:ln w="0">
              <a:solidFill>
                <a:srgbClr val="000000"/>
              </a:solidFill>
            </a:ln>
          </p:spPr>
          <p:style>
            <a:lnRef idx="0"/>
            <a:fillRef idx="0"/>
            <a:effectRef idx="0"/>
            <a:fontRef idx="minor"/>
          </p:style>
          <p:txBody>
            <a:bodyPr lIns="90000" tIns="29880" rIns="90000" bIns="29880" anchor="t">
              <a:noAutofit/>
            </a:bodyPr>
            <a:p>
              <a:endParaRPr lang="es-ES" sz="1800" b="0" u="none" strike="noStrike">
                <a:solidFill>
                  <a:schemeClr val="lt1"/>
                </a:solidFill>
                <a:effectLst/>
                <a:uFillTx/>
                <a:latin typeface="Century Gothic"/>
              </a:endParaRPr>
            </a:p>
          </p:txBody>
        </p:sp>
        <p:sp>
          <p:nvSpPr>
            <p:cNvPr id="1127" name="Line 55"/>
            <p:cNvSpPr/>
            <p:nvPr/>
          </p:nvSpPr>
          <p:spPr>
            <a:xfrm flipH="1">
              <a:off x="6282360" y="2040840"/>
              <a:ext cx="1027080" cy="1191240"/>
            </a:xfrm>
            <a:prstGeom prst="line">
              <a:avLst/>
            </a:prstGeom>
            <a:ln w="0">
              <a:solidFill>
                <a:srgbClr val="000000"/>
              </a:solidFill>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128" name="Freeform 56"/>
            <p:cNvSpPr/>
            <p:nvPr/>
          </p:nvSpPr>
          <p:spPr>
            <a:xfrm>
              <a:off x="6282720" y="3153240"/>
              <a:ext cx="80640" cy="78840"/>
            </a:xfrm>
            <a:custGeom>
              <a:avLst/>
              <a:gdLst>
                <a:gd name="textAreaLeft" fmla="*/ 0 w 80640"/>
                <a:gd name="textAreaRight" fmla="*/ 81000 w 80640"/>
                <a:gd name="textAreaTop" fmla="*/ 0 h 78840"/>
                <a:gd name="textAreaBottom" fmla="*/ 79200 h 78840"/>
                <a:gd name="GluePoint1X" fmla="*/ 52 w 0"/>
                <a:gd name="GluePoint1Y" fmla="*/ 14 h 0"/>
                <a:gd name="GluePoint2X" fmla="*/ 0 w 0"/>
                <a:gd name="GluePoint2Y" fmla="*/ 59 h 0"/>
                <a:gd name="GluePoint3X" fmla="*/ 24 w 0"/>
                <a:gd name="GluePoint3Y" fmla="*/ 0 h 0"/>
                <a:gd name="GluePoint4X" fmla="*/ 52 w 0"/>
                <a:gd name="GluePoint4Y" fmla="*/ 14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52" h="59">
                  <a:moveTo>
                    <a:pt x="52" y="14"/>
                  </a:moveTo>
                  <a:lnTo>
                    <a:pt x="0" y="59"/>
                  </a:lnTo>
                  <a:lnTo>
                    <a:pt x="24" y="0"/>
                  </a:lnTo>
                  <a:lnTo>
                    <a:pt x="52" y="14"/>
                  </a:lnTo>
                  <a:close/>
                </a:path>
              </a:pathLst>
            </a:custGeom>
            <a:solidFill>
              <a:srgbClr val="000000"/>
            </a:solidFill>
            <a:ln w="0">
              <a:solidFill>
                <a:srgbClr val="000000"/>
              </a:solidFill>
            </a:ln>
          </p:spPr>
          <p:style>
            <a:lnRef idx="0"/>
            <a:fillRef idx="0"/>
            <a:effectRef idx="0"/>
            <a:fontRef idx="minor"/>
          </p:style>
          <p:txBody>
            <a:bodyPr lIns="90000" tIns="34200" rIns="90000" bIns="34200" anchor="t">
              <a:noAutofit/>
            </a:bodyPr>
            <a:p>
              <a:endParaRPr lang="es-ES" sz="1800" b="0" u="none" strike="noStrike">
                <a:solidFill>
                  <a:schemeClr val="lt1"/>
                </a:solidFill>
                <a:effectLst/>
                <a:uFillTx/>
                <a:latin typeface="Century Gothic"/>
              </a:endParaRPr>
            </a:p>
          </p:txBody>
        </p:sp>
        <p:sp>
          <p:nvSpPr>
            <p:cNvPr id="1129" name="Line 57"/>
            <p:cNvSpPr/>
            <p:nvPr/>
          </p:nvSpPr>
          <p:spPr>
            <a:xfrm flipH="1" flipV="1">
              <a:off x="6052680" y="4086000"/>
              <a:ext cx="1369800" cy="937440"/>
            </a:xfrm>
            <a:prstGeom prst="line">
              <a:avLst/>
            </a:prstGeom>
            <a:ln w="0">
              <a:solidFill>
                <a:srgbClr val="000000"/>
              </a:solidFill>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130" name="Freeform 58"/>
            <p:cNvSpPr/>
            <p:nvPr/>
          </p:nvSpPr>
          <p:spPr>
            <a:xfrm>
              <a:off x="6053040" y="4086360"/>
              <a:ext cx="105120" cy="70200"/>
            </a:xfrm>
            <a:custGeom>
              <a:avLst/>
              <a:gdLst>
                <a:gd name="textAreaLeft" fmla="*/ 0 w 105120"/>
                <a:gd name="textAreaRight" fmla="*/ 105480 w 105120"/>
                <a:gd name="textAreaTop" fmla="*/ 0 h 70200"/>
                <a:gd name="textAreaBottom" fmla="*/ 70560 h 70200"/>
                <a:gd name="GluePoint1X" fmla="*/ 43 w 0"/>
                <a:gd name="GluePoint1Y" fmla="*/ 53 h 0"/>
                <a:gd name="GluePoint2X" fmla="*/ 0 w 0"/>
                <a:gd name="GluePoint2Y" fmla="*/ 0 h 0"/>
                <a:gd name="GluePoint3X" fmla="*/ 67 w 0"/>
                <a:gd name="GluePoint3Y" fmla="*/ 32 h 0"/>
                <a:gd name="GluePoint4X" fmla="*/ 43 w 0"/>
                <a:gd name="GluePoint4Y" fmla="*/ 53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67" h="53">
                  <a:moveTo>
                    <a:pt x="43" y="53"/>
                  </a:moveTo>
                  <a:lnTo>
                    <a:pt x="0" y="0"/>
                  </a:lnTo>
                  <a:lnTo>
                    <a:pt x="67" y="32"/>
                  </a:lnTo>
                  <a:lnTo>
                    <a:pt x="43" y="53"/>
                  </a:lnTo>
                  <a:close/>
                </a:path>
              </a:pathLst>
            </a:custGeom>
            <a:solidFill>
              <a:srgbClr val="000000"/>
            </a:solidFill>
            <a:ln w="0">
              <a:solidFill>
                <a:srgbClr val="000000"/>
              </a:solidFill>
            </a:ln>
          </p:spPr>
          <p:style>
            <a:lnRef idx="0"/>
            <a:fillRef idx="0"/>
            <a:effectRef idx="0"/>
            <a:fontRef idx="minor"/>
          </p:style>
          <p:txBody>
            <a:bodyPr lIns="90000" tIns="25560" rIns="90000" bIns="25560" anchor="t">
              <a:noAutofit/>
            </a:bodyPr>
            <a:p>
              <a:endParaRPr lang="es-ES" sz="1800" b="0" u="none" strike="noStrike">
                <a:solidFill>
                  <a:schemeClr val="lt1"/>
                </a:solidFill>
                <a:effectLst/>
                <a:uFillTx/>
                <a:latin typeface="Century Gothic"/>
              </a:endParaRPr>
            </a:p>
          </p:txBody>
        </p:sp>
        <p:sp>
          <p:nvSpPr>
            <p:cNvPr id="1131" name="Line 59"/>
            <p:cNvSpPr/>
            <p:nvPr/>
          </p:nvSpPr>
          <p:spPr>
            <a:xfrm flipH="1" flipV="1">
              <a:off x="6166080" y="4598280"/>
              <a:ext cx="1143360" cy="681840"/>
            </a:xfrm>
            <a:prstGeom prst="line">
              <a:avLst/>
            </a:prstGeom>
            <a:ln w="0">
              <a:solidFill>
                <a:srgbClr val="000000"/>
              </a:solidFill>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132" name="Freeform 60"/>
            <p:cNvSpPr/>
            <p:nvPr/>
          </p:nvSpPr>
          <p:spPr>
            <a:xfrm>
              <a:off x="6166080" y="4598640"/>
              <a:ext cx="106920" cy="68760"/>
            </a:xfrm>
            <a:custGeom>
              <a:avLst/>
              <a:gdLst>
                <a:gd name="textAreaLeft" fmla="*/ 0 w 106920"/>
                <a:gd name="textAreaRight" fmla="*/ 107280 w 106920"/>
                <a:gd name="textAreaTop" fmla="*/ 0 h 68760"/>
                <a:gd name="textAreaBottom" fmla="*/ 69120 h 68760"/>
                <a:gd name="GluePoint1X" fmla="*/ 44 w 0"/>
                <a:gd name="GluePoint1Y" fmla="*/ 52 h 0"/>
                <a:gd name="GluePoint2X" fmla="*/ 0 w 0"/>
                <a:gd name="GluePoint2Y" fmla="*/ 0 h 0"/>
                <a:gd name="GluePoint3X" fmla="*/ 68 w 0"/>
                <a:gd name="GluePoint3Y" fmla="*/ 28 h 0"/>
                <a:gd name="GluePoint4X" fmla="*/ 44 w 0"/>
                <a:gd name="GluePoint4Y" fmla="*/ 52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68" h="52">
                  <a:moveTo>
                    <a:pt x="44" y="52"/>
                  </a:moveTo>
                  <a:lnTo>
                    <a:pt x="0" y="0"/>
                  </a:lnTo>
                  <a:lnTo>
                    <a:pt x="68" y="28"/>
                  </a:lnTo>
                  <a:lnTo>
                    <a:pt x="44" y="52"/>
                  </a:lnTo>
                  <a:close/>
                </a:path>
              </a:pathLst>
            </a:custGeom>
            <a:solidFill>
              <a:srgbClr val="000000"/>
            </a:solidFill>
            <a:ln w="0">
              <a:solidFill>
                <a:srgbClr val="000000"/>
              </a:solidFill>
            </a:ln>
          </p:spPr>
          <p:style>
            <a:lnRef idx="0"/>
            <a:fillRef idx="0"/>
            <a:effectRef idx="0"/>
            <a:fontRef idx="minor"/>
          </p:style>
          <p:txBody>
            <a:bodyPr lIns="90000" tIns="24120" rIns="90000" bIns="24120" anchor="t">
              <a:noAutofit/>
            </a:bodyPr>
            <a:p>
              <a:endParaRPr lang="es-ES" sz="1800" b="0" u="none" strike="noStrike">
                <a:solidFill>
                  <a:schemeClr val="lt1"/>
                </a:solidFill>
                <a:effectLst/>
                <a:uFillTx/>
                <a:latin typeface="Century Gothic"/>
              </a:endParaRPr>
            </a:p>
          </p:txBody>
        </p:sp>
        <p:sp>
          <p:nvSpPr>
            <p:cNvPr id="1133" name="Line 61"/>
            <p:cNvSpPr/>
            <p:nvPr/>
          </p:nvSpPr>
          <p:spPr>
            <a:xfrm flipH="1" flipV="1">
              <a:off x="6282360" y="5108040"/>
              <a:ext cx="910440" cy="427680"/>
            </a:xfrm>
            <a:prstGeom prst="line">
              <a:avLst/>
            </a:prstGeom>
            <a:ln w="0">
              <a:solidFill>
                <a:srgbClr val="000000"/>
              </a:solidFill>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134" name="Freeform 62"/>
            <p:cNvSpPr/>
            <p:nvPr/>
          </p:nvSpPr>
          <p:spPr>
            <a:xfrm>
              <a:off x="6282720" y="5108040"/>
              <a:ext cx="113040" cy="61920"/>
            </a:xfrm>
            <a:custGeom>
              <a:avLst/>
              <a:gdLst>
                <a:gd name="textAreaLeft" fmla="*/ 0 w 113040"/>
                <a:gd name="textAreaRight" fmla="*/ 113400 w 113040"/>
                <a:gd name="textAreaTop" fmla="*/ 0 h 61920"/>
                <a:gd name="textAreaBottom" fmla="*/ 62280 h 61920"/>
                <a:gd name="GluePoint1X" fmla="*/ 52 w 0"/>
                <a:gd name="GluePoint1Y" fmla="*/ 46 h 0"/>
                <a:gd name="GluePoint2X" fmla="*/ 0 w 0"/>
                <a:gd name="GluePoint2Y" fmla="*/ 0 h 0"/>
                <a:gd name="GluePoint3X" fmla="*/ 72 w 0"/>
                <a:gd name="GluePoint3Y" fmla="*/ 21 h 0"/>
                <a:gd name="GluePoint4X" fmla="*/ 52 w 0"/>
                <a:gd name="GluePoint4Y" fmla="*/ 46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72" h="46">
                  <a:moveTo>
                    <a:pt x="52" y="46"/>
                  </a:moveTo>
                  <a:lnTo>
                    <a:pt x="0" y="0"/>
                  </a:lnTo>
                  <a:lnTo>
                    <a:pt x="72" y="21"/>
                  </a:lnTo>
                  <a:lnTo>
                    <a:pt x="52" y="46"/>
                  </a:lnTo>
                  <a:close/>
                </a:path>
              </a:pathLst>
            </a:custGeom>
            <a:solidFill>
              <a:srgbClr val="000000"/>
            </a:solidFill>
            <a:ln w="0">
              <a:solidFill>
                <a:srgbClr val="000000"/>
              </a:solidFill>
            </a:ln>
          </p:spPr>
          <p:style>
            <a:lnRef idx="0"/>
            <a:fillRef idx="0"/>
            <a:effectRef idx="0"/>
            <a:fontRef idx="minor"/>
          </p:style>
          <p:txBody>
            <a:bodyPr lIns="90000" tIns="17280" rIns="90000" bIns="17280" anchor="t">
              <a:noAutofit/>
            </a:bodyPr>
            <a:p>
              <a:endParaRPr lang="es-ES" sz="1800" b="0" u="none" strike="noStrike">
                <a:solidFill>
                  <a:schemeClr val="lt1"/>
                </a:solidFill>
                <a:effectLst/>
                <a:uFillTx/>
                <a:latin typeface="Century Gothic"/>
              </a:endParaRPr>
            </a:p>
          </p:txBody>
        </p:sp>
        <p:sp>
          <p:nvSpPr>
            <p:cNvPr id="1135" name="Line 63"/>
            <p:cNvSpPr/>
            <p:nvPr/>
          </p:nvSpPr>
          <p:spPr>
            <a:xfrm flipV="1">
              <a:off x="3314880" y="4170600"/>
              <a:ext cx="1597680" cy="767880"/>
            </a:xfrm>
            <a:prstGeom prst="line">
              <a:avLst/>
            </a:prstGeom>
            <a:ln w="0">
              <a:solidFill>
                <a:srgbClr val="000000"/>
              </a:solidFill>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136" name="Freeform 64"/>
            <p:cNvSpPr/>
            <p:nvPr/>
          </p:nvSpPr>
          <p:spPr>
            <a:xfrm>
              <a:off x="4798080" y="4170960"/>
              <a:ext cx="114480" cy="61920"/>
            </a:xfrm>
            <a:custGeom>
              <a:avLst/>
              <a:gdLst>
                <a:gd name="textAreaLeft" fmla="*/ 0 w 114480"/>
                <a:gd name="textAreaRight" fmla="*/ 114840 w 114480"/>
                <a:gd name="textAreaTop" fmla="*/ 0 h 61920"/>
                <a:gd name="textAreaBottom" fmla="*/ 62280 h 61920"/>
                <a:gd name="GluePoint1X" fmla="*/ 0 w 0"/>
                <a:gd name="GluePoint1Y" fmla="*/ 21 h 0"/>
                <a:gd name="GluePoint2X" fmla="*/ 72 w 0"/>
                <a:gd name="GluePoint2Y" fmla="*/ 0 h 0"/>
                <a:gd name="GluePoint3X" fmla="*/ 24 w 0"/>
                <a:gd name="GluePoint3Y" fmla="*/ 46 h 0"/>
                <a:gd name="GluePoint4X" fmla="*/ 0 w 0"/>
                <a:gd name="GluePoint4Y" fmla="*/ 21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72" h="46">
                  <a:moveTo>
                    <a:pt x="0" y="21"/>
                  </a:moveTo>
                  <a:lnTo>
                    <a:pt x="72" y="0"/>
                  </a:lnTo>
                  <a:lnTo>
                    <a:pt x="24" y="46"/>
                  </a:lnTo>
                  <a:lnTo>
                    <a:pt x="0" y="21"/>
                  </a:lnTo>
                  <a:close/>
                </a:path>
              </a:pathLst>
            </a:custGeom>
            <a:solidFill>
              <a:srgbClr val="000000"/>
            </a:solidFill>
            <a:ln w="0">
              <a:solidFill>
                <a:srgbClr val="000000"/>
              </a:solidFill>
            </a:ln>
          </p:spPr>
          <p:style>
            <a:lnRef idx="0"/>
            <a:fillRef idx="0"/>
            <a:effectRef idx="0"/>
            <a:fontRef idx="minor"/>
          </p:style>
          <p:txBody>
            <a:bodyPr lIns="90000" tIns="17280" rIns="90000" bIns="17280" anchor="t">
              <a:noAutofit/>
            </a:bodyPr>
            <a:p>
              <a:endParaRPr lang="es-ES" sz="1800" b="0" u="none" strike="noStrike">
                <a:solidFill>
                  <a:schemeClr val="lt1"/>
                </a:solidFill>
                <a:effectLst/>
                <a:uFillTx/>
                <a:latin typeface="Century Gothic"/>
              </a:endParaRPr>
            </a:p>
          </p:txBody>
        </p:sp>
        <p:sp>
          <p:nvSpPr>
            <p:cNvPr id="1137" name="Line 65"/>
            <p:cNvSpPr/>
            <p:nvPr/>
          </p:nvSpPr>
          <p:spPr>
            <a:xfrm flipV="1">
              <a:off x="3314880" y="4598280"/>
              <a:ext cx="1482840" cy="340200"/>
            </a:xfrm>
            <a:prstGeom prst="line">
              <a:avLst/>
            </a:prstGeom>
            <a:ln w="0">
              <a:solidFill>
                <a:srgbClr val="000000"/>
              </a:solidFill>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138" name="Freeform 66"/>
            <p:cNvSpPr/>
            <p:nvPr/>
          </p:nvSpPr>
          <p:spPr>
            <a:xfrm>
              <a:off x="4683240" y="4598640"/>
              <a:ext cx="114480" cy="46080"/>
            </a:xfrm>
            <a:custGeom>
              <a:avLst/>
              <a:gdLst>
                <a:gd name="textAreaLeft" fmla="*/ 0 w 114480"/>
                <a:gd name="textAreaRight" fmla="*/ 114840 w 114480"/>
                <a:gd name="textAreaTop" fmla="*/ 0 h 46080"/>
                <a:gd name="textAreaBottom" fmla="*/ 46440 h 46080"/>
                <a:gd name="GluePoint1X" fmla="*/ 0 w 0"/>
                <a:gd name="GluePoint1Y" fmla="*/ 3 h 0"/>
                <a:gd name="GluePoint2X" fmla="*/ 73 w 0"/>
                <a:gd name="GluePoint2Y" fmla="*/ 0 h 0"/>
                <a:gd name="GluePoint3X" fmla="*/ 10 w 0"/>
                <a:gd name="GluePoint3Y" fmla="*/ 35 h 0"/>
                <a:gd name="GluePoint4X" fmla="*/ 0 w 0"/>
                <a:gd name="GluePoint4Y" fmla="*/ 3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73" h="35">
                  <a:moveTo>
                    <a:pt x="0" y="3"/>
                  </a:moveTo>
                  <a:lnTo>
                    <a:pt x="73" y="0"/>
                  </a:lnTo>
                  <a:lnTo>
                    <a:pt x="10" y="35"/>
                  </a:lnTo>
                  <a:lnTo>
                    <a:pt x="0" y="3"/>
                  </a:lnTo>
                  <a:close/>
                </a:path>
              </a:pathLst>
            </a:custGeom>
            <a:solidFill>
              <a:srgbClr val="000000"/>
            </a:solidFill>
            <a:ln w="0">
              <a:solidFill>
                <a:srgbClr val="000000"/>
              </a:solidFill>
            </a:ln>
          </p:spPr>
          <p:style>
            <a:lnRef idx="0"/>
            <a:fillRef idx="0"/>
            <a:effectRef idx="0"/>
            <a:fontRef idx="minor"/>
          </p:style>
          <p:txBody>
            <a:bodyPr lIns="90000" tIns="1440" rIns="90000" bIns="1440" anchor="t">
              <a:noAutofit/>
            </a:bodyPr>
            <a:p>
              <a:endParaRPr lang="es-ES" sz="1800" b="0" u="none" strike="noStrike">
                <a:solidFill>
                  <a:schemeClr val="lt1"/>
                </a:solidFill>
                <a:effectLst/>
                <a:uFillTx/>
                <a:latin typeface="Century Gothic"/>
              </a:endParaRPr>
            </a:p>
          </p:txBody>
        </p:sp>
        <p:sp>
          <p:nvSpPr>
            <p:cNvPr id="1139" name="Line 67"/>
            <p:cNvSpPr/>
            <p:nvPr/>
          </p:nvSpPr>
          <p:spPr>
            <a:xfrm>
              <a:off x="3314880" y="4938480"/>
              <a:ext cx="1140120" cy="84960"/>
            </a:xfrm>
            <a:prstGeom prst="line">
              <a:avLst/>
            </a:prstGeom>
            <a:ln w="0">
              <a:solidFill>
                <a:srgbClr val="000000"/>
              </a:solidFill>
            </a:ln>
          </p:spPr>
          <p:style>
            <a:lnRef idx="0"/>
            <a:fillRef idx="0"/>
            <a:effectRef idx="0"/>
            <a:fontRef idx="minor"/>
          </p:style>
          <p:txBody>
            <a:bodyPr lIns="90000" tIns="39960" rIns="90000" bIns="39960" anchor="t">
              <a:noAutofit/>
            </a:bodyPr>
            <a:p>
              <a:endParaRPr lang="es-ES" sz="1800" b="0" u="none" strike="noStrike">
                <a:solidFill>
                  <a:schemeClr val="lt1"/>
                </a:solidFill>
                <a:effectLst/>
                <a:uFillTx/>
                <a:latin typeface="Century Gothic"/>
              </a:endParaRPr>
            </a:p>
          </p:txBody>
        </p:sp>
        <p:sp>
          <p:nvSpPr>
            <p:cNvPr id="1140" name="Freeform 68"/>
            <p:cNvSpPr/>
            <p:nvPr/>
          </p:nvSpPr>
          <p:spPr>
            <a:xfrm>
              <a:off x="4341960" y="4995360"/>
              <a:ext cx="113040" cy="43560"/>
            </a:xfrm>
            <a:custGeom>
              <a:avLst/>
              <a:gdLst>
                <a:gd name="textAreaLeft" fmla="*/ 0 w 113040"/>
                <a:gd name="textAreaRight" fmla="*/ 113400 w 113040"/>
                <a:gd name="textAreaTop" fmla="*/ 0 h 43560"/>
                <a:gd name="textAreaBottom" fmla="*/ 43920 h 43560"/>
                <a:gd name="GluePoint1X" fmla="*/ 0 w 0"/>
                <a:gd name="GluePoint1Y" fmla="*/ 0 h 0"/>
                <a:gd name="GluePoint2X" fmla="*/ 72 w 0"/>
                <a:gd name="GluePoint2Y" fmla="*/ 21 h 0"/>
                <a:gd name="GluePoint3X" fmla="*/ 0 w 0"/>
                <a:gd name="GluePoint3Y" fmla="*/ 32 h 0"/>
                <a:gd name="GluePoint4X" fmla="*/ 0 w 0"/>
                <a:gd name="GluePoint4Y" fmla="*/ 0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72" h="32">
                  <a:moveTo>
                    <a:pt x="0" y="0"/>
                  </a:moveTo>
                  <a:lnTo>
                    <a:pt x="72" y="21"/>
                  </a:lnTo>
                  <a:lnTo>
                    <a:pt x="0" y="32"/>
                  </a:lnTo>
                  <a:lnTo>
                    <a:pt x="0" y="0"/>
                  </a:lnTo>
                  <a:close/>
                </a:path>
              </a:pathLst>
            </a:custGeom>
            <a:solidFill>
              <a:srgbClr val="000000"/>
            </a:solidFill>
            <a:ln w="0">
              <a:solidFill>
                <a:srgbClr val="000000"/>
              </a:solidFill>
            </a:ln>
          </p:spPr>
          <p:style>
            <a:lnRef idx="0"/>
            <a:fillRef idx="0"/>
            <a:effectRef idx="0"/>
            <a:fontRef idx="minor"/>
          </p:style>
          <p:txBody>
            <a:bodyPr lIns="90000" tIns="-1080" rIns="90000" bIns="-1080" anchor="t">
              <a:noAutofit/>
            </a:bodyPr>
            <a:p>
              <a:endParaRPr lang="es-ES" sz="1800" b="0" u="none" strike="noStrike">
                <a:solidFill>
                  <a:schemeClr val="lt1"/>
                </a:solidFill>
                <a:effectLst/>
                <a:uFillTx/>
                <a:latin typeface="Century Gothic"/>
              </a:endParaRPr>
            </a:p>
          </p:txBody>
        </p:sp>
        <p:sp>
          <p:nvSpPr>
            <p:cNvPr id="1141" name="Line 69"/>
            <p:cNvSpPr/>
            <p:nvPr/>
          </p:nvSpPr>
          <p:spPr>
            <a:xfrm>
              <a:off x="5618160" y="3813480"/>
              <a:ext cx="2892600" cy="563400"/>
            </a:xfrm>
            <a:prstGeom prst="line">
              <a:avLst/>
            </a:prstGeom>
            <a:ln w="38100">
              <a:solidFill>
                <a:srgbClr val="000000"/>
              </a:solidFill>
              <a:prstDash val="sysDot"/>
              <a:round/>
              <a:tailEnd len="sm" type="arrow" w="med"/>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142" name="Line 70"/>
            <p:cNvSpPr/>
            <p:nvPr/>
          </p:nvSpPr>
          <p:spPr>
            <a:xfrm>
              <a:off x="4112280" y="2210040"/>
              <a:ext cx="1256400" cy="1449720"/>
            </a:xfrm>
            <a:prstGeom prst="line">
              <a:avLst/>
            </a:prstGeom>
            <a:ln w="0">
              <a:solidFill>
                <a:srgbClr val="000000"/>
              </a:solidFill>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143" name="Freeform 71"/>
            <p:cNvSpPr/>
            <p:nvPr/>
          </p:nvSpPr>
          <p:spPr>
            <a:xfrm>
              <a:off x="5284800" y="3573720"/>
              <a:ext cx="83880" cy="85680"/>
            </a:xfrm>
            <a:custGeom>
              <a:avLst/>
              <a:gdLst>
                <a:gd name="textAreaLeft" fmla="*/ 0 w 83880"/>
                <a:gd name="textAreaRight" fmla="*/ 84240 w 83880"/>
                <a:gd name="textAreaTop" fmla="*/ 0 h 85680"/>
                <a:gd name="textAreaBottom" fmla="*/ 86040 h 85680"/>
                <a:gd name="GluePoint1X" fmla="*/ 29 w 0"/>
                <a:gd name="GluePoint1Y" fmla="*/ 0 h 0"/>
                <a:gd name="GluePoint2X" fmla="*/ 53 w 0"/>
                <a:gd name="GluePoint2Y" fmla="*/ 64 h 0"/>
                <a:gd name="GluePoint3X" fmla="*/ 0 w 0"/>
                <a:gd name="GluePoint3Y" fmla="*/ 18 h 0"/>
                <a:gd name="GluePoint4X" fmla="*/ 29 w 0"/>
                <a:gd name="GluePoint4Y" fmla="*/ 0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53" h="64">
                  <a:moveTo>
                    <a:pt x="29" y="0"/>
                  </a:moveTo>
                  <a:lnTo>
                    <a:pt x="53" y="64"/>
                  </a:lnTo>
                  <a:lnTo>
                    <a:pt x="0" y="18"/>
                  </a:lnTo>
                  <a:lnTo>
                    <a:pt x="29" y="0"/>
                  </a:lnTo>
                  <a:close/>
                </a:path>
              </a:pathLst>
            </a:custGeom>
            <a:solidFill>
              <a:srgbClr val="000000"/>
            </a:solidFill>
            <a:ln w="0">
              <a:solidFill>
                <a:srgbClr val="000000"/>
              </a:solidFill>
            </a:ln>
          </p:spPr>
          <p:style>
            <a:lnRef idx="0"/>
            <a:fillRef idx="0"/>
            <a:effectRef idx="0"/>
            <a:fontRef idx="minor"/>
          </p:style>
          <p:txBody>
            <a:bodyPr lIns="90000" tIns="41040" rIns="90000" bIns="41040" anchor="t">
              <a:noAutofit/>
            </a:bodyPr>
            <a:p>
              <a:endParaRPr lang="es-ES" sz="1800" b="0" u="none" strike="noStrike">
                <a:solidFill>
                  <a:schemeClr val="lt1"/>
                </a:solidFill>
                <a:effectLst/>
                <a:uFillTx/>
                <a:latin typeface="Century Gothic"/>
              </a:endParaRPr>
            </a:p>
          </p:txBody>
        </p:sp>
        <p:sp>
          <p:nvSpPr>
            <p:cNvPr id="1144" name="Line 72"/>
            <p:cNvSpPr/>
            <p:nvPr/>
          </p:nvSpPr>
          <p:spPr>
            <a:xfrm flipV="1">
              <a:off x="3428280" y="2807280"/>
              <a:ext cx="457560" cy="424800"/>
            </a:xfrm>
            <a:prstGeom prst="line">
              <a:avLst/>
            </a:prstGeom>
            <a:ln w="0">
              <a:solidFill>
                <a:srgbClr val="000000"/>
              </a:solidFill>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145" name="Freeform 73"/>
            <p:cNvSpPr/>
            <p:nvPr/>
          </p:nvSpPr>
          <p:spPr>
            <a:xfrm>
              <a:off x="3731400" y="2807280"/>
              <a:ext cx="91440" cy="79920"/>
            </a:xfrm>
            <a:custGeom>
              <a:avLst/>
              <a:gdLst>
                <a:gd name="textAreaLeft" fmla="*/ 0 w 91440"/>
                <a:gd name="textAreaRight" fmla="*/ 91800 w 91440"/>
                <a:gd name="textAreaTop" fmla="*/ 0 h 79920"/>
                <a:gd name="textAreaBottom" fmla="*/ 80280 h 79920"/>
                <a:gd name="GluePoint1X" fmla="*/ 0 w 0"/>
                <a:gd name="GluePoint1Y" fmla="*/ 39 h 0"/>
                <a:gd name="GluePoint2X" fmla="*/ 58 w 0"/>
                <a:gd name="GluePoint2Y" fmla="*/ 0 h 0"/>
                <a:gd name="GluePoint3X" fmla="*/ 29 w 0"/>
                <a:gd name="GluePoint3Y" fmla="*/ 60 h 0"/>
                <a:gd name="GluePoint4X" fmla="*/ 0 w 0"/>
                <a:gd name="GluePoint4Y" fmla="*/ 39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58" h="60">
                  <a:moveTo>
                    <a:pt x="0" y="39"/>
                  </a:moveTo>
                  <a:lnTo>
                    <a:pt x="58" y="0"/>
                  </a:lnTo>
                  <a:lnTo>
                    <a:pt x="29" y="60"/>
                  </a:lnTo>
                  <a:lnTo>
                    <a:pt x="0" y="39"/>
                  </a:lnTo>
                  <a:close/>
                </a:path>
              </a:pathLst>
            </a:custGeom>
            <a:solidFill>
              <a:srgbClr val="000000"/>
            </a:solidFill>
            <a:ln w="0">
              <a:solidFill>
                <a:srgbClr val="000000"/>
              </a:solidFill>
            </a:ln>
          </p:spPr>
          <p:style>
            <a:lnRef idx="0"/>
            <a:fillRef idx="0"/>
            <a:effectRef idx="0"/>
            <a:fontRef idx="minor"/>
          </p:style>
          <p:txBody>
            <a:bodyPr lIns="90000" tIns="35280" rIns="90000" bIns="35280" anchor="t">
              <a:noAutofit/>
            </a:bodyPr>
            <a:p>
              <a:endParaRPr lang="es-ES" sz="1800" b="0" u="none" strike="noStrike">
                <a:solidFill>
                  <a:schemeClr val="lt1"/>
                </a:solidFill>
                <a:effectLst/>
                <a:uFillTx/>
                <a:latin typeface="Century Gothic"/>
              </a:endParaRPr>
            </a:p>
          </p:txBody>
        </p:sp>
        <p:sp>
          <p:nvSpPr>
            <p:cNvPr id="1146" name="Line 74"/>
            <p:cNvSpPr/>
            <p:nvPr/>
          </p:nvSpPr>
          <p:spPr>
            <a:xfrm>
              <a:off x="7192800" y="5535720"/>
              <a:ext cx="304560" cy="1440"/>
            </a:xfrm>
            <a:prstGeom prst="line">
              <a:avLst/>
            </a:prstGeom>
            <a:ln w="0">
              <a:solidFill>
                <a:srgbClr val="000000"/>
              </a:solidFill>
            </a:ln>
          </p:spPr>
          <p:style>
            <a:lnRef idx="0"/>
            <a:fillRef idx="0"/>
            <a:effectRef idx="0"/>
            <a:fontRef idx="minor"/>
          </p:style>
          <p:txBody>
            <a:bodyPr lIns="90000" tIns="-43560" rIns="90000" bIns="-43560" anchor="t">
              <a:noAutofit/>
            </a:bodyPr>
            <a:p>
              <a:endParaRPr lang="es-ES" sz="1800" b="0" u="none" strike="noStrike">
                <a:solidFill>
                  <a:schemeClr val="lt1"/>
                </a:solidFill>
                <a:effectLst/>
                <a:uFillTx/>
                <a:latin typeface="Century Gothic"/>
              </a:endParaRPr>
            </a:p>
          </p:txBody>
        </p:sp>
        <p:sp>
          <p:nvSpPr>
            <p:cNvPr id="1147" name="Line 75"/>
            <p:cNvSpPr/>
            <p:nvPr/>
          </p:nvSpPr>
          <p:spPr>
            <a:xfrm>
              <a:off x="3428280" y="3232080"/>
              <a:ext cx="1369440" cy="427680"/>
            </a:xfrm>
            <a:prstGeom prst="line">
              <a:avLst/>
            </a:prstGeom>
            <a:ln w="0">
              <a:solidFill>
                <a:srgbClr val="000000"/>
              </a:solidFill>
            </a:ln>
          </p:spPr>
          <p:style>
            <a:lnRef idx="0"/>
            <a:fillRef idx="0"/>
            <a:effectRef idx="0"/>
            <a:fontRef idx="minor"/>
          </p:style>
          <p:txBody>
            <a:bodyPr lIns="90000" tIns="45000" rIns="90000" bIns="45000" anchor="t">
              <a:noAutofit/>
            </a:bodyPr>
            <a:p>
              <a:endParaRPr lang="es-ES" sz="1800" b="0" u="none" strike="noStrike">
                <a:solidFill>
                  <a:schemeClr val="lt1"/>
                </a:solidFill>
                <a:effectLst/>
                <a:uFillTx/>
                <a:latin typeface="Century Gothic"/>
              </a:endParaRPr>
            </a:p>
          </p:txBody>
        </p:sp>
        <p:sp>
          <p:nvSpPr>
            <p:cNvPr id="1148" name="Freeform 76"/>
            <p:cNvSpPr/>
            <p:nvPr/>
          </p:nvSpPr>
          <p:spPr>
            <a:xfrm>
              <a:off x="4683240" y="3607560"/>
              <a:ext cx="114480" cy="51840"/>
            </a:xfrm>
            <a:custGeom>
              <a:avLst/>
              <a:gdLst>
                <a:gd name="textAreaLeft" fmla="*/ 0 w 114480"/>
                <a:gd name="textAreaRight" fmla="*/ 114840 w 114480"/>
                <a:gd name="textAreaTop" fmla="*/ 0 h 51840"/>
                <a:gd name="textAreaBottom" fmla="*/ 52200 h 51840"/>
                <a:gd name="GluePoint1X" fmla="*/ 15 w 0"/>
                <a:gd name="GluePoint1Y" fmla="*/ 0 h 0"/>
                <a:gd name="GluePoint2X" fmla="*/ 73 w 0"/>
                <a:gd name="GluePoint2Y" fmla="*/ 39 h 0"/>
                <a:gd name="GluePoint3X" fmla="*/ 0 w 0"/>
                <a:gd name="GluePoint3Y" fmla="*/ 28 h 0"/>
                <a:gd name="GluePoint4X" fmla="*/ 15 w 0"/>
                <a:gd name="GluePoint4Y" fmla="*/ 0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73" h="39">
                  <a:moveTo>
                    <a:pt x="15" y="0"/>
                  </a:moveTo>
                  <a:lnTo>
                    <a:pt x="73" y="39"/>
                  </a:lnTo>
                  <a:lnTo>
                    <a:pt x="0" y="28"/>
                  </a:lnTo>
                  <a:lnTo>
                    <a:pt x="15" y="0"/>
                  </a:lnTo>
                  <a:close/>
                </a:path>
              </a:pathLst>
            </a:custGeom>
            <a:solidFill>
              <a:srgbClr val="000000"/>
            </a:solidFill>
            <a:ln w="0">
              <a:solidFill>
                <a:srgbClr val="000000"/>
              </a:solidFill>
            </a:ln>
          </p:spPr>
          <p:style>
            <a:lnRef idx="0"/>
            <a:fillRef idx="0"/>
            <a:effectRef idx="0"/>
            <a:fontRef idx="minor"/>
          </p:style>
          <p:txBody>
            <a:bodyPr lIns="90000" tIns="7200" rIns="90000" bIns="7200" anchor="t">
              <a:noAutofit/>
            </a:bodyPr>
            <a:p>
              <a:endParaRPr lang="es-ES" sz="1800" b="0" u="none" strike="noStrike">
                <a:solidFill>
                  <a:schemeClr val="lt1"/>
                </a:solidFill>
                <a:effectLst/>
                <a:uFillTx/>
                <a:latin typeface="Century Gothic"/>
              </a:endParaRPr>
            </a:p>
          </p:txBody>
        </p:sp>
        <p:sp>
          <p:nvSpPr>
            <p:cNvPr id="1149" name="Line 77"/>
            <p:cNvSpPr/>
            <p:nvPr/>
          </p:nvSpPr>
          <p:spPr>
            <a:xfrm>
              <a:off x="3656160" y="2210040"/>
              <a:ext cx="456120" cy="1440"/>
            </a:xfrm>
            <a:prstGeom prst="line">
              <a:avLst/>
            </a:prstGeom>
            <a:ln w="0">
              <a:solidFill>
                <a:srgbClr val="000000"/>
              </a:solidFill>
            </a:ln>
          </p:spPr>
          <p:style>
            <a:lnRef idx="0"/>
            <a:fillRef idx="0"/>
            <a:effectRef idx="0"/>
            <a:fontRef idx="minor"/>
          </p:style>
          <p:txBody>
            <a:bodyPr lIns="90000" tIns="-43560" rIns="90000" bIns="-43560" anchor="t">
              <a:noAutofit/>
            </a:bodyPr>
            <a:p>
              <a:endParaRPr lang="es-ES" sz="1800" b="0" u="none" strike="noStrike">
                <a:solidFill>
                  <a:schemeClr val="lt1"/>
                </a:solidFill>
                <a:effectLst/>
                <a:uFillTx/>
                <a:latin typeface="Century Gothic"/>
              </a:endParaRPr>
            </a:p>
          </p:txBody>
        </p:sp>
        <p:sp>
          <p:nvSpPr>
            <p:cNvPr id="1150" name="Line 78"/>
            <p:cNvSpPr/>
            <p:nvPr/>
          </p:nvSpPr>
          <p:spPr>
            <a:xfrm>
              <a:off x="7309440" y="2040840"/>
              <a:ext cx="659520" cy="360"/>
            </a:xfrm>
            <a:prstGeom prst="line">
              <a:avLst/>
            </a:prstGeom>
            <a:ln w="0">
              <a:solidFill>
                <a:srgbClr val="000000"/>
              </a:solidFill>
            </a:ln>
          </p:spPr>
          <p:style>
            <a:lnRef idx="0"/>
            <a:fillRef idx="0"/>
            <a:effectRef idx="0"/>
            <a:fontRef idx="minor"/>
          </p:style>
          <p:txBody>
            <a:bodyPr lIns="90000" tIns="-44640" rIns="90000" bIns="-44640" anchor="t">
              <a:noAutofit/>
            </a:bodyPr>
            <a:p>
              <a:endParaRPr lang="es-ES" sz="1800" b="0" u="none" strike="noStrike">
                <a:solidFill>
                  <a:schemeClr val="lt1"/>
                </a:solidFill>
                <a:effectLst/>
                <a:uFillTx/>
                <a:latin typeface="Century Gothic"/>
              </a:endParaRPr>
            </a:p>
          </p:txBody>
        </p:sp>
        <p:sp>
          <p:nvSpPr>
            <p:cNvPr id="1151" name="Line 79"/>
            <p:cNvSpPr/>
            <p:nvPr/>
          </p:nvSpPr>
          <p:spPr>
            <a:xfrm>
              <a:off x="7648920" y="2550240"/>
              <a:ext cx="320040" cy="1440"/>
            </a:xfrm>
            <a:prstGeom prst="line">
              <a:avLst/>
            </a:prstGeom>
            <a:ln w="0">
              <a:solidFill>
                <a:srgbClr val="000000"/>
              </a:solidFill>
            </a:ln>
          </p:spPr>
          <p:style>
            <a:lnRef idx="0"/>
            <a:fillRef idx="0"/>
            <a:effectRef idx="0"/>
            <a:fontRef idx="minor"/>
          </p:style>
          <p:txBody>
            <a:bodyPr lIns="90000" tIns="-43560" rIns="90000" bIns="-43560" anchor="t">
              <a:noAutofit/>
            </a:bodyPr>
            <a:p>
              <a:endParaRPr lang="es-ES" sz="1800" b="0" u="none" strike="noStrike">
                <a:solidFill>
                  <a:schemeClr val="lt1"/>
                </a:solidFill>
                <a:effectLst/>
                <a:uFillTx/>
                <a:latin typeface="Century Gothic"/>
              </a:endParaRPr>
            </a:p>
          </p:txBody>
        </p:sp>
        <p:sp>
          <p:nvSpPr>
            <p:cNvPr id="1152" name="Line 80"/>
            <p:cNvSpPr/>
            <p:nvPr/>
          </p:nvSpPr>
          <p:spPr>
            <a:xfrm>
              <a:off x="7422480" y="5023440"/>
              <a:ext cx="417960" cy="1080"/>
            </a:xfrm>
            <a:prstGeom prst="line">
              <a:avLst/>
            </a:prstGeom>
            <a:ln w="0">
              <a:solidFill>
                <a:srgbClr val="000000"/>
              </a:solidFill>
            </a:ln>
          </p:spPr>
          <p:style>
            <a:lnRef idx="0"/>
            <a:fillRef idx="0"/>
            <a:effectRef idx="0"/>
            <a:fontRef idx="minor"/>
          </p:style>
          <p:txBody>
            <a:bodyPr lIns="90000" tIns="-43920" rIns="90000" bIns="-43920" anchor="t">
              <a:noAutofit/>
            </a:bodyPr>
            <a:p>
              <a:endParaRPr lang="es-ES" sz="1800" b="0" u="none" strike="noStrike">
                <a:solidFill>
                  <a:schemeClr val="lt1"/>
                </a:solidFill>
                <a:effectLst/>
                <a:uFillTx/>
                <a:latin typeface="Century Gothic"/>
              </a:endParaRPr>
            </a:p>
          </p:txBody>
        </p:sp>
        <p:sp>
          <p:nvSpPr>
            <p:cNvPr id="1153" name="Line 81"/>
            <p:cNvSpPr/>
            <p:nvPr/>
          </p:nvSpPr>
          <p:spPr>
            <a:xfrm>
              <a:off x="7309440" y="5280120"/>
              <a:ext cx="187920" cy="1440"/>
            </a:xfrm>
            <a:prstGeom prst="line">
              <a:avLst/>
            </a:prstGeom>
            <a:ln w="0">
              <a:solidFill>
                <a:srgbClr val="000000"/>
              </a:solidFill>
            </a:ln>
          </p:spPr>
          <p:style>
            <a:lnRef idx="0"/>
            <a:fillRef idx="0"/>
            <a:effectRef idx="0"/>
            <a:fontRef idx="minor"/>
          </p:style>
          <p:txBody>
            <a:bodyPr lIns="90000" tIns="-43560" rIns="90000" bIns="-43560" anchor="t">
              <a:noAutofit/>
            </a:bodyPr>
            <a:p>
              <a:endParaRPr lang="es-ES" sz="1800" b="0" u="none" strike="noStrike">
                <a:solidFill>
                  <a:schemeClr val="lt1"/>
                </a:solidFill>
                <a:effectLst/>
                <a:uFillTx/>
                <a:latin typeface="Century Gothic"/>
              </a:endParaRPr>
            </a:p>
          </p:txBody>
        </p:sp>
        <p:sp>
          <p:nvSpPr>
            <p:cNvPr id="1154" name="Line 82"/>
            <p:cNvSpPr/>
            <p:nvPr/>
          </p:nvSpPr>
          <p:spPr>
            <a:xfrm flipV="1">
              <a:off x="3428280" y="3147480"/>
              <a:ext cx="913680" cy="84600"/>
            </a:xfrm>
            <a:prstGeom prst="line">
              <a:avLst/>
            </a:prstGeom>
            <a:ln w="0">
              <a:solidFill>
                <a:srgbClr val="000000"/>
              </a:solidFill>
            </a:ln>
          </p:spPr>
          <p:style>
            <a:lnRef idx="0"/>
            <a:fillRef idx="0"/>
            <a:effectRef idx="0"/>
            <a:fontRef idx="minor"/>
          </p:style>
          <p:txBody>
            <a:bodyPr lIns="90000" tIns="39600" rIns="90000" bIns="39600" anchor="t">
              <a:noAutofit/>
            </a:bodyPr>
            <a:p>
              <a:endParaRPr lang="es-ES" sz="1800" b="0" u="none" strike="noStrike">
                <a:solidFill>
                  <a:schemeClr val="lt1"/>
                </a:solidFill>
                <a:effectLst/>
                <a:uFillTx/>
                <a:latin typeface="Century Gothic"/>
              </a:endParaRPr>
            </a:p>
          </p:txBody>
        </p:sp>
        <p:sp>
          <p:nvSpPr>
            <p:cNvPr id="1155" name="Freeform 83"/>
            <p:cNvSpPr/>
            <p:nvPr/>
          </p:nvSpPr>
          <p:spPr>
            <a:xfrm>
              <a:off x="4228920" y="3139200"/>
              <a:ext cx="113040" cy="42120"/>
            </a:xfrm>
            <a:custGeom>
              <a:avLst/>
              <a:gdLst>
                <a:gd name="textAreaLeft" fmla="*/ 0 w 113040"/>
                <a:gd name="textAreaRight" fmla="*/ 113400 w 113040"/>
                <a:gd name="textAreaTop" fmla="*/ 0 h 42120"/>
                <a:gd name="textAreaBottom" fmla="*/ 42480 h 42120"/>
                <a:gd name="GluePoint1X" fmla="*/ 0 w 0"/>
                <a:gd name="GluePoint1Y" fmla="*/ 0 h 0"/>
                <a:gd name="GluePoint2X" fmla="*/ 72 w 0"/>
                <a:gd name="GluePoint2Y" fmla="*/ 7 h 0"/>
                <a:gd name="GluePoint3X" fmla="*/ 4 w 0"/>
                <a:gd name="GluePoint3Y" fmla="*/ 32 h 0"/>
                <a:gd name="GluePoint4X" fmla="*/ 0 w 0"/>
                <a:gd name="GluePoint4Y" fmla="*/ 0 h 0"/>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72" h="32">
                  <a:moveTo>
                    <a:pt x="0" y="0"/>
                  </a:moveTo>
                  <a:lnTo>
                    <a:pt x="72" y="7"/>
                  </a:lnTo>
                  <a:lnTo>
                    <a:pt x="4" y="32"/>
                  </a:lnTo>
                  <a:lnTo>
                    <a:pt x="0" y="0"/>
                  </a:lnTo>
                  <a:close/>
                </a:path>
              </a:pathLst>
            </a:custGeom>
            <a:solidFill>
              <a:srgbClr val="000000"/>
            </a:solidFill>
            <a:ln w="0">
              <a:solidFill>
                <a:srgbClr val="000000"/>
              </a:solidFill>
            </a:ln>
          </p:spPr>
          <p:style>
            <a:lnRef idx="0"/>
            <a:fillRef idx="0"/>
            <a:effectRef idx="0"/>
            <a:fontRef idx="minor"/>
          </p:style>
          <p:txBody>
            <a:bodyPr lIns="90000" tIns="-2520" rIns="90000" bIns="-2520" anchor="t">
              <a:noAutofit/>
            </a:bodyPr>
            <a:p>
              <a:endParaRPr lang="es-ES" sz="1800" b="0" u="none" strike="noStrike">
                <a:solidFill>
                  <a:schemeClr val="lt1"/>
                </a:solidFill>
                <a:effectLst/>
                <a:uFillTx/>
                <a:latin typeface="Century Gothic"/>
              </a:endParaRPr>
            </a:p>
          </p:txBody>
        </p:sp>
      </p:gr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56"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CL" sz="2100" b="0" u="none" strike="noStrike">
                <a:solidFill>
                  <a:srgbClr val="002060"/>
                </a:solidFill>
                <a:effectLst/>
                <a:uFillTx/>
                <a:latin typeface="Century Gothic"/>
              </a:rPr>
              <a:t>RUP – Rational Unified Process</a:t>
            </a:r>
            <a:endParaRPr lang="es-PY" sz="2100" b="0" u="none" strike="noStrike">
              <a:solidFill>
                <a:srgbClr val="002060"/>
              </a:solidFill>
              <a:effectLst/>
              <a:uFillTx/>
              <a:latin typeface="Century Gothic"/>
            </a:endParaRPr>
          </a:p>
        </p:txBody>
      </p:sp>
      <p:sp>
        <p:nvSpPr>
          <p:cNvPr id="1157" name="31 CuadroTexto"/>
          <p:cNvSpPr/>
          <p:nvPr/>
        </p:nvSpPr>
        <p:spPr>
          <a:xfrm>
            <a:off x="443160" y="2215440"/>
            <a:ext cx="10886400" cy="2532240"/>
          </a:xfrm>
          <a:prstGeom prst="rect">
            <a:avLst/>
          </a:prstGeom>
          <a:noFill/>
          <a:ln w="0">
            <a:noFill/>
          </a:ln>
        </p:spPr>
        <p:style>
          <a:lnRef idx="0"/>
          <a:fillRef idx="0"/>
          <a:effectRef idx="0"/>
          <a:fontRef idx="minor"/>
        </p:style>
        <p:txBody>
          <a:bodyPr lIns="90000" tIns="45000" rIns="90000" bIns="45000" anchor="t">
            <a:spAutoFit/>
          </a:bodyPr>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Corresponde a un framework que puede ser usado para describir procesos de desarrollo específicos</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Cada ciclo de vida del software abarca 4 fases en el siguiente orden: concepción/planificación, elaboración, construcción y transición</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La esencia de RUP es la iteración, y cada iteración resulta en un entregable preferentemente ejecutable</a:t>
            </a:r>
            <a:endParaRPr lang="es-PY"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58"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CL" sz="2100" b="0" u="none" strike="noStrike">
                <a:solidFill>
                  <a:srgbClr val="002060"/>
                </a:solidFill>
                <a:effectLst/>
                <a:uFillTx/>
                <a:latin typeface="Century Gothic"/>
              </a:rPr>
              <a:t>RUP – Rational Unified Process</a:t>
            </a:r>
            <a:endParaRPr lang="es-PY" sz="2100" b="0" u="none" strike="noStrike">
              <a:solidFill>
                <a:srgbClr val="002060"/>
              </a:solidFill>
              <a:effectLst/>
              <a:uFillTx/>
              <a:latin typeface="Century Gothic"/>
            </a:endParaRPr>
          </a:p>
        </p:txBody>
      </p:sp>
      <p:pic>
        <p:nvPicPr>
          <p:cNvPr id="1159" name="Picture 3" descr="RUP image2"/>
          <p:cNvPicPr/>
          <p:nvPr/>
        </p:nvPicPr>
        <p:blipFill>
          <a:blip r:embed="rId1"/>
          <a:stretch/>
        </p:blipFill>
        <p:spPr>
          <a:xfrm>
            <a:off x="2358360" y="1746360"/>
            <a:ext cx="7238520" cy="4743000"/>
          </a:xfrm>
          <a:prstGeom prst="rect">
            <a:avLst/>
          </a:prstGeom>
          <a:noFill/>
          <a:ln w="0">
            <a:noFill/>
          </a:ln>
        </p:spPr>
      </p:pic>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0"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ES" sz="2100" b="0" u="none" strike="noStrike">
                <a:solidFill>
                  <a:srgbClr val="002060"/>
                </a:solidFill>
                <a:effectLst/>
                <a:uFillTx/>
                <a:latin typeface="Century Gothic"/>
              </a:rPr>
              <a:t>Problemas de los Modelos Tradicionales</a:t>
            </a:r>
            <a:endParaRPr lang="es-PY" sz="2100" b="0" u="none" strike="noStrike">
              <a:solidFill>
                <a:srgbClr val="002060"/>
              </a:solidFill>
              <a:effectLst/>
              <a:uFillTx/>
              <a:latin typeface="Century Gothic"/>
            </a:endParaRPr>
          </a:p>
        </p:txBody>
      </p:sp>
      <p:sp>
        <p:nvSpPr>
          <p:cNvPr id="1161" name="31 CuadroTexto"/>
          <p:cNvSpPr/>
          <p:nvPr/>
        </p:nvSpPr>
        <p:spPr>
          <a:xfrm>
            <a:off x="443160" y="2215440"/>
            <a:ext cx="10886400" cy="1700280"/>
          </a:xfrm>
          <a:prstGeom prst="rect">
            <a:avLst/>
          </a:prstGeom>
          <a:noFill/>
          <a:ln w="0">
            <a:noFill/>
          </a:ln>
        </p:spPr>
        <p:style>
          <a:lnRef idx="0"/>
          <a:fillRef idx="0"/>
          <a:effectRef idx="0"/>
          <a:fontRef idx="minor"/>
        </p:style>
        <p:txBody>
          <a:bodyPr lIns="90000" tIns="45000" rIns="90000" bIns="45000" anchor="t">
            <a:spAutoFit/>
          </a:bodyPr>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Incumplimiento de los plazos de entrega.</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Reducción de las funcionalidades previstas inicialmente.</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Difícil adaptación a los cambios.</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Excesiva documentación.</a:t>
            </a:r>
            <a:endParaRPr lang="es-PY"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2"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CL" sz="2100" b="0" u="none" strike="noStrike">
                <a:solidFill>
                  <a:srgbClr val="002060"/>
                </a:solidFill>
                <a:effectLst/>
                <a:uFillTx/>
                <a:latin typeface="Century Gothic"/>
              </a:rPr>
              <a:t>Métodos Ágiles (MAs)</a:t>
            </a:r>
            <a:endParaRPr lang="es-PY" sz="2100" b="0" u="none" strike="noStrike">
              <a:solidFill>
                <a:srgbClr val="002060"/>
              </a:solidFill>
              <a:effectLst/>
              <a:uFillTx/>
              <a:latin typeface="Century Gothic"/>
            </a:endParaRPr>
          </a:p>
        </p:txBody>
      </p:sp>
      <p:sp>
        <p:nvSpPr>
          <p:cNvPr id="1163" name="31 CuadroTexto"/>
          <p:cNvSpPr/>
          <p:nvPr/>
        </p:nvSpPr>
        <p:spPr>
          <a:xfrm>
            <a:off x="443160" y="2215440"/>
            <a:ext cx="11229120" cy="2532240"/>
          </a:xfrm>
          <a:prstGeom prst="rect">
            <a:avLst/>
          </a:prstGeom>
          <a:noFill/>
          <a:ln w="0">
            <a:noFill/>
          </a:ln>
        </p:spPr>
        <p:style>
          <a:lnRef idx="0"/>
          <a:fillRef idx="0"/>
          <a:effectRef idx="0"/>
          <a:fontRef idx="minor"/>
        </p:style>
        <p:txBody>
          <a:bodyPr lIns="90000" tIns="45000" rIns="90000" bIns="45000" anchor="t">
            <a:spAutoFit/>
          </a:bodyPr>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En febrero de 2001, tras una reunión celebrada en Utah-EEUU, nace el término “Ágil”, aplicado al desarrollo de software. En esta reunión participaron un grupo de 17 expertos de la industria del software, incluyendo algunos de los creadores o impulsores de metodologías de software. Su objetivo fue esbozar los valores y principios que deberían permitir a los equipos desarrollar software rápidamente y respondiendo a los cambios que puedan surgir a lo largo del proyecto.</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Se pretendía ofrecer una alternativa a los procesos de desarrollo de software tradicionales</a:t>
            </a:r>
            <a:endParaRPr lang="es-PY"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4"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CL" sz="2100" b="0" u="none" strike="noStrike">
                <a:solidFill>
                  <a:srgbClr val="002060"/>
                </a:solidFill>
                <a:effectLst/>
                <a:uFillTx/>
                <a:latin typeface="Century Gothic"/>
              </a:rPr>
              <a:t>Métodos Ágiles</a:t>
            </a:r>
            <a:endParaRPr lang="es-PY" sz="2100" b="0" u="none" strike="noStrike">
              <a:solidFill>
                <a:srgbClr val="002060"/>
              </a:solidFill>
              <a:effectLst/>
              <a:uFillTx/>
              <a:latin typeface="Century Gothic"/>
            </a:endParaRPr>
          </a:p>
        </p:txBody>
      </p:sp>
      <p:sp>
        <p:nvSpPr>
          <p:cNvPr id="1165" name="31 CuadroTexto"/>
          <p:cNvSpPr/>
          <p:nvPr/>
        </p:nvSpPr>
        <p:spPr>
          <a:xfrm>
            <a:off x="443160" y="2215440"/>
            <a:ext cx="11229120" cy="1701360"/>
          </a:xfrm>
          <a:prstGeom prst="rect">
            <a:avLst/>
          </a:prstGeom>
          <a:noFill/>
          <a:ln w="0">
            <a:noFill/>
          </a:ln>
        </p:spPr>
        <p:style>
          <a:lnRef idx="0"/>
          <a:fillRef idx="0"/>
          <a:effectRef idx="0"/>
          <a:fontRef idx="minor"/>
        </p:style>
        <p:txBody>
          <a:bodyPr lIns="90000" tIns="45000" rIns="90000" bIns="45000" anchor="t">
            <a:spAutoFit/>
          </a:bodyPr>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Las Metodologías Ágiles (MAs) son un conjunto de estrategias de desarrollo que promueven prácticas adaptativas, en lugar de predictivas, como las sugeridas por las Metodologías Tradicionales (MTs) de Desarrollo de Software. Dicho de otra manera, promueven la adaptabilidad a los cambios por sobre el planeamiento estricto.</a:t>
            </a:r>
            <a:endParaRPr lang="es-PY"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6"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CL" sz="2100" b="0" u="none" strike="noStrike">
                <a:solidFill>
                  <a:srgbClr val="002060"/>
                </a:solidFill>
                <a:effectLst/>
                <a:uFillTx/>
                <a:latin typeface="Century Gothic"/>
              </a:rPr>
              <a:t>Métodos Ágiles</a:t>
            </a:r>
            <a:endParaRPr lang="es-PY" sz="2100" b="0" u="none" strike="noStrike">
              <a:solidFill>
                <a:srgbClr val="002060"/>
              </a:solidFill>
              <a:effectLst/>
              <a:uFillTx/>
              <a:latin typeface="Century Gothic"/>
            </a:endParaRPr>
          </a:p>
        </p:txBody>
      </p:sp>
      <p:sp>
        <p:nvSpPr>
          <p:cNvPr id="1167" name="31 CuadroTexto"/>
          <p:cNvSpPr/>
          <p:nvPr/>
        </p:nvSpPr>
        <p:spPr>
          <a:xfrm>
            <a:off x="443160" y="2215440"/>
            <a:ext cx="11229120" cy="454680"/>
          </a:xfrm>
          <a:prstGeom prst="rect">
            <a:avLst/>
          </a:prstGeom>
          <a:noFill/>
          <a:ln w="0">
            <a:noFill/>
          </a:ln>
        </p:spPr>
        <p:style>
          <a:lnRef idx="0"/>
          <a:fillRef idx="0"/>
          <a:effectRef idx="0"/>
          <a:fontRef idx="minor"/>
        </p:style>
        <p:txBody>
          <a:bodyPr lIns="90000" tIns="45000" rIns="90000" bIns="45000" anchor="t">
            <a:spAutoFit/>
          </a:bodyPr>
          <a:p>
            <a:pPr marL="272880" indent="-272880" defTabSz="457200">
              <a:lnSpc>
                <a:spcPct val="150000"/>
              </a:lnSpc>
              <a:tabLst>
                <a:tab pos="0" algn="l"/>
              </a:tabLst>
            </a:pPr>
            <a:r>
              <a:rPr lang="es-ES" sz="1800" b="0" u="none" strike="noStrike">
                <a:solidFill>
                  <a:srgbClr val="002060"/>
                </a:solidFill>
                <a:effectLst/>
                <a:uFillTx/>
                <a:latin typeface="Century Gothic"/>
              </a:rPr>
              <a:t>Según el manifiesto ágil se valora:</a:t>
            </a:r>
            <a:endParaRPr lang="es-PY"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8"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CL" sz="2100" b="0" u="none" strike="noStrike">
                <a:solidFill>
                  <a:srgbClr val="002060"/>
                </a:solidFill>
                <a:effectLst/>
                <a:uFillTx/>
                <a:latin typeface="Century Gothic"/>
              </a:rPr>
              <a:t>Métodos Ágiles</a:t>
            </a:r>
            <a:endParaRPr lang="es-PY" sz="2100" b="0" u="none" strike="noStrike">
              <a:solidFill>
                <a:srgbClr val="002060"/>
              </a:solidFill>
              <a:effectLst/>
              <a:uFillTx/>
              <a:latin typeface="Century Gothic"/>
            </a:endParaRPr>
          </a:p>
        </p:txBody>
      </p:sp>
      <p:sp>
        <p:nvSpPr>
          <p:cNvPr id="1169" name="31 CuadroTexto"/>
          <p:cNvSpPr/>
          <p:nvPr/>
        </p:nvSpPr>
        <p:spPr>
          <a:xfrm>
            <a:off x="443160" y="2215440"/>
            <a:ext cx="11229120" cy="2169360"/>
          </a:xfrm>
          <a:prstGeom prst="rect">
            <a:avLst/>
          </a:prstGeom>
          <a:noFill/>
          <a:ln w="0">
            <a:noFill/>
          </a:ln>
        </p:spPr>
        <p:style>
          <a:lnRef idx="0"/>
          <a:fillRef idx="0"/>
          <a:effectRef idx="0"/>
          <a:fontRef idx="minor"/>
        </p:style>
        <p:txBody>
          <a:bodyPr lIns="90000" tIns="45000" rIns="90000" bIns="45000" anchor="t">
            <a:spAutoFit/>
          </a:bodyPr>
          <a:p>
            <a:pPr marL="272880" indent="-272880" defTabSz="457200">
              <a:lnSpc>
                <a:spcPct val="150000"/>
              </a:lnSpc>
              <a:tabLst>
                <a:tab pos="0" algn="l"/>
              </a:tabLst>
            </a:pPr>
            <a:r>
              <a:rPr lang="es-ES" sz="1800" b="1" u="none" strike="noStrike">
                <a:solidFill>
                  <a:srgbClr val="002060"/>
                </a:solidFill>
                <a:effectLst/>
                <a:uFillTx/>
                <a:latin typeface="Century Gothic"/>
              </a:rPr>
              <a:t>Al individuo y las interacciones del equipo de desarrollo sobre el proceso y las herramientas.</a:t>
            </a:r>
            <a:endParaRPr lang="es-PY" sz="1800" b="0" u="none" strike="noStrike">
              <a:solidFill>
                <a:srgbClr val="000000"/>
              </a:solidFill>
              <a:effectLst/>
              <a:uFillTx/>
              <a:latin typeface="Arial"/>
            </a:endParaRPr>
          </a:p>
          <a:p>
            <a:pPr marL="272880" indent="-272880" defTabSz="457200">
              <a:lnSpc>
                <a:spcPct val="150000"/>
              </a:lnSpc>
              <a:tabLst>
                <a:tab pos="0" algn="l"/>
              </a:tabLst>
            </a:pPr>
            <a:r>
              <a:rPr lang="es-ES" sz="1800" b="0" u="none" strike="noStrike">
                <a:solidFill>
                  <a:srgbClr val="002060"/>
                </a:solidFill>
                <a:effectLst/>
                <a:uFillTx/>
                <a:latin typeface="Century Gothic"/>
              </a:rPr>
              <a:t> La gente es el principal factor de éxito de un proyecto software. Es más importante construir un buen equipo que construir el entorno. Muchas veces se comete el error de construir primero el entorno y esperar que el equipo se adapte automáticamente. Es mejor crear el equipo y que éste configure su propio entorno de desarrollo en base a sus necesidades.</a:t>
            </a:r>
            <a:endParaRPr lang="es-PY"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0"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CL" sz="2100" b="0" u="none" strike="noStrike">
                <a:solidFill>
                  <a:srgbClr val="002060"/>
                </a:solidFill>
                <a:effectLst/>
                <a:uFillTx/>
                <a:latin typeface="Century Gothic"/>
              </a:rPr>
              <a:t>Métodos Ágiles</a:t>
            </a:r>
            <a:endParaRPr lang="es-PY" sz="2100" b="0" u="none" strike="noStrike">
              <a:solidFill>
                <a:srgbClr val="002060"/>
              </a:solidFill>
              <a:effectLst/>
              <a:uFillTx/>
              <a:latin typeface="Century Gothic"/>
            </a:endParaRPr>
          </a:p>
        </p:txBody>
      </p:sp>
      <p:sp>
        <p:nvSpPr>
          <p:cNvPr id="1171" name="31 CuadroTexto"/>
          <p:cNvSpPr/>
          <p:nvPr/>
        </p:nvSpPr>
        <p:spPr>
          <a:xfrm>
            <a:off x="443160" y="2215440"/>
            <a:ext cx="11229120" cy="1753920"/>
          </a:xfrm>
          <a:prstGeom prst="rect">
            <a:avLst/>
          </a:prstGeom>
          <a:noFill/>
          <a:ln w="0">
            <a:noFill/>
          </a:ln>
        </p:spPr>
        <p:style>
          <a:lnRef idx="0"/>
          <a:fillRef idx="0"/>
          <a:effectRef idx="0"/>
          <a:fontRef idx="minor"/>
        </p:style>
        <p:txBody>
          <a:bodyPr lIns="90000" tIns="45000" rIns="90000" bIns="45000" anchor="t">
            <a:spAutoFit/>
          </a:bodyPr>
          <a:p>
            <a:pPr marL="272880" indent="-272880" defTabSz="457200">
              <a:lnSpc>
                <a:spcPct val="150000"/>
              </a:lnSpc>
              <a:tabLst>
                <a:tab pos="0" algn="l"/>
              </a:tabLst>
            </a:pPr>
            <a:r>
              <a:rPr lang="es-ES" sz="1800" b="1" u="none" strike="noStrike">
                <a:solidFill>
                  <a:srgbClr val="002060"/>
                </a:solidFill>
                <a:effectLst/>
                <a:uFillTx/>
                <a:latin typeface="Century Gothic"/>
              </a:rPr>
              <a:t>Desarrollar software que funciona más que conseguir una buena documentación. </a:t>
            </a:r>
            <a:endParaRPr lang="es-PY" sz="1800" b="0" u="none" strike="noStrike">
              <a:solidFill>
                <a:srgbClr val="000000"/>
              </a:solidFill>
              <a:effectLst/>
              <a:uFillTx/>
              <a:latin typeface="Arial"/>
            </a:endParaRPr>
          </a:p>
          <a:p>
            <a:pPr marL="272880" indent="-272880" defTabSz="457200">
              <a:lnSpc>
                <a:spcPct val="150000"/>
              </a:lnSpc>
              <a:tabLst>
                <a:tab pos="0" algn="l"/>
              </a:tabLst>
            </a:pPr>
            <a:r>
              <a:rPr lang="es-ES" sz="1800" b="0" u="none" strike="noStrike">
                <a:solidFill>
                  <a:srgbClr val="002060"/>
                </a:solidFill>
                <a:effectLst/>
                <a:uFillTx/>
                <a:latin typeface="Century Gothic"/>
              </a:rPr>
              <a:t>La regla a seguir es no producir documentos a menos que sean necesarios de forma inmediata</a:t>
            </a:r>
            <a:endParaRPr lang="es-PY" sz="1800" b="0" u="none" strike="noStrike">
              <a:solidFill>
                <a:srgbClr val="000000"/>
              </a:solidFill>
              <a:effectLst/>
              <a:uFillTx/>
              <a:latin typeface="Arial"/>
            </a:endParaRPr>
          </a:p>
          <a:p>
            <a:pPr marL="272880" indent="-272880" defTabSz="457200">
              <a:lnSpc>
                <a:spcPct val="150000"/>
              </a:lnSpc>
              <a:tabLst>
                <a:tab pos="0" algn="l"/>
              </a:tabLst>
            </a:pPr>
            <a:r>
              <a:rPr lang="es-ES" sz="1800" b="0" u="none" strike="noStrike">
                <a:solidFill>
                  <a:srgbClr val="002060"/>
                </a:solidFill>
                <a:effectLst/>
                <a:uFillTx/>
                <a:latin typeface="Century Gothic"/>
              </a:rPr>
              <a:t>	</a:t>
            </a:r>
            <a:r>
              <a:rPr lang="es-ES" sz="1800" b="0" u="none" strike="noStrike">
                <a:solidFill>
                  <a:srgbClr val="002060"/>
                </a:solidFill>
                <a:effectLst/>
                <a:uFillTx/>
                <a:latin typeface="Century Gothic"/>
              </a:rPr>
              <a:t>para tomar un decisión importante. Estos documentos deben ser breves y centrarse en lo fundamental.</a:t>
            </a:r>
            <a:endParaRPr lang="es-PY"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2"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CL" sz="2100" b="0" u="none" strike="noStrike">
                <a:solidFill>
                  <a:srgbClr val="002060"/>
                </a:solidFill>
                <a:effectLst/>
                <a:uFillTx/>
                <a:latin typeface="Century Gothic"/>
              </a:rPr>
              <a:t>Métodos Ágiles</a:t>
            </a:r>
            <a:endParaRPr lang="es-PY" sz="2100" b="0" u="none" strike="noStrike">
              <a:solidFill>
                <a:srgbClr val="002060"/>
              </a:solidFill>
              <a:effectLst/>
              <a:uFillTx/>
              <a:latin typeface="Century Gothic"/>
            </a:endParaRPr>
          </a:p>
        </p:txBody>
      </p:sp>
      <p:sp>
        <p:nvSpPr>
          <p:cNvPr id="1173" name="31 CuadroTexto"/>
          <p:cNvSpPr/>
          <p:nvPr/>
        </p:nvSpPr>
        <p:spPr>
          <a:xfrm>
            <a:off x="443160" y="2215440"/>
            <a:ext cx="11229120" cy="1338480"/>
          </a:xfrm>
          <a:prstGeom prst="rect">
            <a:avLst/>
          </a:prstGeom>
          <a:noFill/>
          <a:ln w="0">
            <a:noFill/>
          </a:ln>
        </p:spPr>
        <p:style>
          <a:lnRef idx="0"/>
          <a:fillRef idx="0"/>
          <a:effectRef idx="0"/>
          <a:fontRef idx="minor"/>
        </p:style>
        <p:txBody>
          <a:bodyPr lIns="90000" tIns="45000" rIns="90000" bIns="45000" anchor="t">
            <a:spAutoFit/>
          </a:bodyPr>
          <a:p>
            <a:pPr marL="272880" indent="-272880" defTabSz="457200">
              <a:lnSpc>
                <a:spcPct val="150000"/>
              </a:lnSpc>
              <a:tabLst>
                <a:tab pos="0" algn="l"/>
              </a:tabLst>
            </a:pPr>
            <a:r>
              <a:rPr lang="es-ES" sz="1800" b="1" u="none" strike="noStrike">
                <a:solidFill>
                  <a:srgbClr val="002060"/>
                </a:solidFill>
                <a:effectLst/>
                <a:uFillTx/>
                <a:latin typeface="Century Gothic"/>
              </a:rPr>
              <a:t>La colaboración con el cliente más que la negociación de un contrato. </a:t>
            </a:r>
            <a:endParaRPr lang="es-PY" sz="1800" b="0" u="none" strike="noStrike">
              <a:solidFill>
                <a:srgbClr val="000000"/>
              </a:solidFill>
              <a:effectLst/>
              <a:uFillTx/>
              <a:latin typeface="Arial"/>
            </a:endParaRPr>
          </a:p>
          <a:p>
            <a:pPr marL="272880" indent="-272880" defTabSz="457200">
              <a:lnSpc>
                <a:spcPct val="150000"/>
              </a:lnSpc>
              <a:tabLst>
                <a:tab pos="0" algn="l"/>
              </a:tabLst>
            </a:pPr>
            <a:r>
              <a:rPr lang="es-ES" sz="1800" b="0" u="none" strike="noStrike">
                <a:solidFill>
                  <a:srgbClr val="002060"/>
                </a:solidFill>
                <a:effectLst/>
                <a:uFillTx/>
                <a:latin typeface="Century Gothic"/>
              </a:rPr>
              <a:t>Se propone que exista una interacción constante entre el cliente y el equipo de desarrollo. Esta colaboración entre ambos será la que marque la marcha del proyecto y asegure su éxito.</a:t>
            </a:r>
            <a:endParaRPr lang="es-PY"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4"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CL" sz="2100" b="0" u="none" strike="noStrike">
                <a:solidFill>
                  <a:srgbClr val="002060"/>
                </a:solidFill>
                <a:effectLst/>
                <a:uFillTx/>
                <a:latin typeface="Century Gothic"/>
              </a:rPr>
              <a:t>Métodos Ágiles</a:t>
            </a:r>
            <a:endParaRPr lang="es-PY" sz="2100" b="0" u="none" strike="noStrike">
              <a:solidFill>
                <a:srgbClr val="002060"/>
              </a:solidFill>
              <a:effectLst/>
              <a:uFillTx/>
              <a:latin typeface="Century Gothic"/>
            </a:endParaRPr>
          </a:p>
        </p:txBody>
      </p:sp>
      <p:sp>
        <p:nvSpPr>
          <p:cNvPr id="1175" name="31 CuadroTexto"/>
          <p:cNvSpPr/>
          <p:nvPr/>
        </p:nvSpPr>
        <p:spPr>
          <a:xfrm>
            <a:off x="443160" y="2215440"/>
            <a:ext cx="11229120" cy="1753920"/>
          </a:xfrm>
          <a:prstGeom prst="rect">
            <a:avLst/>
          </a:prstGeom>
          <a:noFill/>
          <a:ln w="0">
            <a:noFill/>
          </a:ln>
        </p:spPr>
        <p:style>
          <a:lnRef idx="0"/>
          <a:fillRef idx="0"/>
          <a:effectRef idx="0"/>
          <a:fontRef idx="minor"/>
        </p:style>
        <p:txBody>
          <a:bodyPr lIns="90000" tIns="45000" rIns="90000" bIns="45000" anchor="t">
            <a:spAutoFit/>
          </a:bodyPr>
          <a:p>
            <a:pPr marL="272880" indent="-272880" defTabSz="457200">
              <a:lnSpc>
                <a:spcPct val="150000"/>
              </a:lnSpc>
              <a:tabLst>
                <a:tab pos="0" algn="l"/>
              </a:tabLst>
            </a:pPr>
            <a:r>
              <a:rPr lang="es-ES" sz="1800" b="1" u="none" strike="noStrike">
                <a:solidFill>
                  <a:srgbClr val="002060"/>
                </a:solidFill>
                <a:effectLst/>
                <a:uFillTx/>
                <a:latin typeface="Century Gothic"/>
              </a:rPr>
              <a:t>Responder a los cambios más que seguir estrictamente un plan. </a:t>
            </a:r>
            <a:endParaRPr lang="es-PY" sz="1800" b="0" u="none" strike="noStrike">
              <a:solidFill>
                <a:srgbClr val="000000"/>
              </a:solidFill>
              <a:effectLst/>
              <a:uFillTx/>
              <a:latin typeface="Arial"/>
            </a:endParaRPr>
          </a:p>
          <a:p>
            <a:pPr marL="272880" indent="-272880" defTabSz="457200">
              <a:lnSpc>
                <a:spcPct val="150000"/>
              </a:lnSpc>
              <a:tabLst>
                <a:tab pos="0" algn="l"/>
              </a:tabLst>
            </a:pPr>
            <a:r>
              <a:rPr lang="es-ES" sz="1800" b="0" u="none" strike="noStrike">
                <a:solidFill>
                  <a:srgbClr val="002060"/>
                </a:solidFill>
                <a:effectLst/>
                <a:uFillTx/>
                <a:latin typeface="Century Gothic"/>
              </a:rPr>
              <a:t>La habilidad de responder a los cambios que puedan surgir a lo largo del proyecto (cambios en los requisitos, en la tecnología, en el equipo, etc.) determina también el éxito o fracaso del mismo. </a:t>
            </a:r>
            <a:endParaRPr lang="es-PY" sz="1800" b="0" u="none" strike="noStrike">
              <a:solidFill>
                <a:srgbClr val="000000"/>
              </a:solidFill>
              <a:effectLst/>
              <a:uFillTx/>
              <a:latin typeface="Arial"/>
            </a:endParaRPr>
          </a:p>
          <a:p>
            <a:pPr marL="272880" indent="-272880" defTabSz="457200">
              <a:lnSpc>
                <a:spcPct val="150000"/>
              </a:lnSpc>
              <a:tabLst>
                <a:tab pos="0" algn="l"/>
              </a:tabLst>
            </a:pPr>
            <a:r>
              <a:rPr lang="es-ES" sz="1800" b="0" u="none" strike="noStrike">
                <a:solidFill>
                  <a:srgbClr val="002060"/>
                </a:solidFill>
                <a:effectLst/>
                <a:uFillTx/>
                <a:latin typeface="Century Gothic"/>
              </a:rPr>
              <a:t>	</a:t>
            </a:r>
            <a:r>
              <a:rPr lang="es-ES" sz="1800" b="0" u="none" strike="noStrike">
                <a:solidFill>
                  <a:srgbClr val="002060"/>
                </a:solidFill>
                <a:effectLst/>
                <a:uFillTx/>
                <a:latin typeface="Century Gothic"/>
              </a:rPr>
              <a:t>Por lo tanto, la planificación no debe ser estricta sino flexible y abierta.</a:t>
            </a:r>
            <a:endParaRPr lang="es-PY"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6"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CL" sz="2100" b="0" u="none" strike="noStrike">
                <a:solidFill>
                  <a:srgbClr val="002060"/>
                </a:solidFill>
                <a:effectLst/>
                <a:uFillTx/>
                <a:latin typeface="Century Gothic"/>
              </a:rPr>
              <a:t>Agilidad vs. Proceso</a:t>
            </a:r>
            <a:endParaRPr lang="es-PY" sz="2100" b="0" u="none" strike="noStrike">
              <a:solidFill>
                <a:srgbClr val="002060"/>
              </a:solidFill>
              <a:effectLst/>
              <a:uFillTx/>
              <a:latin typeface="Century Gothic"/>
            </a:endParaRPr>
          </a:p>
        </p:txBody>
      </p:sp>
      <p:sp>
        <p:nvSpPr>
          <p:cNvPr id="1177" name="31 CuadroTexto"/>
          <p:cNvSpPr/>
          <p:nvPr/>
        </p:nvSpPr>
        <p:spPr>
          <a:xfrm>
            <a:off x="371520" y="1944000"/>
            <a:ext cx="10972440" cy="2946960"/>
          </a:xfrm>
          <a:prstGeom prst="rect">
            <a:avLst/>
          </a:prstGeom>
          <a:noFill/>
          <a:ln w="0">
            <a:noFill/>
          </a:ln>
        </p:spPr>
        <p:style>
          <a:lnRef idx="0"/>
          <a:fillRef idx="0"/>
          <a:effectRef idx="0"/>
          <a:fontRef idx="minor"/>
        </p:style>
        <p:txBody>
          <a:bodyPr lIns="90000" tIns="45000" rIns="90000" bIns="45000" anchor="t">
            <a:spAutoFit/>
          </a:bodyPr>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En los últimos años distintos trabajos han investigado la relación entre modelos de procesos y métodos ágiles, observando lo siguiente</a:t>
            </a:r>
            <a:endParaRPr lang="es-PY" sz="1800" b="0" u="none" strike="noStrike">
              <a:solidFill>
                <a:srgbClr val="000000"/>
              </a:solidFill>
              <a:effectLst/>
              <a:uFillTx/>
              <a:latin typeface="Arial"/>
            </a:endParaRPr>
          </a:p>
          <a:p>
            <a:pPr marL="730080" lvl="1"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 El CMM/CMMI del SEI y XP pueden complementarse (enfocando aspectos de gestión vs. técnicos)</a:t>
            </a:r>
            <a:endParaRPr lang="es-PY" sz="1800" b="0" u="none" strike="noStrike">
              <a:solidFill>
                <a:srgbClr val="000000"/>
              </a:solidFill>
              <a:effectLst/>
              <a:uFillTx/>
              <a:latin typeface="Arial"/>
            </a:endParaRPr>
          </a:p>
          <a:p>
            <a:pPr marL="730080" lvl="1"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Métodos ágiles coinciden con la esencia del mejoramiento de procesos bajo una interpretación menos literal (que CMMI, por ejemplo)</a:t>
            </a:r>
            <a:endParaRPr lang="es-PY" sz="1800" b="0" u="none" strike="noStrike">
              <a:solidFill>
                <a:srgbClr val="000000"/>
              </a:solidFill>
              <a:effectLst/>
              <a:uFillTx/>
              <a:latin typeface="Arial"/>
            </a:endParaRPr>
          </a:p>
          <a:p>
            <a:pPr marL="730080" lvl="1"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Métodos ágiles enfatizan la gestión de proyectos, no la gestión de procesos</a:t>
            </a:r>
            <a:endParaRPr lang="es-PY"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8"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CL" sz="2100" b="0" u="none" strike="noStrike">
                <a:solidFill>
                  <a:srgbClr val="002060"/>
                </a:solidFill>
                <a:effectLst/>
                <a:uFillTx/>
                <a:latin typeface="Century Gothic"/>
              </a:rPr>
              <a:t>Interrogantes</a:t>
            </a:r>
            <a:endParaRPr lang="es-PY" sz="2100" b="0" u="none" strike="noStrike">
              <a:solidFill>
                <a:srgbClr val="002060"/>
              </a:solidFill>
              <a:effectLst/>
              <a:uFillTx/>
              <a:latin typeface="Century Gothic"/>
            </a:endParaRPr>
          </a:p>
        </p:txBody>
      </p:sp>
      <p:sp>
        <p:nvSpPr>
          <p:cNvPr id="1179" name="31 CuadroTexto"/>
          <p:cNvSpPr/>
          <p:nvPr/>
        </p:nvSpPr>
        <p:spPr>
          <a:xfrm>
            <a:off x="371520" y="1833120"/>
            <a:ext cx="10972440" cy="3362400"/>
          </a:xfrm>
          <a:prstGeom prst="rect">
            <a:avLst/>
          </a:prstGeom>
          <a:noFill/>
          <a:ln w="0">
            <a:noFill/>
          </a:ln>
        </p:spPr>
        <p:style>
          <a:lnRef idx="0"/>
          <a:fillRef idx="0"/>
          <a:effectRef idx="0"/>
          <a:fontRef idx="minor"/>
        </p:style>
        <p:txBody>
          <a:bodyPr lIns="90000" tIns="45000" rIns="90000" bIns="45000" anchor="t">
            <a:spAutoFit/>
          </a:bodyPr>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¿Resuelven los métodos ágiles todos los problemas?</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¿Son aplicables a todo tipo de desarrollo?</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¿Cuánta agilidad? ¿Cuánto proceso?</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Desafío: encontrar un punto de equilibrio, un balance adecuado</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Desarrollos potenciales</a:t>
            </a:r>
            <a:endParaRPr lang="es-PY" sz="1800" b="0" u="none" strike="noStrike">
              <a:solidFill>
                <a:srgbClr val="000000"/>
              </a:solidFill>
              <a:effectLst/>
              <a:uFillTx/>
              <a:latin typeface="Arial"/>
            </a:endParaRPr>
          </a:p>
          <a:p>
            <a:pPr marL="730080" lvl="1"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Modelos ágiles balanceados para migración a la práctica industrial</a:t>
            </a:r>
            <a:endParaRPr lang="es-PY" sz="1800" b="0" u="none" strike="noStrike">
              <a:solidFill>
                <a:srgbClr val="000000"/>
              </a:solidFill>
              <a:effectLst/>
              <a:uFillTx/>
              <a:latin typeface="Arial"/>
            </a:endParaRPr>
          </a:p>
          <a:p>
            <a:pPr marL="730080" lvl="1"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Mecanismos y herramientas ágiles para selección, adaptación, implantación y adopción de métodos ágiles</a:t>
            </a:r>
            <a:endParaRPr lang="es-PY"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0"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ES" sz="2100" b="0" u="none" strike="noStrike">
                <a:solidFill>
                  <a:srgbClr val="002060"/>
                </a:solidFill>
                <a:effectLst/>
                <a:uFillTx/>
                <a:latin typeface="Century Gothic"/>
              </a:rPr>
              <a:t>Metodologías Ágiles</a:t>
            </a:r>
            <a:endParaRPr lang="es-PY" sz="2100" b="0" u="none" strike="noStrike">
              <a:solidFill>
                <a:srgbClr val="002060"/>
              </a:solidFill>
              <a:effectLst/>
              <a:uFillTx/>
              <a:latin typeface="Century Gothic"/>
            </a:endParaRPr>
          </a:p>
        </p:txBody>
      </p:sp>
      <p:sp>
        <p:nvSpPr>
          <p:cNvPr id="1181" name="31 CuadroTexto"/>
          <p:cNvSpPr/>
          <p:nvPr/>
        </p:nvSpPr>
        <p:spPr>
          <a:xfrm>
            <a:off x="371520" y="1833120"/>
            <a:ext cx="10972440" cy="1284840"/>
          </a:xfrm>
          <a:prstGeom prst="rect">
            <a:avLst/>
          </a:prstGeom>
          <a:noFill/>
          <a:ln w="0">
            <a:noFill/>
          </a:ln>
        </p:spPr>
        <p:style>
          <a:lnRef idx="0"/>
          <a:fillRef idx="0"/>
          <a:effectRef idx="0"/>
          <a:fontRef idx="minor"/>
        </p:style>
        <p:txBody>
          <a:bodyPr lIns="90000" tIns="45000" rIns="90000" bIns="45000" anchor="t">
            <a:spAutoFit/>
          </a:bodyPr>
          <a:p>
            <a:pPr marL="343080" indent="-343080" defTabSz="457200">
              <a:lnSpc>
                <a:spcPct val="150000"/>
              </a:lnSpc>
              <a:buClr>
                <a:srgbClr val="002060"/>
              </a:buClr>
              <a:buFont typeface="Century Gothic"/>
              <a:buAutoNum type="arabicPeriod"/>
            </a:pPr>
            <a:r>
              <a:rPr lang="es-ES" sz="1800" b="0" u="none" strike="noStrike">
                <a:solidFill>
                  <a:srgbClr val="002060"/>
                </a:solidFill>
                <a:effectLst/>
                <a:uFillTx/>
                <a:latin typeface="Century Gothic"/>
              </a:rPr>
              <a:t>Adaptive Software Development (ASD)</a:t>
            </a:r>
            <a:endParaRPr lang="es-PY" sz="1800" b="0" u="none" strike="noStrike">
              <a:solidFill>
                <a:srgbClr val="000000"/>
              </a:solidFill>
              <a:effectLst/>
              <a:uFillTx/>
              <a:latin typeface="Arial"/>
            </a:endParaRPr>
          </a:p>
          <a:p>
            <a:pPr marL="343080" indent="-343080" defTabSz="457200">
              <a:lnSpc>
                <a:spcPct val="150000"/>
              </a:lnSpc>
              <a:buClr>
                <a:srgbClr val="002060"/>
              </a:buClr>
              <a:buFont typeface="Century Gothic"/>
              <a:buAutoNum type="arabicPeriod"/>
            </a:pPr>
            <a:r>
              <a:rPr lang="es-ES" sz="1800" b="0" u="none" strike="noStrike">
                <a:solidFill>
                  <a:srgbClr val="002060"/>
                </a:solidFill>
                <a:effectLst/>
                <a:uFillTx/>
                <a:latin typeface="Century Gothic"/>
              </a:rPr>
              <a:t>Programación Extrema (XP)</a:t>
            </a:r>
            <a:endParaRPr lang="es-PY" sz="1800" b="0" u="none" strike="noStrike">
              <a:solidFill>
                <a:srgbClr val="000000"/>
              </a:solidFill>
              <a:effectLst/>
              <a:uFillTx/>
              <a:latin typeface="Arial"/>
            </a:endParaRPr>
          </a:p>
          <a:p>
            <a:pPr marL="343080" indent="-343080" defTabSz="457200">
              <a:lnSpc>
                <a:spcPct val="150000"/>
              </a:lnSpc>
              <a:buClr>
                <a:srgbClr val="002060"/>
              </a:buClr>
              <a:buFont typeface="Century Gothic"/>
              <a:buAutoNum type="arabicPeriod"/>
            </a:pPr>
            <a:r>
              <a:rPr lang="es-ES" sz="1800" b="0" u="none" strike="noStrike">
                <a:solidFill>
                  <a:srgbClr val="002060"/>
                </a:solidFill>
                <a:effectLst/>
                <a:uFillTx/>
                <a:latin typeface="Century Gothic"/>
              </a:rPr>
              <a:t>SCRUM</a:t>
            </a:r>
            <a:endParaRPr lang="es-PY"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2"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ES_tradnl" sz="2100" b="0" u="none" strike="noStrike">
                <a:solidFill>
                  <a:srgbClr val="002060"/>
                </a:solidFill>
                <a:effectLst/>
                <a:uFillTx/>
                <a:latin typeface="Century Gothic"/>
              </a:rPr>
              <a:t>Adaptive Software Development (ASD)</a:t>
            </a:r>
            <a:endParaRPr lang="es-PY" sz="2100" b="0" u="none" strike="noStrike">
              <a:solidFill>
                <a:srgbClr val="002060"/>
              </a:solidFill>
              <a:effectLst/>
              <a:uFillTx/>
              <a:latin typeface="Century Gothic"/>
            </a:endParaRPr>
          </a:p>
        </p:txBody>
      </p:sp>
      <p:sp>
        <p:nvSpPr>
          <p:cNvPr id="1183" name="31 CuadroTexto"/>
          <p:cNvSpPr/>
          <p:nvPr/>
        </p:nvSpPr>
        <p:spPr>
          <a:xfrm>
            <a:off x="443160" y="1872360"/>
            <a:ext cx="10903320" cy="2947680"/>
          </a:xfrm>
          <a:prstGeom prst="rect">
            <a:avLst/>
          </a:prstGeom>
          <a:noFill/>
          <a:ln w="0">
            <a:noFill/>
          </a:ln>
        </p:spPr>
        <p:style>
          <a:lnRef idx="0"/>
          <a:fillRef idx="0"/>
          <a:effectRef idx="0"/>
          <a:fontRef idx="minor"/>
        </p:style>
        <p:txBody>
          <a:bodyPr lIns="90000" tIns="45000" rIns="90000" bIns="45000" anchor="t">
            <a:spAutoFit/>
          </a:bodyPr>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Desarrollado por J. Highsmith en el año 2000.</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La idea fundamental del ASD es:</a:t>
            </a:r>
            <a:br>
              <a:rPr sz="1800"/>
            </a:br>
            <a:br>
              <a:rPr sz="1800"/>
            </a:br>
            <a:r>
              <a:rPr lang="es-ES" sz="1800" b="0" u="none" strike="noStrike">
                <a:solidFill>
                  <a:srgbClr val="002060"/>
                </a:solidFill>
                <a:effectLst/>
                <a:uFillTx/>
                <a:latin typeface="Century Gothic"/>
              </a:rPr>
              <a:t>“Balancearse en el borde del Caos”</a:t>
            </a:r>
            <a:br>
              <a:rPr sz="1800"/>
            </a:br>
            <a:br>
              <a:rPr sz="1800"/>
            </a:br>
            <a:r>
              <a:rPr lang="es-ES" sz="1800" b="0" u="none" strike="noStrike">
                <a:solidFill>
                  <a:srgbClr val="002060"/>
                </a:solidFill>
                <a:effectLst/>
                <a:uFillTx/>
                <a:latin typeface="Century Gothic"/>
              </a:rPr>
              <a:t>Dicho de otra manera, buscar un equilibrio entre crear un ambiente que favorezca la creatividad e innovación, y administrar lo que se está haciendo.</a:t>
            </a:r>
            <a:endParaRPr lang="es-PY"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4"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ES" sz="2100" b="0" u="none" strike="noStrike">
                <a:solidFill>
                  <a:srgbClr val="002060"/>
                </a:solidFill>
                <a:effectLst/>
                <a:uFillTx/>
                <a:latin typeface="Century Gothic"/>
              </a:rPr>
              <a:t>Proceso del ASD</a:t>
            </a:r>
            <a:endParaRPr lang="es-PY" sz="2100" b="0" u="none" strike="noStrike">
              <a:solidFill>
                <a:srgbClr val="002060"/>
              </a:solidFill>
              <a:effectLst/>
              <a:uFillTx/>
              <a:latin typeface="Century Gothic"/>
            </a:endParaRPr>
          </a:p>
        </p:txBody>
      </p:sp>
      <p:pic>
        <p:nvPicPr>
          <p:cNvPr id="1185" name="Picture 4" descr="asd2"/>
          <p:cNvPicPr/>
          <p:nvPr/>
        </p:nvPicPr>
        <p:blipFill>
          <a:blip r:embed="rId1"/>
          <a:stretch/>
        </p:blipFill>
        <p:spPr>
          <a:xfrm>
            <a:off x="1797840" y="2071080"/>
            <a:ext cx="9115200" cy="4247640"/>
          </a:xfrm>
          <a:prstGeom prst="rect">
            <a:avLst/>
          </a:prstGeom>
          <a:noFill/>
          <a:ln w="0">
            <a:noFill/>
          </a:ln>
        </p:spPr>
      </p:pic>
    </p:spTree>
  </p:cSld>
  <mc:AlternateContent>
    <mc:Choice Requires="p14">
      <p:transition spd="slow" p14:dur="2000"/>
    </mc:Choice>
    <mc:Fallback>
      <p:transition spd="slow"/>
    </mc:Fallback>
  </mc:AlternateContent>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0"/>
                                  </p:stCondLst>
                                  <p:childTnLst>
                                    <p:set>
                                      <p:cBhvr>
                                        <p:cTn id="6" dur="1" fill="hold">
                                          <p:stCondLst>
                                            <p:cond delay="0"/>
                                          </p:stCondLst>
                                        </p:cTn>
                                        <p:tgtEl>
                                          <p:spTgt spid="1185"/>
                                        </p:tgtEl>
                                        <p:attrNameLst>
                                          <p:attrName>style.visibility</p:attrName>
                                        </p:attrNameLst>
                                      </p:cBhvr>
                                      <p:to>
                                        <p:strVal val="visible"/>
                                      </p:to>
                                    </p:set>
                                    <p:animEffect transition="in" filter="fade">
                                      <p:cBhvr additive="repl">
                                        <p:cTn id="7" dur="2000"/>
                                        <p:tgtEl>
                                          <p:spTgt spid="118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6"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ES" sz="2100" b="0" u="none" strike="noStrike">
                <a:solidFill>
                  <a:srgbClr val="002060"/>
                </a:solidFill>
                <a:effectLst/>
                <a:uFillTx/>
                <a:latin typeface="Century Gothic"/>
              </a:rPr>
              <a:t>Uso actual del ASD</a:t>
            </a:r>
            <a:endParaRPr lang="es-PY" sz="2100" b="0" u="none" strike="noStrike">
              <a:solidFill>
                <a:srgbClr val="002060"/>
              </a:solidFill>
              <a:effectLst/>
              <a:uFillTx/>
              <a:latin typeface="Century Gothic"/>
            </a:endParaRPr>
          </a:p>
        </p:txBody>
      </p:sp>
      <p:sp>
        <p:nvSpPr>
          <p:cNvPr id="1187" name="31 CuadroTexto"/>
          <p:cNvSpPr/>
          <p:nvPr/>
        </p:nvSpPr>
        <p:spPr>
          <a:xfrm>
            <a:off x="443160" y="1872360"/>
            <a:ext cx="10903320" cy="2116800"/>
          </a:xfrm>
          <a:prstGeom prst="rect">
            <a:avLst/>
          </a:prstGeom>
          <a:noFill/>
          <a:ln w="0">
            <a:noFill/>
          </a:ln>
        </p:spPr>
        <p:style>
          <a:lnRef idx="0"/>
          <a:fillRef idx="0"/>
          <a:effectRef idx="0"/>
          <a:fontRef idx="minor"/>
        </p:style>
        <p:txBody>
          <a:bodyPr lIns="90000" tIns="45000" rIns="90000" bIns="45000" anchor="t">
            <a:spAutoFit/>
          </a:bodyPr>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Casi no es utilizado porque no se especifican en detalle las pautas (prácticas de desarrollo y gestión) que deben seguirse para su uso.</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ASD puede ser utilizado, pero debe complementarse con otra metodología mejor definida.</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Sin embargo, ASD provee conceptos sobre la filosofía misma de las MAs, con ideas sobre desarrollo de sistemas complejos, trabajo colaborativo y agilidad en la cultura administrativa.</a:t>
            </a:r>
            <a:endParaRPr lang="es-PY"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8"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ES" sz="2100" b="0" u="none" strike="noStrike">
                <a:solidFill>
                  <a:srgbClr val="002060"/>
                </a:solidFill>
                <a:effectLst/>
                <a:uFillTx/>
                <a:latin typeface="Century Gothic"/>
              </a:rPr>
              <a:t>Programación Extrema (XP)</a:t>
            </a:r>
            <a:endParaRPr lang="es-PY" sz="2100" b="0" u="none" strike="noStrike">
              <a:solidFill>
                <a:srgbClr val="002060"/>
              </a:solidFill>
              <a:effectLst/>
              <a:uFillTx/>
              <a:latin typeface="Century Gothic"/>
            </a:endParaRPr>
          </a:p>
        </p:txBody>
      </p:sp>
      <p:sp>
        <p:nvSpPr>
          <p:cNvPr id="1189" name="31 CuadroTexto"/>
          <p:cNvSpPr/>
          <p:nvPr/>
        </p:nvSpPr>
        <p:spPr>
          <a:xfrm>
            <a:off x="443160" y="1872360"/>
            <a:ext cx="10903320" cy="2532240"/>
          </a:xfrm>
          <a:prstGeom prst="rect">
            <a:avLst/>
          </a:prstGeom>
          <a:noFill/>
          <a:ln w="0">
            <a:noFill/>
          </a:ln>
        </p:spPr>
        <p:style>
          <a:lnRef idx="0"/>
          <a:fillRef idx="0"/>
          <a:effectRef idx="0"/>
          <a:fontRef idx="minor"/>
        </p:style>
        <p:txBody>
          <a:bodyPr lIns="90000" tIns="45000" rIns="90000" bIns="45000" anchor="t">
            <a:spAutoFit/>
          </a:bodyPr>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Desarrollado por K. Beck en 1999.</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Probablemente es la metodología ágil más conocida y utilizada en la actualidad.</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XP es un conjunto de prácticas ya conocidas, pero combinadas de manera innovadora para lograr una nueva metodología.</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Se la conoce como “Extrema” por el hecho de llevar cada una de sus prácticas a niveles extremos de aplicación.</a:t>
            </a:r>
            <a:endParaRPr lang="es-PY"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0"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ES" sz="2100" b="0" u="none" strike="noStrike">
                <a:solidFill>
                  <a:srgbClr val="002060"/>
                </a:solidFill>
                <a:effectLst/>
                <a:uFillTx/>
                <a:latin typeface="Century Gothic"/>
              </a:rPr>
              <a:t>Programación Extrema (XP)</a:t>
            </a:r>
            <a:endParaRPr lang="es-PY" sz="2100" b="0" u="none" strike="noStrike">
              <a:solidFill>
                <a:srgbClr val="002060"/>
              </a:solidFill>
              <a:effectLst/>
              <a:uFillTx/>
              <a:latin typeface="Century Gothic"/>
            </a:endParaRPr>
          </a:p>
        </p:txBody>
      </p:sp>
      <p:pic>
        <p:nvPicPr>
          <p:cNvPr id="1191" name="Picture 3" descr="xp1"/>
          <p:cNvPicPr/>
          <p:nvPr/>
        </p:nvPicPr>
        <p:blipFill>
          <a:blip r:embed="rId1"/>
          <a:stretch/>
        </p:blipFill>
        <p:spPr>
          <a:xfrm>
            <a:off x="1942560" y="1825920"/>
            <a:ext cx="9200880" cy="4857480"/>
          </a:xfrm>
          <a:prstGeom prst="rect">
            <a:avLst/>
          </a:prstGeom>
          <a:noFill/>
          <a:ln w="0">
            <a:noFill/>
          </a:ln>
        </p:spPr>
      </p:pic>
    </p:spTree>
  </p:cSld>
  <mc:AlternateContent>
    <mc:Choice Requires="p14">
      <p:transition spd="slow" p14:dur="2000"/>
    </mc:Choice>
    <mc:Fallback>
      <p:transition spd="slow"/>
    </mc:Fallback>
  </mc:AlternateContent>
  <p:timing>
    <p:tnLst>
      <p:par>
        <p:cTn id="8" dur="indefinite" restart="never" nodeType="tmRoot">
          <p:childTnLst>
            <p:seq>
              <p:cTn id="9" dur="indefinite" nodeType="mainSeq">
                <p:childTnLst>
                  <p:par>
                    <p:cTn id="10" fill="hold">
                      <p:stCondLst>
                        <p:cond delay="0"/>
                      </p:stCondLst>
                      <p:childTnLst>
                        <p:par>
                          <p:cTn id="11" fill="hold">
                            <p:stCondLst>
                              <p:cond delay="0"/>
                            </p:stCondLst>
                            <p:childTnLst>
                              <p:par>
                                <p:cTn id="12" presetID="10" presetClass="entr" fill="hold" nodeType="withEffect">
                                  <p:stCondLst>
                                    <p:cond delay="0"/>
                                  </p:stCondLst>
                                  <p:childTnLst>
                                    <p:set>
                                      <p:cBhvr>
                                        <p:cTn id="13" dur="1" fill="hold">
                                          <p:stCondLst>
                                            <p:cond delay="0"/>
                                          </p:stCondLst>
                                        </p:cTn>
                                        <p:tgtEl>
                                          <p:spTgt spid="1191"/>
                                        </p:tgtEl>
                                        <p:attrNameLst>
                                          <p:attrName>style.visibility</p:attrName>
                                        </p:attrNameLst>
                                      </p:cBhvr>
                                      <p:to>
                                        <p:strVal val="visible"/>
                                      </p:to>
                                    </p:set>
                                    <p:animEffect transition="in" filter="fade">
                                      <p:cBhvr additive="repl">
                                        <p:cTn id="14" dur="2000"/>
                                        <p:tgtEl>
                                          <p:spTgt spid="119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2"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ES_tradnl" sz="2100" b="0" u="none" strike="noStrike">
                <a:solidFill>
                  <a:srgbClr val="002060"/>
                </a:solidFill>
                <a:effectLst/>
                <a:uFillTx/>
                <a:latin typeface="Century Gothic"/>
              </a:rPr>
              <a:t>Prácticas de Programación Extrema</a:t>
            </a:r>
            <a:endParaRPr lang="es-PY" sz="2100" b="0" u="none" strike="noStrike">
              <a:solidFill>
                <a:srgbClr val="002060"/>
              </a:solidFill>
              <a:effectLst/>
              <a:uFillTx/>
              <a:latin typeface="Century Gothic"/>
            </a:endParaRPr>
          </a:p>
        </p:txBody>
      </p:sp>
      <p:graphicFrame>
        <p:nvGraphicFramePr>
          <p:cNvPr id="1193" name="Group 3"/>
          <p:cNvGraphicFramePr/>
          <p:nvPr/>
        </p:nvGraphicFramePr>
        <p:xfrm>
          <a:off x="731880" y="1873800"/>
          <a:ext cx="10632600" cy="4428360"/>
        </p:xfrm>
        <a:graphic>
          <a:graphicData uri="http://schemas.openxmlformats.org/drawingml/2006/table">
            <a:tbl>
              <a:tblPr/>
              <a:tblGrid>
                <a:gridCol w="3826080"/>
                <a:gridCol w="6806520"/>
              </a:tblGrid>
              <a:tr h="1136520">
                <a:tc>
                  <a:txBody>
                    <a:bodyPr anchor="t">
                      <a:noAutofit/>
                    </a:bodyPr>
                    <a:p>
                      <a:pPr marL="343080" indent="-343080" algn="just" defTabSz="914400">
                        <a:lnSpc>
                          <a:spcPct val="100000"/>
                        </a:lnSpc>
                        <a:tabLst>
                          <a:tab pos="0" algn="l"/>
                        </a:tabLst>
                      </a:pPr>
                      <a:r>
                        <a:rPr lang="en-GB" sz="1600" b="1" u="none" strike="noStrike">
                          <a:solidFill>
                            <a:schemeClr val="dk1"/>
                          </a:solidFill>
                          <a:effectLst/>
                          <a:uFillTx/>
                          <a:latin typeface="Century Gothic"/>
                        </a:rPr>
                        <a:t>Planificación incremental</a:t>
                      </a:r>
                      <a:endParaRPr lang="es-PY" sz="16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gn="just" defTabSz="914400">
                        <a:lnSpc>
                          <a:spcPct val="100000"/>
                        </a:lnSpc>
                        <a:tabLst>
                          <a:tab pos="0" algn="l"/>
                        </a:tabLst>
                      </a:pPr>
                      <a:r>
                        <a:rPr lang="en-GB" sz="1600" b="0" u="none" strike="noStrike">
                          <a:solidFill>
                            <a:schemeClr val="dk1"/>
                          </a:solidFill>
                          <a:effectLst/>
                          <a:uFillTx/>
                          <a:latin typeface="Century Gothic"/>
                        </a:rPr>
                        <a:t>Los requerimientos son grabados en tarjetas de Historia y las historias a ser incluídas en una versión son determinadas por el tiempo disponible y su prioridad relativa. Los desarrolladores desglosan estas historias en Tareas de desarrollo </a:t>
                      </a:r>
                      <a:endParaRPr lang="es-PY" sz="16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r h="963360">
                <a:tc>
                  <a:txBody>
                    <a:bodyPr anchor="t">
                      <a:noAutofit/>
                    </a:bodyPr>
                    <a:p>
                      <a:pPr marL="343080" indent="-343080" algn="just" defTabSz="914400">
                        <a:lnSpc>
                          <a:spcPct val="100000"/>
                        </a:lnSpc>
                        <a:tabLst>
                          <a:tab pos="0" algn="l"/>
                        </a:tabLst>
                      </a:pPr>
                      <a:r>
                        <a:rPr lang="en-GB" sz="1600" b="1" u="none" strike="noStrike">
                          <a:solidFill>
                            <a:schemeClr val="dk1"/>
                          </a:solidFill>
                          <a:effectLst/>
                          <a:uFillTx/>
                          <a:latin typeface="Century Gothic"/>
                        </a:rPr>
                        <a:t>Entregas pequeñas</a:t>
                      </a:r>
                      <a:endParaRPr lang="es-PY" sz="16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gn="just" defTabSz="914400">
                        <a:lnSpc>
                          <a:spcPct val="100000"/>
                        </a:lnSpc>
                        <a:tabLst>
                          <a:tab pos="0" algn="l"/>
                        </a:tabLst>
                      </a:pPr>
                      <a:r>
                        <a:rPr lang="en-GB" sz="1600" b="0" u="none" strike="noStrike">
                          <a:solidFill>
                            <a:schemeClr val="dk1"/>
                          </a:solidFill>
                          <a:effectLst/>
                          <a:uFillTx/>
                          <a:latin typeface="Century Gothic"/>
                        </a:rPr>
                        <a:t>El mínimo grupo de funcionalidades útiles que proveen valor al negocio son las que se desarrollan primero. Las versiones del sistema son frecuentes e incrementalmente adicionan funcionalidad a la primera versión</a:t>
                      </a:r>
                      <a:endParaRPr lang="es-PY" sz="16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r h="447480">
                <a:tc>
                  <a:txBody>
                    <a:bodyPr anchor="t">
                      <a:noAutofit/>
                    </a:bodyPr>
                    <a:p>
                      <a:pPr marL="343080" indent="-343080" algn="just" defTabSz="914400">
                        <a:lnSpc>
                          <a:spcPct val="100000"/>
                        </a:lnSpc>
                        <a:tabLst>
                          <a:tab pos="0" algn="l"/>
                        </a:tabLst>
                      </a:pPr>
                      <a:r>
                        <a:rPr lang="en-GB" sz="1600" b="1" u="none" strike="noStrike">
                          <a:solidFill>
                            <a:schemeClr val="dk1"/>
                          </a:solidFill>
                          <a:effectLst/>
                          <a:uFillTx/>
                          <a:latin typeface="Century Gothic"/>
                        </a:rPr>
                        <a:t>Diseño simple</a:t>
                      </a:r>
                      <a:endParaRPr lang="es-PY" sz="16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gn="just" defTabSz="914400">
                        <a:lnSpc>
                          <a:spcPct val="100000"/>
                        </a:lnSpc>
                        <a:tabLst>
                          <a:tab pos="0" algn="l"/>
                        </a:tabLst>
                      </a:pPr>
                      <a:r>
                        <a:rPr lang="en-GB" sz="1600" b="0" u="none" strike="noStrike">
                          <a:solidFill>
                            <a:schemeClr val="dk1"/>
                          </a:solidFill>
                          <a:effectLst/>
                          <a:uFillTx/>
                          <a:latin typeface="Century Gothic"/>
                        </a:rPr>
                        <a:t>Solo el diseño necesario es llevado a cabo para cubrir los requerimientos.</a:t>
                      </a:r>
                      <a:endParaRPr lang="es-PY" sz="16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r h="790560">
                <a:tc>
                  <a:txBody>
                    <a:bodyPr anchor="t">
                      <a:noAutofit/>
                    </a:bodyPr>
                    <a:p>
                      <a:pPr marL="343080" indent="-343080" algn="just" defTabSz="914400">
                        <a:lnSpc>
                          <a:spcPct val="100000"/>
                        </a:lnSpc>
                        <a:tabLst>
                          <a:tab pos="0" algn="l"/>
                        </a:tabLst>
                      </a:pPr>
                      <a:r>
                        <a:rPr lang="en-GB" sz="1600" b="1" u="none" strike="noStrike">
                          <a:solidFill>
                            <a:schemeClr val="dk1"/>
                          </a:solidFill>
                          <a:effectLst/>
                          <a:uFillTx/>
                          <a:latin typeface="Century Gothic"/>
                        </a:rPr>
                        <a:t>Desarrollo previamente probado</a:t>
                      </a:r>
                      <a:endParaRPr lang="es-PY" sz="16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gn="just" defTabSz="914400">
                        <a:lnSpc>
                          <a:spcPct val="100000"/>
                        </a:lnSpc>
                        <a:tabLst>
                          <a:tab pos="0" algn="l"/>
                        </a:tabLst>
                      </a:pPr>
                      <a:r>
                        <a:rPr lang="en-GB" sz="1600" b="0" u="none" strike="noStrike">
                          <a:solidFill>
                            <a:schemeClr val="dk1"/>
                          </a:solidFill>
                          <a:effectLst/>
                          <a:uFillTx/>
                          <a:latin typeface="Century Gothic"/>
                        </a:rPr>
                        <a:t>Un plan de trabajo de unidades de pruebas automatizadas es utilizado para escribir pruebas para una nueva pieza de funcionaIIdad antes de que la misma sea implementada</a:t>
                      </a:r>
                      <a:endParaRPr lang="es-PY" sz="16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r h="792000">
                <a:tc>
                  <a:txBody>
                    <a:bodyPr anchor="t">
                      <a:noAutofit/>
                    </a:bodyPr>
                    <a:p>
                      <a:pPr marL="343080" indent="-343080" algn="just" defTabSz="914400">
                        <a:lnSpc>
                          <a:spcPct val="100000"/>
                        </a:lnSpc>
                        <a:tabLst>
                          <a:tab pos="0" algn="l"/>
                        </a:tabLst>
                      </a:pPr>
                      <a:r>
                        <a:rPr lang="en-GB" sz="1600" b="1" u="none" strike="noStrike">
                          <a:solidFill>
                            <a:schemeClr val="dk1"/>
                          </a:solidFill>
                          <a:effectLst/>
                          <a:uFillTx/>
                          <a:latin typeface="Century Gothic"/>
                        </a:rPr>
                        <a:t>Refactorización</a:t>
                      </a:r>
                      <a:endParaRPr lang="es-PY" sz="16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gn="just" defTabSz="914400">
                        <a:lnSpc>
                          <a:spcPct val="100000"/>
                        </a:lnSpc>
                        <a:tabLst>
                          <a:tab pos="0" algn="l"/>
                        </a:tabLst>
                      </a:pPr>
                      <a:r>
                        <a:rPr lang="en-GB" sz="1600" b="0" u="none" strike="noStrike">
                          <a:solidFill>
                            <a:schemeClr val="dk1"/>
                          </a:solidFill>
                          <a:effectLst/>
                          <a:uFillTx/>
                          <a:latin typeface="Century Gothic"/>
                        </a:rPr>
                        <a:t>Se espera que todos los desarrolladores reinspeccionen continuamente tan pronto como mejoras al código sean identificadas. Esto mantiene el código simple y mantenible</a:t>
                      </a:r>
                      <a:endParaRPr lang="es-PY" sz="16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bl>
          </a:graphicData>
        </a:graphic>
      </p:graphicFrame>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4"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ES_tradnl" sz="2100" b="0" u="none" strike="noStrike">
                <a:solidFill>
                  <a:srgbClr val="002060"/>
                </a:solidFill>
                <a:effectLst/>
                <a:uFillTx/>
                <a:latin typeface="Century Gothic"/>
              </a:rPr>
              <a:t>Prácticas de Programación Extrema</a:t>
            </a:r>
            <a:endParaRPr lang="es-PY" sz="2100" b="0" u="none" strike="noStrike">
              <a:solidFill>
                <a:srgbClr val="002060"/>
              </a:solidFill>
              <a:effectLst/>
              <a:uFillTx/>
              <a:latin typeface="Century Gothic"/>
            </a:endParaRPr>
          </a:p>
        </p:txBody>
      </p:sp>
      <p:graphicFrame>
        <p:nvGraphicFramePr>
          <p:cNvPr id="1195" name="Group 2"/>
          <p:cNvGraphicFramePr/>
          <p:nvPr/>
        </p:nvGraphicFramePr>
        <p:xfrm>
          <a:off x="611280" y="1906920"/>
          <a:ext cx="10812600" cy="4240080"/>
        </p:xfrm>
        <a:graphic>
          <a:graphicData uri="http://schemas.openxmlformats.org/drawingml/2006/table">
            <a:tbl>
              <a:tblPr/>
              <a:tblGrid>
                <a:gridCol w="3192120"/>
                <a:gridCol w="7620480"/>
              </a:tblGrid>
              <a:tr h="730080">
                <a:tc>
                  <a:txBody>
                    <a:bodyPr anchor="t">
                      <a:noAutofit/>
                    </a:bodyPr>
                    <a:p>
                      <a:pPr defTabSz="914400">
                        <a:lnSpc>
                          <a:spcPct val="100000"/>
                        </a:lnSpc>
                        <a:tabLst>
                          <a:tab pos="0" algn="l"/>
                        </a:tabLst>
                      </a:pPr>
                      <a:r>
                        <a:rPr lang="en-GB" sz="1600" b="1" u="none" strike="noStrike">
                          <a:solidFill>
                            <a:schemeClr val="dk1"/>
                          </a:solidFill>
                          <a:effectLst/>
                          <a:uFillTx/>
                          <a:latin typeface="Century Gothic"/>
                        </a:rPr>
                        <a:t>Programación en pares</a:t>
                      </a:r>
                      <a:endParaRPr lang="es-PY" sz="16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gn="just" defTabSz="914400">
                        <a:lnSpc>
                          <a:spcPct val="100000"/>
                        </a:lnSpc>
                        <a:tabLst>
                          <a:tab pos="0" algn="l"/>
                        </a:tabLst>
                      </a:pPr>
                      <a:r>
                        <a:rPr lang="en-GB" sz="1600" b="0" u="none" strike="noStrike">
                          <a:solidFill>
                            <a:schemeClr val="dk1"/>
                          </a:solidFill>
                          <a:effectLst/>
                          <a:uFillTx/>
                          <a:latin typeface="Century Gothic"/>
                        </a:rPr>
                        <a:t>Los desarrolladores trabajan en pares chequeando el trabajo del otro y proveyendo soporte para que el trabajo sea siempre de buena calidad</a:t>
                      </a:r>
                      <a:endParaRPr lang="es-PY" sz="16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r h="890280">
                <a:tc>
                  <a:txBody>
                    <a:bodyPr anchor="t">
                      <a:noAutofit/>
                    </a:bodyPr>
                    <a:p>
                      <a:pPr marL="343080" indent="-343080" algn="just" defTabSz="914400">
                        <a:lnSpc>
                          <a:spcPct val="100000"/>
                        </a:lnSpc>
                        <a:tabLst>
                          <a:tab pos="0" algn="l"/>
                        </a:tabLst>
                      </a:pPr>
                      <a:r>
                        <a:rPr lang="en-GB" sz="1600" b="1" u="none" strike="noStrike">
                          <a:solidFill>
                            <a:schemeClr val="dk1"/>
                          </a:solidFill>
                          <a:effectLst/>
                          <a:uFillTx/>
                          <a:latin typeface="Century Gothic"/>
                        </a:rPr>
                        <a:t>Propiedad colectiva</a:t>
                      </a:r>
                      <a:endParaRPr lang="es-PY" sz="16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gn="just" defTabSz="914400">
                        <a:lnSpc>
                          <a:spcPct val="100000"/>
                        </a:lnSpc>
                        <a:tabLst>
                          <a:tab pos="0" algn="l"/>
                        </a:tabLst>
                      </a:pPr>
                      <a:r>
                        <a:rPr lang="en-GB" sz="1600" b="0" u="none" strike="noStrike">
                          <a:solidFill>
                            <a:schemeClr val="dk1"/>
                          </a:solidFill>
                          <a:effectLst/>
                          <a:uFillTx/>
                          <a:latin typeface="Century Gothic"/>
                        </a:rPr>
                        <a:t>Los pares de desarrolladores trabajan en todas las áreas del sistema, de manera que no existan expertos en determinadas áreas. Todos son propietarios de todo el código y cualquiera puede cambiar cualquier cosa</a:t>
                      </a:r>
                      <a:endParaRPr lang="es-PY" sz="16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r h="730080">
                <a:tc>
                  <a:txBody>
                    <a:bodyPr anchor="t">
                      <a:noAutofit/>
                    </a:bodyPr>
                    <a:p>
                      <a:pPr marL="343080" indent="-343080" algn="just" defTabSz="914400">
                        <a:lnSpc>
                          <a:spcPct val="100000"/>
                        </a:lnSpc>
                        <a:tabLst>
                          <a:tab pos="0" algn="l"/>
                        </a:tabLst>
                      </a:pPr>
                      <a:r>
                        <a:rPr lang="en-GB" sz="1600" b="1" u="none" strike="noStrike">
                          <a:solidFill>
                            <a:schemeClr val="dk1"/>
                          </a:solidFill>
                          <a:effectLst/>
                          <a:uFillTx/>
                          <a:latin typeface="Century Gothic"/>
                        </a:rPr>
                        <a:t>Integración contínua</a:t>
                      </a:r>
                      <a:endParaRPr lang="es-PY" sz="16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gn="just" defTabSz="914400">
                        <a:lnSpc>
                          <a:spcPct val="100000"/>
                        </a:lnSpc>
                        <a:tabLst>
                          <a:tab pos="0" algn="l"/>
                        </a:tabLst>
                      </a:pPr>
                      <a:r>
                        <a:rPr lang="en-GB" sz="1600" b="0" u="none" strike="noStrike">
                          <a:solidFill>
                            <a:schemeClr val="dk1"/>
                          </a:solidFill>
                          <a:effectLst/>
                          <a:uFillTx/>
                          <a:latin typeface="Century Gothic"/>
                        </a:rPr>
                        <a:t>Tan pronto como el trabajo de una tarea se completa, es integrado dentro del sistema. Luego de cualquier integración, se prueban todas las unidades  en el sistema</a:t>
                      </a:r>
                      <a:endParaRPr lang="es-PY" sz="16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r h="730080">
                <a:tc>
                  <a:txBody>
                    <a:bodyPr anchor="t">
                      <a:noAutofit/>
                    </a:bodyPr>
                    <a:p>
                      <a:pPr marL="343080" indent="-343080" algn="just" defTabSz="914400">
                        <a:lnSpc>
                          <a:spcPct val="100000"/>
                        </a:lnSpc>
                        <a:tabLst>
                          <a:tab pos="0" algn="l"/>
                        </a:tabLst>
                      </a:pPr>
                      <a:r>
                        <a:rPr lang="en-GB" sz="1600" b="1" u="none" strike="noStrike">
                          <a:solidFill>
                            <a:schemeClr val="dk1"/>
                          </a:solidFill>
                          <a:effectLst/>
                          <a:uFillTx/>
                          <a:latin typeface="Century Gothic"/>
                        </a:rPr>
                        <a:t>Ritmo  sostenible</a:t>
                      </a:r>
                      <a:endParaRPr lang="es-PY" sz="16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gn="just" defTabSz="914400">
                        <a:lnSpc>
                          <a:spcPct val="100000"/>
                        </a:lnSpc>
                        <a:tabLst>
                          <a:tab pos="0" algn="l"/>
                        </a:tabLst>
                      </a:pPr>
                      <a:r>
                        <a:rPr lang="en-GB" sz="1600" b="0" u="none" strike="noStrike">
                          <a:solidFill>
                            <a:schemeClr val="dk1"/>
                          </a:solidFill>
                          <a:effectLst/>
                          <a:uFillTx/>
                          <a:latin typeface="Century Gothic"/>
                        </a:rPr>
                        <a:t>Grandes cantidades de horas extras no son aceptables ya que el efecto red a menudo reduce la calidad del código y el tiempo medio de productividad</a:t>
                      </a:r>
                      <a:endParaRPr lang="es-PY" sz="16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r h="1049040">
                <a:tc>
                  <a:txBody>
                    <a:bodyPr anchor="t">
                      <a:noAutofit/>
                    </a:bodyPr>
                    <a:p>
                      <a:pPr marL="343080" indent="-343080" algn="just" defTabSz="914400">
                        <a:lnSpc>
                          <a:spcPct val="100000"/>
                        </a:lnSpc>
                        <a:tabLst>
                          <a:tab pos="0" algn="l"/>
                        </a:tabLst>
                      </a:pPr>
                      <a:r>
                        <a:rPr lang="en-GB" sz="1600" b="1" u="none" strike="noStrike">
                          <a:solidFill>
                            <a:schemeClr val="dk1"/>
                          </a:solidFill>
                          <a:effectLst/>
                          <a:uFillTx/>
                          <a:latin typeface="Century Gothic"/>
                        </a:rPr>
                        <a:t>Cliente presente</a:t>
                      </a:r>
                      <a:endParaRPr lang="es-PY" sz="16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gn="just" defTabSz="914400">
                        <a:lnSpc>
                          <a:spcPct val="100000"/>
                        </a:lnSpc>
                        <a:tabLst>
                          <a:tab pos="0" algn="l"/>
                        </a:tabLst>
                      </a:pPr>
                      <a:r>
                        <a:rPr lang="en-GB" sz="1600" b="0" u="none" strike="noStrike">
                          <a:solidFill>
                            <a:schemeClr val="dk1"/>
                          </a:solidFill>
                          <a:effectLst/>
                          <a:uFillTx/>
                          <a:latin typeface="Century Gothic"/>
                        </a:rPr>
                        <a:t>Un representante del usuario final del sistema (cliente) debería estar disponible a tiempo completo para el equipo de XP. En un proceso de XP, el cliente es un miembro del equipo de desarrollo, y es responsable por hacer llegar los requerimientos al equipo para su implementación</a:t>
                      </a:r>
                      <a:endParaRPr lang="es-PY" sz="16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bl>
          </a:graphicData>
        </a:graphic>
      </p:graphicFrame>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6"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ES" sz="2100" b="0" u="none" strike="noStrike">
                <a:solidFill>
                  <a:srgbClr val="002060"/>
                </a:solidFill>
                <a:effectLst/>
                <a:uFillTx/>
                <a:latin typeface="Century Gothic"/>
              </a:rPr>
              <a:t>Uso actual de XP</a:t>
            </a:r>
            <a:endParaRPr lang="es-PY" sz="2100" b="0" u="none" strike="noStrike">
              <a:solidFill>
                <a:srgbClr val="002060"/>
              </a:solidFill>
              <a:effectLst/>
              <a:uFillTx/>
              <a:latin typeface="Century Gothic"/>
            </a:endParaRPr>
          </a:p>
        </p:txBody>
      </p:sp>
      <p:sp>
        <p:nvSpPr>
          <p:cNvPr id="1197" name="31 CuadroTexto"/>
          <p:cNvSpPr/>
          <p:nvPr/>
        </p:nvSpPr>
        <p:spPr>
          <a:xfrm>
            <a:off x="443160" y="1872360"/>
            <a:ext cx="10903320" cy="1701360"/>
          </a:xfrm>
          <a:prstGeom prst="rect">
            <a:avLst/>
          </a:prstGeom>
          <a:noFill/>
          <a:ln w="0">
            <a:noFill/>
          </a:ln>
        </p:spPr>
        <p:style>
          <a:lnRef idx="0"/>
          <a:fillRef idx="0"/>
          <a:effectRef idx="0"/>
          <a:fontRef idx="minor"/>
        </p:style>
        <p:txBody>
          <a:bodyPr lIns="90000" tIns="45000" rIns="90000" bIns="45000" anchor="t">
            <a:spAutoFit/>
          </a:bodyPr>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El 38% del mercado “ágil” utiliza XP. Esto es gracias a que tiene bien definidas sus prácticas a lo largo de todo el proceso de desarrollo.</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En la Agile Alliance se puede apreciar en el grupo de usuarios de MAs que existe una amplia mayoría de usuarios de XP. </a:t>
            </a:r>
            <a:endParaRPr lang="es-PY"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8"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ES" sz="2100" b="0" u="none" strike="noStrike">
                <a:solidFill>
                  <a:srgbClr val="002060"/>
                </a:solidFill>
                <a:effectLst/>
                <a:uFillTx/>
                <a:latin typeface="Century Gothic"/>
              </a:rPr>
              <a:t>SCRUM</a:t>
            </a:r>
            <a:endParaRPr lang="es-PY" sz="2100" b="0" u="none" strike="noStrike">
              <a:solidFill>
                <a:srgbClr val="002060"/>
              </a:solidFill>
              <a:effectLst/>
              <a:uFillTx/>
              <a:latin typeface="Century Gothic"/>
            </a:endParaRPr>
          </a:p>
        </p:txBody>
      </p:sp>
      <p:sp>
        <p:nvSpPr>
          <p:cNvPr id="1199" name="31 CuadroTexto"/>
          <p:cNvSpPr/>
          <p:nvPr/>
        </p:nvSpPr>
        <p:spPr>
          <a:xfrm>
            <a:off x="443160" y="1872360"/>
            <a:ext cx="10903320" cy="2584800"/>
          </a:xfrm>
          <a:prstGeom prst="rect">
            <a:avLst/>
          </a:prstGeom>
          <a:noFill/>
          <a:ln w="0">
            <a:noFill/>
          </a:ln>
        </p:spPr>
        <p:style>
          <a:lnRef idx="0"/>
          <a:fillRef idx="0"/>
          <a:effectRef idx="0"/>
          <a:fontRef idx="minor"/>
        </p:style>
        <p:txBody>
          <a:bodyPr lIns="90000" tIns="45000" rIns="90000" bIns="45000" anchor="t">
            <a:spAutoFit/>
          </a:bodyPr>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La metodología SCRUM es la más utilizada por los equipos que apuestan por las metodologías ágiles</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Scrum es una manera de trabajar en equipo donde el resultado se produce de forma incremental, este resultado es un entregable</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Se establecen periodos cortos de trabajo en los que se sigue un mismo patrón, estos periodos se denominan sprints y son la base del método</a:t>
            </a:r>
            <a:endParaRPr lang="es-PY"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0"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ES" sz="2100" b="0" u="none" strike="noStrike">
                <a:solidFill>
                  <a:srgbClr val="002060"/>
                </a:solidFill>
                <a:effectLst/>
                <a:uFillTx/>
                <a:latin typeface="Century Gothic"/>
              </a:rPr>
              <a:t>SCRUM - ACTIVIDADES</a:t>
            </a:r>
            <a:endParaRPr lang="es-PY" sz="2100" b="0" u="none" strike="noStrike">
              <a:solidFill>
                <a:srgbClr val="002060"/>
              </a:solidFill>
              <a:effectLst/>
              <a:uFillTx/>
              <a:latin typeface="Century Gothic"/>
            </a:endParaRPr>
          </a:p>
        </p:txBody>
      </p:sp>
      <p:sp>
        <p:nvSpPr>
          <p:cNvPr id="1201" name="31 CuadroTexto"/>
          <p:cNvSpPr/>
          <p:nvPr/>
        </p:nvSpPr>
        <p:spPr>
          <a:xfrm>
            <a:off x="443160" y="1872360"/>
            <a:ext cx="10903320" cy="2169360"/>
          </a:xfrm>
          <a:prstGeom prst="rect">
            <a:avLst/>
          </a:prstGeom>
          <a:noFill/>
          <a:ln w="0">
            <a:noFill/>
          </a:ln>
        </p:spPr>
        <p:style>
          <a:lnRef idx="0"/>
          <a:fillRef idx="0"/>
          <a:effectRef idx="0"/>
          <a:fontRef idx="minor"/>
        </p:style>
        <p:txBody>
          <a:bodyPr lIns="90000" tIns="45000" rIns="90000" bIns="45000" anchor="t">
            <a:spAutoFit/>
          </a:bodyPr>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Sprint</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Sprint planing</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Daily</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Sprint Review</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Sprint Retrospective</a:t>
            </a:r>
            <a:endParaRPr lang="es-PY"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2"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ES" sz="2100" b="0" u="none" strike="noStrike">
                <a:solidFill>
                  <a:srgbClr val="002060"/>
                </a:solidFill>
                <a:effectLst/>
                <a:uFillTx/>
                <a:latin typeface="Century Gothic"/>
              </a:rPr>
              <a:t>SCRUM - HERRAMIENTAS</a:t>
            </a:r>
            <a:endParaRPr lang="es-PY" sz="2100" b="0" u="none" strike="noStrike">
              <a:solidFill>
                <a:srgbClr val="002060"/>
              </a:solidFill>
              <a:effectLst/>
              <a:uFillTx/>
              <a:latin typeface="Century Gothic"/>
            </a:endParaRPr>
          </a:p>
        </p:txBody>
      </p:sp>
      <p:sp>
        <p:nvSpPr>
          <p:cNvPr id="1203" name="31 CuadroTexto"/>
          <p:cNvSpPr/>
          <p:nvPr/>
        </p:nvSpPr>
        <p:spPr>
          <a:xfrm>
            <a:off x="443160" y="1872360"/>
            <a:ext cx="10903320" cy="1338480"/>
          </a:xfrm>
          <a:prstGeom prst="rect">
            <a:avLst/>
          </a:prstGeom>
          <a:noFill/>
          <a:ln w="0">
            <a:noFill/>
          </a:ln>
        </p:spPr>
        <p:style>
          <a:lnRef idx="0"/>
          <a:fillRef idx="0"/>
          <a:effectRef idx="0"/>
          <a:fontRef idx="minor"/>
        </p:style>
        <p:txBody>
          <a:bodyPr lIns="90000" tIns="45000" rIns="90000" bIns="45000" anchor="t">
            <a:spAutoFit/>
          </a:bodyPr>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Product Backlog</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Sprint Backlog</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Burn Down</a:t>
            </a:r>
            <a:endParaRPr lang="es-PY"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4"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ES" sz="2100" b="0" u="none" strike="noStrike">
                <a:solidFill>
                  <a:srgbClr val="002060"/>
                </a:solidFill>
                <a:effectLst/>
                <a:uFillTx/>
                <a:latin typeface="Century Gothic"/>
              </a:rPr>
              <a:t>SCRUM - ROLES</a:t>
            </a:r>
            <a:endParaRPr lang="es-PY" sz="2100" b="0" u="none" strike="noStrike">
              <a:solidFill>
                <a:srgbClr val="002060"/>
              </a:solidFill>
              <a:effectLst/>
              <a:uFillTx/>
              <a:latin typeface="Century Gothic"/>
            </a:endParaRPr>
          </a:p>
        </p:txBody>
      </p:sp>
      <p:sp>
        <p:nvSpPr>
          <p:cNvPr id="1205" name="31 CuadroTexto"/>
          <p:cNvSpPr/>
          <p:nvPr/>
        </p:nvSpPr>
        <p:spPr>
          <a:xfrm>
            <a:off x="443160" y="1872360"/>
            <a:ext cx="10903320" cy="1338480"/>
          </a:xfrm>
          <a:prstGeom prst="rect">
            <a:avLst/>
          </a:prstGeom>
          <a:noFill/>
          <a:ln w="0">
            <a:noFill/>
          </a:ln>
        </p:spPr>
        <p:style>
          <a:lnRef idx="0"/>
          <a:fillRef idx="0"/>
          <a:effectRef idx="0"/>
          <a:fontRef idx="minor"/>
        </p:style>
        <p:txBody>
          <a:bodyPr lIns="90000" tIns="45000" rIns="90000" bIns="45000" anchor="t">
            <a:spAutoFit/>
          </a:bodyPr>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Product Owner</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Scrum Master</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Team (equipo de desarrollo)</a:t>
            </a:r>
            <a:endParaRPr lang="es-PY"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206" name="Picture 2" descr="https://media.licdn.com/dms/image/C4D12AQEidKS_k3ciAw/article-cover_image-shrink_600_2000/0/1574254306206?e=2147483647&amp;v=beta&amp;t=UX3DOpQNgZU0Er2JQlcvBV_3K54x5Ttju3xR9hEoAfk"/>
          <p:cNvPicPr/>
          <p:nvPr/>
        </p:nvPicPr>
        <p:blipFill>
          <a:blip r:embed="rId1"/>
          <a:stretch/>
        </p:blipFill>
        <p:spPr>
          <a:xfrm>
            <a:off x="1721880" y="1481400"/>
            <a:ext cx="8924400" cy="4818960"/>
          </a:xfrm>
          <a:prstGeom prst="rect">
            <a:avLst/>
          </a:prstGeom>
          <a:noFill/>
          <a:ln w="0">
            <a:noFill/>
          </a:ln>
        </p:spPr>
      </p:pic>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7"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ES" sz="2100" b="0" u="none" strike="noStrike">
                <a:solidFill>
                  <a:srgbClr val="002060"/>
                </a:solidFill>
                <a:effectLst/>
                <a:uFillTx/>
                <a:latin typeface="Century Gothic"/>
              </a:rPr>
              <a:t>Uso actual de SCRUM</a:t>
            </a:r>
            <a:endParaRPr lang="es-PY" sz="2100" b="0" u="none" strike="noStrike">
              <a:solidFill>
                <a:srgbClr val="002060"/>
              </a:solidFill>
              <a:effectLst/>
              <a:uFillTx/>
              <a:latin typeface="Century Gothic"/>
            </a:endParaRPr>
          </a:p>
        </p:txBody>
      </p:sp>
      <p:sp>
        <p:nvSpPr>
          <p:cNvPr id="1208" name="31 CuadroTexto"/>
          <p:cNvSpPr/>
          <p:nvPr/>
        </p:nvSpPr>
        <p:spPr>
          <a:xfrm>
            <a:off x="443160" y="1872360"/>
            <a:ext cx="10903320" cy="1701360"/>
          </a:xfrm>
          <a:prstGeom prst="rect">
            <a:avLst/>
          </a:prstGeom>
          <a:noFill/>
          <a:ln w="0">
            <a:noFill/>
          </a:ln>
        </p:spPr>
        <p:style>
          <a:lnRef idx="0"/>
          <a:fillRef idx="0"/>
          <a:effectRef idx="0"/>
          <a:fontRef idx="minor"/>
        </p:style>
        <p:txBody>
          <a:bodyPr lIns="90000" tIns="45000" rIns="90000" bIns="45000" anchor="t">
            <a:spAutoFit/>
          </a:bodyPr>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Después de XP, Scrum es uno de los enfoques ágiles más utilizados, pero aún lejos de XP.</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A nivel de investigación, se están realizando esfuerzos para integrar XP y Scrum, argumentando que Scrum provee un marco de gestión del proyecto sobre las prácticas bien definidas de XP.</a:t>
            </a:r>
            <a:endParaRPr lang="es-PY"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9"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ES" sz="2100" b="0" u="none" strike="noStrike">
                <a:solidFill>
                  <a:srgbClr val="002060"/>
                </a:solidFill>
                <a:effectLst/>
                <a:uFillTx/>
                <a:latin typeface="Century Gothic"/>
              </a:rPr>
              <a:t>Ventajas de las MAs</a:t>
            </a:r>
            <a:endParaRPr lang="es-PY" sz="2100" b="0" u="none" strike="noStrike">
              <a:solidFill>
                <a:srgbClr val="002060"/>
              </a:solidFill>
              <a:effectLst/>
              <a:uFillTx/>
              <a:latin typeface="Century Gothic"/>
            </a:endParaRPr>
          </a:p>
        </p:txBody>
      </p:sp>
      <p:sp>
        <p:nvSpPr>
          <p:cNvPr id="1210" name="31 CuadroTexto"/>
          <p:cNvSpPr/>
          <p:nvPr/>
        </p:nvSpPr>
        <p:spPr>
          <a:xfrm>
            <a:off x="443160" y="1872360"/>
            <a:ext cx="10903320" cy="2116800"/>
          </a:xfrm>
          <a:prstGeom prst="rect">
            <a:avLst/>
          </a:prstGeom>
          <a:noFill/>
          <a:ln w="0">
            <a:noFill/>
          </a:ln>
        </p:spPr>
        <p:style>
          <a:lnRef idx="0"/>
          <a:fillRef idx="0"/>
          <a:effectRef idx="0"/>
          <a:fontRef idx="minor"/>
        </p:style>
        <p:txBody>
          <a:bodyPr lIns="90000" tIns="45000" rIns="90000" bIns="45000" anchor="t">
            <a:spAutoFit/>
          </a:bodyPr>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Iteraciones en ciclos cortos que permiten correcciones y verificaciones más rápidamente.</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Límites de tiempo para cada ciclo de dos a ocho semanas.</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Adaptable al surgimiento de nuevos riesgos.</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Orientación hacia las personas.</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Estilo de trabajo en equipo.</a:t>
            </a:r>
            <a:endParaRPr lang="es-PY"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1"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ES" sz="2100" b="0" u="none" strike="noStrike">
                <a:solidFill>
                  <a:srgbClr val="002060"/>
                </a:solidFill>
                <a:effectLst/>
                <a:uFillTx/>
                <a:latin typeface="Century Gothic"/>
              </a:rPr>
              <a:t>Desventajas de las MAs</a:t>
            </a:r>
            <a:endParaRPr lang="es-PY" sz="2100" b="0" u="none" strike="noStrike">
              <a:solidFill>
                <a:srgbClr val="002060"/>
              </a:solidFill>
              <a:effectLst/>
              <a:uFillTx/>
              <a:latin typeface="Century Gothic"/>
            </a:endParaRPr>
          </a:p>
        </p:txBody>
      </p:sp>
      <p:sp>
        <p:nvSpPr>
          <p:cNvPr id="1212" name="31 CuadroTexto"/>
          <p:cNvSpPr/>
          <p:nvPr/>
        </p:nvSpPr>
        <p:spPr>
          <a:xfrm>
            <a:off x="443160" y="1872360"/>
            <a:ext cx="10903320" cy="2947680"/>
          </a:xfrm>
          <a:prstGeom prst="rect">
            <a:avLst/>
          </a:prstGeom>
          <a:noFill/>
          <a:ln w="0">
            <a:noFill/>
          </a:ln>
        </p:spPr>
        <p:style>
          <a:lnRef idx="0"/>
          <a:fillRef idx="0"/>
          <a:effectRef idx="0"/>
          <a:fontRef idx="minor"/>
        </p:style>
        <p:txBody>
          <a:bodyPr lIns="90000" tIns="45000" rIns="90000" bIns="45000" anchor="t">
            <a:spAutoFit/>
          </a:bodyPr>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Su filosofía de poder adaptarse al cambio en vez de seguir estrictamente un plan, puede llevar al caos en el proceso de desarrollo.</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Difícil de mantener el interés de los clientes que participan en el proceso de desarrollo.</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Definir las prioridades de los cambios pueden ser difíciles de establecer cuando existen múltiples personas o empresas involucradas en el proyecto.</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El hecho de mantener la simplicidad significa un trabajo extra.</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La definición de los contratos puede ser un problema.</a:t>
            </a:r>
            <a:endParaRPr lang="es-PY"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3"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CL" sz="2100" b="0" u="none" strike="noStrike">
                <a:solidFill>
                  <a:srgbClr val="002060"/>
                </a:solidFill>
                <a:effectLst/>
                <a:uFillTx/>
                <a:latin typeface="Century Gothic"/>
              </a:rPr>
              <a:t>Métodos Ágiles</a:t>
            </a:r>
            <a:endParaRPr lang="es-PY" sz="2100" b="0" u="none" strike="noStrike">
              <a:solidFill>
                <a:srgbClr val="002060"/>
              </a:solidFill>
              <a:effectLst/>
              <a:uFillTx/>
              <a:latin typeface="Century Gothic"/>
            </a:endParaRPr>
          </a:p>
        </p:txBody>
      </p:sp>
      <p:graphicFrame>
        <p:nvGraphicFramePr>
          <p:cNvPr id="1214" name="Group 3"/>
          <p:cNvGraphicFramePr/>
          <p:nvPr/>
        </p:nvGraphicFramePr>
        <p:xfrm>
          <a:off x="1508040" y="1848960"/>
          <a:ext cx="8645040" cy="4712400"/>
        </p:xfrm>
        <a:graphic>
          <a:graphicData uri="http://schemas.openxmlformats.org/drawingml/2006/table">
            <a:tbl>
              <a:tblPr/>
              <a:tblGrid>
                <a:gridCol w="4322520"/>
                <a:gridCol w="4322520"/>
              </a:tblGrid>
              <a:tr h="314640">
                <a:tc>
                  <a:txBody>
                    <a:bodyPr anchor="t">
                      <a:noAutofit/>
                    </a:bodyPr>
                    <a:p>
                      <a:pPr algn="ctr" defTabSz="914400">
                        <a:lnSpc>
                          <a:spcPct val="100000"/>
                        </a:lnSpc>
                        <a:tabLst>
                          <a:tab pos="0" algn="l"/>
                        </a:tabLst>
                      </a:pPr>
                      <a:r>
                        <a:rPr lang="es-ES_tradnl" sz="1500" b="1" u="none" strike="noStrike">
                          <a:solidFill>
                            <a:schemeClr val="dk1"/>
                          </a:solidFill>
                          <a:effectLst/>
                          <a:uFillTx/>
                          <a:latin typeface="Century Gothic"/>
                          <a:ea typeface="Times New Roman"/>
                        </a:rPr>
                        <a:t>Metodologías  Ágiles</a:t>
                      </a:r>
                      <a:endParaRPr lang="es-PY" sz="15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gn="ctr" defTabSz="914400">
                        <a:lnSpc>
                          <a:spcPct val="100000"/>
                        </a:lnSpc>
                        <a:tabLst>
                          <a:tab pos="0" algn="l"/>
                        </a:tabLst>
                      </a:pPr>
                      <a:r>
                        <a:rPr lang="es-ES_tradnl" sz="1500" b="1" u="none" strike="noStrike">
                          <a:solidFill>
                            <a:schemeClr val="dk1"/>
                          </a:solidFill>
                          <a:effectLst/>
                          <a:uFillTx/>
                          <a:latin typeface="Century Gothic"/>
                          <a:ea typeface="Times New Roman"/>
                        </a:rPr>
                        <a:t>Metodologías Tradicionales</a:t>
                      </a:r>
                      <a:endParaRPr lang="es-PY" sz="15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r h="764640">
                <a:tc>
                  <a:txBody>
                    <a:bodyPr anchor="t">
                      <a:noAutofit/>
                    </a:bodyPr>
                    <a:p>
                      <a:pPr algn="just" defTabSz="914400">
                        <a:lnSpc>
                          <a:spcPct val="100000"/>
                        </a:lnSpc>
                        <a:tabLst>
                          <a:tab pos="0" algn="l"/>
                        </a:tabLst>
                      </a:pPr>
                      <a:r>
                        <a:rPr lang="es-ES_tradnl" sz="1500" b="0" u="none" strike="noStrike">
                          <a:solidFill>
                            <a:schemeClr val="dk1"/>
                          </a:solidFill>
                          <a:effectLst/>
                          <a:uFillTx/>
                          <a:latin typeface="Century Gothic"/>
                          <a:ea typeface="Times New Roman"/>
                        </a:rPr>
                        <a:t>Basadas en heurísticas provenientes  de producción de código</a:t>
                      </a:r>
                      <a:endParaRPr lang="es-PY" sz="15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gn="just" defTabSz="914400">
                        <a:lnSpc>
                          <a:spcPct val="100000"/>
                        </a:lnSpc>
                        <a:tabLst>
                          <a:tab pos="0" algn="l"/>
                        </a:tabLst>
                      </a:pPr>
                      <a:r>
                        <a:rPr lang="es-ES_tradnl" sz="1500" b="0" u="none" strike="noStrike">
                          <a:solidFill>
                            <a:schemeClr val="dk1"/>
                          </a:solidFill>
                          <a:effectLst/>
                          <a:uFillTx/>
                          <a:latin typeface="Century Gothic"/>
                          <a:ea typeface="Times New Roman"/>
                        </a:rPr>
                        <a:t>Basadas en normas provenientes de estándares seguidos por el entorno de desarrollo</a:t>
                      </a:r>
                      <a:endParaRPr lang="es-PY" sz="15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r h="539640">
                <a:tc>
                  <a:txBody>
                    <a:bodyPr anchor="t">
                      <a:noAutofit/>
                    </a:bodyPr>
                    <a:p>
                      <a:pPr algn="just" defTabSz="914400">
                        <a:lnSpc>
                          <a:spcPct val="100000"/>
                        </a:lnSpc>
                        <a:tabLst>
                          <a:tab pos="0" algn="l"/>
                        </a:tabLst>
                      </a:pPr>
                      <a:r>
                        <a:rPr lang="es-ES_tradnl" sz="1500" b="0" u="none" strike="noStrike">
                          <a:solidFill>
                            <a:schemeClr val="dk1"/>
                          </a:solidFill>
                          <a:effectLst/>
                          <a:uFillTx/>
                          <a:latin typeface="Century Gothic"/>
                          <a:ea typeface="Times New Roman"/>
                        </a:rPr>
                        <a:t>Especialmente preparados para cambios durante el proyecto</a:t>
                      </a:r>
                      <a:endParaRPr lang="es-PY" sz="15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gn="just" defTabSz="914400">
                        <a:lnSpc>
                          <a:spcPct val="100000"/>
                        </a:lnSpc>
                        <a:tabLst>
                          <a:tab pos="0" algn="l"/>
                        </a:tabLst>
                      </a:pPr>
                      <a:r>
                        <a:rPr lang="es-ES_tradnl" sz="1500" b="0" u="none" strike="noStrike">
                          <a:solidFill>
                            <a:schemeClr val="dk1"/>
                          </a:solidFill>
                          <a:effectLst/>
                          <a:uFillTx/>
                          <a:latin typeface="Century Gothic"/>
                          <a:ea typeface="Times New Roman"/>
                        </a:rPr>
                        <a:t>Cierta resistencia a los cambios</a:t>
                      </a:r>
                      <a:endParaRPr lang="es-PY" sz="15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r h="314640">
                <a:tc>
                  <a:txBody>
                    <a:bodyPr anchor="t">
                      <a:noAutofit/>
                    </a:bodyPr>
                    <a:p>
                      <a:pPr algn="just" defTabSz="914400">
                        <a:lnSpc>
                          <a:spcPct val="100000"/>
                        </a:lnSpc>
                        <a:tabLst>
                          <a:tab pos="0" algn="l"/>
                        </a:tabLst>
                      </a:pPr>
                      <a:r>
                        <a:rPr lang="es-ES_tradnl" sz="1500" b="0" u="none" strike="noStrike">
                          <a:solidFill>
                            <a:schemeClr val="dk1"/>
                          </a:solidFill>
                          <a:effectLst/>
                          <a:uFillTx/>
                          <a:latin typeface="Century Gothic"/>
                          <a:ea typeface="Times New Roman"/>
                        </a:rPr>
                        <a:t>Impuestas internamente (por el equipo)</a:t>
                      </a:r>
                      <a:endParaRPr lang="es-PY" sz="15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gn="just" defTabSz="914400">
                        <a:lnSpc>
                          <a:spcPct val="100000"/>
                        </a:lnSpc>
                        <a:tabLst>
                          <a:tab pos="0" algn="l"/>
                        </a:tabLst>
                      </a:pPr>
                      <a:r>
                        <a:rPr lang="es-ES_tradnl" sz="1500" b="0" u="none" strike="noStrike">
                          <a:solidFill>
                            <a:schemeClr val="dk1"/>
                          </a:solidFill>
                          <a:effectLst/>
                          <a:uFillTx/>
                          <a:latin typeface="Century Gothic"/>
                          <a:ea typeface="Times New Roman"/>
                        </a:rPr>
                        <a:t>Impuestas externamente</a:t>
                      </a:r>
                      <a:endParaRPr lang="es-PY" sz="15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r h="539640">
                <a:tc>
                  <a:txBody>
                    <a:bodyPr anchor="t">
                      <a:noAutofit/>
                    </a:bodyPr>
                    <a:p>
                      <a:pPr algn="just" defTabSz="914400">
                        <a:lnSpc>
                          <a:spcPct val="100000"/>
                        </a:lnSpc>
                        <a:tabLst>
                          <a:tab pos="0" algn="l"/>
                        </a:tabLst>
                      </a:pPr>
                      <a:r>
                        <a:rPr lang="es-ES_tradnl" sz="1500" b="0" u="none" strike="noStrike">
                          <a:solidFill>
                            <a:schemeClr val="dk1"/>
                          </a:solidFill>
                          <a:effectLst/>
                          <a:uFillTx/>
                          <a:latin typeface="Century Gothic"/>
                          <a:ea typeface="Times New Roman"/>
                        </a:rPr>
                        <a:t>Proceso menos controlado, con pocos principios</a:t>
                      </a:r>
                      <a:endParaRPr lang="es-PY" sz="15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gn="just" defTabSz="914400">
                        <a:lnSpc>
                          <a:spcPct val="100000"/>
                        </a:lnSpc>
                        <a:tabLst>
                          <a:tab pos="0" algn="l"/>
                        </a:tabLst>
                      </a:pPr>
                      <a:r>
                        <a:rPr lang="es-ES_tradnl" sz="1500" b="0" u="none" strike="noStrike">
                          <a:solidFill>
                            <a:schemeClr val="dk1"/>
                          </a:solidFill>
                          <a:effectLst/>
                          <a:uFillTx/>
                          <a:latin typeface="Century Gothic"/>
                          <a:ea typeface="Times New Roman"/>
                        </a:rPr>
                        <a:t>Proceso mucho más controlado, con numerosas normas</a:t>
                      </a:r>
                      <a:endParaRPr lang="es-PY" sz="15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r h="539640">
                <a:tc>
                  <a:txBody>
                    <a:bodyPr anchor="t">
                      <a:noAutofit/>
                    </a:bodyPr>
                    <a:p>
                      <a:pPr algn="just" defTabSz="914400">
                        <a:lnSpc>
                          <a:spcPct val="100000"/>
                        </a:lnSpc>
                        <a:tabLst>
                          <a:tab pos="0" algn="l"/>
                        </a:tabLst>
                      </a:pPr>
                      <a:r>
                        <a:rPr lang="es-ES_tradnl" sz="1500" b="0" u="none" strike="noStrike">
                          <a:solidFill>
                            <a:schemeClr val="dk1"/>
                          </a:solidFill>
                          <a:effectLst/>
                          <a:uFillTx/>
                          <a:latin typeface="Century Gothic"/>
                          <a:ea typeface="Times New Roman"/>
                        </a:rPr>
                        <a:t>Generalmente no existe un contrato tradicional, o al menos es bastante flexible</a:t>
                      </a:r>
                      <a:endParaRPr lang="es-PY" sz="15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gn="just" defTabSz="914400">
                        <a:lnSpc>
                          <a:spcPct val="100000"/>
                        </a:lnSpc>
                        <a:tabLst>
                          <a:tab pos="0" algn="l"/>
                        </a:tabLst>
                      </a:pPr>
                      <a:r>
                        <a:rPr lang="es-ES_tradnl" sz="1500" b="0" u="none" strike="noStrike">
                          <a:solidFill>
                            <a:schemeClr val="dk1"/>
                          </a:solidFill>
                          <a:effectLst/>
                          <a:uFillTx/>
                          <a:latin typeface="Century Gothic"/>
                          <a:ea typeface="Times New Roman"/>
                        </a:rPr>
                        <a:t>Existe un contrato prefijado</a:t>
                      </a:r>
                      <a:endParaRPr lang="es-PY" sz="15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r h="539640">
                <a:tc>
                  <a:txBody>
                    <a:bodyPr anchor="t">
                      <a:noAutofit/>
                    </a:bodyPr>
                    <a:p>
                      <a:pPr algn="just" defTabSz="914400">
                        <a:lnSpc>
                          <a:spcPct val="100000"/>
                        </a:lnSpc>
                        <a:tabLst>
                          <a:tab pos="0" algn="l"/>
                        </a:tabLst>
                      </a:pPr>
                      <a:r>
                        <a:rPr lang="es-ES_tradnl" sz="1500" b="0" u="none" strike="noStrike">
                          <a:solidFill>
                            <a:schemeClr val="dk1"/>
                          </a:solidFill>
                          <a:effectLst/>
                          <a:uFillTx/>
                          <a:latin typeface="Century Gothic"/>
                          <a:ea typeface="Times New Roman"/>
                        </a:rPr>
                        <a:t>El cliente es parte del equipo de desarrollo</a:t>
                      </a:r>
                      <a:endParaRPr lang="es-PY" sz="15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gn="just" defTabSz="914400">
                        <a:lnSpc>
                          <a:spcPct val="100000"/>
                        </a:lnSpc>
                        <a:tabLst>
                          <a:tab pos="0" algn="l"/>
                        </a:tabLst>
                      </a:pPr>
                      <a:r>
                        <a:rPr lang="es-ES_tradnl" sz="1500" b="0" u="none" strike="noStrike">
                          <a:solidFill>
                            <a:schemeClr val="dk1"/>
                          </a:solidFill>
                          <a:effectLst/>
                          <a:uFillTx/>
                          <a:latin typeface="Century Gothic"/>
                          <a:ea typeface="Times New Roman"/>
                        </a:rPr>
                        <a:t>El cliente interactúa con el equipo de desarrollo mediante reuniones</a:t>
                      </a:r>
                      <a:endParaRPr lang="es-PY" sz="15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r h="539640">
                <a:tc>
                  <a:txBody>
                    <a:bodyPr anchor="t">
                      <a:noAutofit/>
                    </a:bodyPr>
                    <a:p>
                      <a:pPr algn="just" defTabSz="914400">
                        <a:lnSpc>
                          <a:spcPct val="100000"/>
                        </a:lnSpc>
                        <a:tabLst>
                          <a:tab pos="0" algn="l"/>
                        </a:tabLst>
                      </a:pPr>
                      <a:r>
                        <a:rPr lang="es-ES_tradnl" sz="1500" b="0" u="none" strike="noStrike">
                          <a:solidFill>
                            <a:schemeClr val="dk1"/>
                          </a:solidFill>
                          <a:effectLst/>
                          <a:uFillTx/>
                          <a:latin typeface="Century Gothic"/>
                          <a:ea typeface="Times New Roman"/>
                        </a:rPr>
                        <a:t>Grupos pequeños (&lt; 10 integrantes) y trabajando en el mismo sitio</a:t>
                      </a:r>
                      <a:endParaRPr lang="es-PY" sz="15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gn="just" defTabSz="914400">
                        <a:lnSpc>
                          <a:spcPct val="100000"/>
                        </a:lnSpc>
                        <a:tabLst>
                          <a:tab pos="0" algn="l"/>
                        </a:tabLst>
                      </a:pPr>
                      <a:r>
                        <a:rPr lang="es-ES_tradnl" sz="1500" b="0" u="none" strike="noStrike">
                          <a:solidFill>
                            <a:schemeClr val="dk1"/>
                          </a:solidFill>
                          <a:effectLst/>
                          <a:uFillTx/>
                          <a:latin typeface="Century Gothic"/>
                          <a:ea typeface="Times New Roman"/>
                        </a:rPr>
                        <a:t>Grupos grandes y posiblemente distribuidos</a:t>
                      </a:r>
                      <a:endParaRPr lang="es-PY" sz="15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r h="539640">
                <a:tc>
                  <a:txBody>
                    <a:bodyPr anchor="t">
                      <a:noAutofit/>
                    </a:bodyPr>
                    <a:p>
                      <a:pPr algn="just" defTabSz="914400">
                        <a:lnSpc>
                          <a:spcPct val="100000"/>
                        </a:lnSpc>
                        <a:tabLst>
                          <a:tab pos="0" algn="l"/>
                        </a:tabLst>
                      </a:pPr>
                      <a:r>
                        <a:rPr lang="es-ES_tradnl" sz="1500" b="0" u="none" strike="noStrike">
                          <a:solidFill>
                            <a:schemeClr val="dk1"/>
                          </a:solidFill>
                          <a:effectLst/>
                          <a:uFillTx/>
                          <a:latin typeface="Century Gothic"/>
                          <a:ea typeface="Times New Roman"/>
                        </a:rPr>
                        <a:t>Menos énfasis  en la arquitectura del software</a:t>
                      </a:r>
                      <a:endParaRPr lang="es-PY" sz="15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gn="just" defTabSz="914400">
                        <a:lnSpc>
                          <a:spcPct val="100000"/>
                        </a:lnSpc>
                        <a:tabLst>
                          <a:tab pos="0" algn="l"/>
                        </a:tabLst>
                      </a:pPr>
                      <a:r>
                        <a:rPr lang="es-ES_tradnl" sz="1500" b="0" u="none" strike="noStrike">
                          <a:solidFill>
                            <a:schemeClr val="dk1"/>
                          </a:solidFill>
                          <a:effectLst/>
                          <a:uFillTx/>
                          <a:latin typeface="Century Gothic"/>
                          <a:ea typeface="Times New Roman"/>
                        </a:rPr>
                        <a:t>La arquitectura del software es esencial y se expresa mediante modelos</a:t>
                      </a:r>
                      <a:endParaRPr lang="es-PY" sz="15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bl>
          </a:graphicData>
        </a:graphic>
      </p:graphicFrame>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5" name="PlaceHolder 1"/>
          <p:cNvSpPr>
            <a:spLocks noGrp="1"/>
          </p:cNvSpPr>
          <p:nvPr>
            <p:ph type="subTitle"/>
          </p:nvPr>
        </p:nvSpPr>
        <p:spPr>
          <a:xfrm>
            <a:off x="324000" y="1296360"/>
            <a:ext cx="6400440" cy="767160"/>
          </a:xfrm>
          <a:prstGeom prst="rect">
            <a:avLst/>
          </a:prstGeom>
          <a:noFill/>
          <a:ln w="0">
            <a:noFill/>
          </a:ln>
        </p:spPr>
        <p:txBody>
          <a:bodyPr lIns="91440" tIns="45720" rIns="91440" bIns="45720" anchor="t">
            <a:normAutofit/>
          </a:bodyPr>
          <a:p>
            <a:pPr indent="0" algn="l" defTabSz="457200">
              <a:lnSpc>
                <a:spcPct val="100000"/>
              </a:lnSpc>
              <a:spcBef>
                <a:spcPts val="420"/>
              </a:spcBef>
              <a:spcAft>
                <a:spcPts val="601"/>
              </a:spcAft>
              <a:buNone/>
              <a:tabLst>
                <a:tab pos="0" algn="l"/>
              </a:tabLst>
            </a:pPr>
            <a:r>
              <a:rPr lang="es-ES" sz="2100" b="0" u="none" strike="noStrike">
                <a:solidFill>
                  <a:srgbClr val="002060"/>
                </a:solidFill>
                <a:effectLst/>
                <a:uFillTx/>
                <a:latin typeface="Century Gothic"/>
              </a:rPr>
              <a:t>Conclusiones</a:t>
            </a:r>
            <a:endParaRPr lang="es-PY" sz="2100" b="0" u="none" strike="noStrike">
              <a:solidFill>
                <a:srgbClr val="002060"/>
              </a:solidFill>
              <a:effectLst/>
              <a:uFillTx/>
              <a:latin typeface="Century Gothic"/>
            </a:endParaRPr>
          </a:p>
        </p:txBody>
      </p:sp>
      <p:sp>
        <p:nvSpPr>
          <p:cNvPr id="1216" name="31 CuadroTexto"/>
          <p:cNvSpPr/>
          <p:nvPr/>
        </p:nvSpPr>
        <p:spPr>
          <a:xfrm>
            <a:off x="443160" y="1872360"/>
            <a:ext cx="10903320" cy="2116800"/>
          </a:xfrm>
          <a:prstGeom prst="rect">
            <a:avLst/>
          </a:prstGeom>
          <a:noFill/>
          <a:ln w="0">
            <a:noFill/>
          </a:ln>
        </p:spPr>
        <p:style>
          <a:lnRef idx="0"/>
          <a:fillRef idx="0"/>
          <a:effectRef idx="0"/>
          <a:fontRef idx="minor"/>
        </p:style>
        <p:txBody>
          <a:bodyPr lIns="90000" tIns="45000" rIns="90000" bIns="45000" anchor="t">
            <a:spAutoFit/>
          </a:bodyPr>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Las ventajas de las MAs proveen un marco de trabajo aplicable a entornos de desarrollo de software que no tienen definidos sus procesos (o lo tienen vagamente), en el área de desarrollo mismo como en el área de aseguramiento de la calidad del producto.</a:t>
            </a:r>
            <a:endParaRPr lang="es-PY" sz="1800" b="0" u="none" strike="noStrike">
              <a:solidFill>
                <a:srgbClr val="000000"/>
              </a:solidFill>
              <a:effectLst/>
              <a:uFillTx/>
              <a:latin typeface="Arial"/>
            </a:endParaRPr>
          </a:p>
          <a:p>
            <a:pPr marL="272880" indent="-272880" defTabSz="457200">
              <a:lnSpc>
                <a:spcPct val="150000"/>
              </a:lnSpc>
              <a:buClr>
                <a:srgbClr val="002060"/>
              </a:buClr>
              <a:buFont typeface="Wingdings" charset="2"/>
              <a:buChar char=""/>
            </a:pPr>
            <a:r>
              <a:rPr lang="es-ES" sz="1800" b="0" u="none" strike="noStrike">
                <a:solidFill>
                  <a:srgbClr val="002060"/>
                </a:solidFill>
                <a:effectLst/>
                <a:uFillTx/>
                <a:latin typeface="Century Gothic"/>
              </a:rPr>
              <a:t>Como las MAs se ajustan a sistemas de pequeño y mediano porte, o productos PC, las mismas se adecuan al tipo de proyectos que se desarrollan habitualmente en la región.</a:t>
            </a:r>
            <a:endParaRPr lang="es-PY"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7" name="PlaceHolder 1"/>
          <p:cNvSpPr>
            <a:spLocks noGrp="1"/>
          </p:cNvSpPr>
          <p:nvPr>
            <p:ph type="title"/>
          </p:nvPr>
        </p:nvSpPr>
        <p:spPr>
          <a:xfrm>
            <a:off x="684360" y="1527840"/>
            <a:ext cx="8000640" cy="2971440"/>
          </a:xfrm>
          <a:prstGeom prst="rect">
            <a:avLst/>
          </a:prstGeom>
          <a:noFill/>
          <a:ln w="0">
            <a:noFill/>
          </a:ln>
        </p:spPr>
        <p:txBody>
          <a:bodyPr lIns="91440" tIns="45720" rIns="91440" bIns="45720" anchor="b">
            <a:noAutofit/>
          </a:bodyPr>
          <a:p>
            <a:pPr indent="0" algn="l" defTabSz="457200">
              <a:lnSpc>
                <a:spcPct val="100000"/>
              </a:lnSpc>
              <a:buNone/>
            </a:pPr>
            <a:r>
              <a:rPr lang="es-ES" sz="4800" b="0" u="none" strike="noStrike" cap="all">
                <a:solidFill>
                  <a:srgbClr val="002060"/>
                </a:solidFill>
                <a:effectLst/>
                <a:uFillTx/>
                <a:latin typeface="Century Gothic"/>
              </a:rPr>
              <a:t>Muchas gracias</a:t>
            </a:r>
            <a:endParaRPr lang="en-US" sz="4800" b="0" u="none" strike="noStrike" cap="all">
              <a:solidFill>
                <a:srgbClr val="002060"/>
              </a:solidFill>
              <a:effectLst/>
              <a:uFillTx/>
              <a:latin typeface="Century Gothic"/>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disenho_fpuna">
  <a:themeElements>
    <a:clrScheme name="Escala de grises">
      <a:dk1>
        <a:srgbClr val="000000"/>
      </a:dk1>
      <a:lt1>
        <a:srgbClr val="FFFFFF"/>
      </a:lt1>
      <a:dk2>
        <a:srgbClr val="000000"/>
      </a:dk2>
      <a:lt2>
        <a:srgbClr val="F8F8F8"/>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Sector">
      <a:majorFont>
        <a:latin typeface="Century Gothic" pitchFamily="0" charset="1"/>
        <a:ea typeface=""/>
        <a:cs typeface=""/>
      </a:majorFont>
      <a:minorFont>
        <a:latin typeface="Century Gothic" pitchFamily="0" charset="1"/>
        <a:ea typeface=""/>
        <a:cs typeface=""/>
      </a:minorFont>
    </a:fontScheme>
    <a:fmtScheme>
      <a:fillStyleLst>
        <a:solidFill>
          <a:schemeClr val="phClr"/>
        </a:solidFill>
        <a:gradFill>
          <a:gsLst>
            <a:gs pos="0">
              <a:schemeClr val="phClr">
                <a:tint val="62000"/>
                <a:lumMod val="110000"/>
              </a:schemeClr>
            </a:gs>
            <a:gs pos="100000">
              <a:schemeClr val="phClr">
                <a:tint val="84000"/>
              </a:schemeClr>
            </a:gs>
          </a:gsLst>
          <a:lin ang="5400000" scaled="0"/>
          <a:tileRect l="0" t="0" r="0" b="0"/>
        </a:gradFill>
        <a:gradFill>
          <a:gsLst>
            <a:gs pos="0">
              <a:schemeClr val="phClr">
                <a:tint val="98000"/>
                <a:lumMod val="128000"/>
              </a:schemeClr>
            </a:gs>
            <a:gs pos="100000">
              <a:schemeClr val="phClr">
                <a:shade val="94000"/>
                <a:lumMod val="88000"/>
              </a:schemeClr>
            </a:gs>
          </a:gsLst>
          <a:lin ang="5400000" scaled="0"/>
          <a:tileRect l="0" t="0" r="0" b="0"/>
        </a:gradFill>
      </a:fillStyleLst>
      <a:lnStyleLst>
        <a:ln w="9525" cap="rnd" cmpd="sng" algn="ctr">
          <a:prstDash val="solid"/>
        </a:ln>
        <a:ln w="15875" cap="rnd" cmpd="sng" algn="ctr">
          <a:prstDash val="solid"/>
        </a:ln>
        <a:ln w="28575"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10000">
              <a:schemeClr val="phClr">
                <a:tint val="97000"/>
                <a:lumMod val="164000"/>
              </a:schemeClr>
            </a:gs>
            <a:gs pos="100000">
              <a:schemeClr val="phClr">
                <a:shade val="96000"/>
                <a:lumMod val="90000"/>
              </a:schemeClr>
            </a:gs>
          </a:gsLst>
          <a:lin ang="6120000" scaled="1"/>
          <a:tileRect l="0" t="0" r="0" b="0"/>
        </a:gradFill>
        <a:gradFill>
          <a:gsLst>
            <a:gs pos="0">
              <a:schemeClr val="phClr">
                <a:tint val="97000"/>
                <a:lumMod val="164000"/>
              </a:schemeClr>
            </a:gs>
            <a:gs pos="100000">
              <a:schemeClr val="phClr">
                <a:shade val="96000"/>
                <a:lumMod val="90000"/>
              </a:schemeClr>
            </a:gs>
          </a:gsLst>
          <a:path path="circle">
            <a:fillToRect l="0" t="0" r="0" b="100000"/>
          </a:path>
          <a:tileRect l="0" t="0" r="0" b="0"/>
        </a:gradFill>
      </a:bgFillStyleLst>
    </a:fmtScheme>
  </a:themeElements>
</a:theme>
</file>

<file path=ppt/theme/theme2.xml><?xml version="1.0" encoding="utf-8"?>
<a:theme xmlns:a="http://schemas.openxmlformats.org/drawingml/2006/main" xmlns:r="http://schemas.openxmlformats.org/officeDocument/2006/relationships" name="disenho_fpuna">
  <a:themeElements>
    <a:clrScheme name="Escala de grises">
      <a:dk1>
        <a:srgbClr val="000000"/>
      </a:dk1>
      <a:lt1>
        <a:srgbClr val="FFFFFF"/>
      </a:lt1>
      <a:dk2>
        <a:srgbClr val="000000"/>
      </a:dk2>
      <a:lt2>
        <a:srgbClr val="F8F8F8"/>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Sector">
      <a:majorFont>
        <a:latin typeface="Century Gothic" pitchFamily="0" charset="1"/>
        <a:ea typeface=""/>
        <a:cs typeface=""/>
      </a:majorFont>
      <a:minorFont>
        <a:latin typeface="Century Gothic" pitchFamily="0" charset="1"/>
        <a:ea typeface=""/>
        <a:cs typeface=""/>
      </a:minorFont>
    </a:fontScheme>
    <a:fmtScheme>
      <a:fillStyleLst>
        <a:solidFill>
          <a:schemeClr val="phClr"/>
        </a:solidFill>
        <a:gradFill>
          <a:gsLst>
            <a:gs pos="0">
              <a:schemeClr val="phClr">
                <a:tint val="62000"/>
                <a:lumMod val="110000"/>
              </a:schemeClr>
            </a:gs>
            <a:gs pos="100000">
              <a:schemeClr val="phClr">
                <a:tint val="84000"/>
              </a:schemeClr>
            </a:gs>
          </a:gsLst>
          <a:lin ang="5400000" scaled="0"/>
          <a:tileRect l="0" t="0" r="0" b="0"/>
        </a:gradFill>
        <a:gradFill>
          <a:gsLst>
            <a:gs pos="0">
              <a:schemeClr val="phClr">
                <a:tint val="98000"/>
                <a:lumMod val="128000"/>
              </a:schemeClr>
            </a:gs>
            <a:gs pos="100000">
              <a:schemeClr val="phClr">
                <a:shade val="94000"/>
                <a:lumMod val="88000"/>
              </a:schemeClr>
            </a:gs>
          </a:gsLst>
          <a:lin ang="5400000" scaled="0"/>
          <a:tileRect l="0" t="0" r="0" b="0"/>
        </a:gradFill>
      </a:fillStyleLst>
      <a:lnStyleLst>
        <a:ln w="9525" cap="rnd" cmpd="sng" algn="ctr">
          <a:prstDash val="solid"/>
        </a:ln>
        <a:ln w="15875" cap="rnd" cmpd="sng" algn="ctr">
          <a:prstDash val="solid"/>
        </a:ln>
        <a:ln w="28575"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10000">
              <a:schemeClr val="phClr">
                <a:tint val="97000"/>
                <a:lumMod val="164000"/>
              </a:schemeClr>
            </a:gs>
            <a:gs pos="100000">
              <a:schemeClr val="phClr">
                <a:shade val="96000"/>
                <a:lumMod val="90000"/>
              </a:schemeClr>
            </a:gs>
          </a:gsLst>
          <a:lin ang="6120000" scaled="1"/>
          <a:tileRect l="0" t="0" r="0" b="0"/>
        </a:gradFill>
        <a:gradFill>
          <a:gsLst>
            <a:gs pos="0">
              <a:schemeClr val="phClr">
                <a:tint val="97000"/>
                <a:lumMod val="164000"/>
              </a:schemeClr>
            </a:gs>
            <a:gs pos="100000">
              <a:schemeClr val="phClr">
                <a:shade val="96000"/>
                <a:lumMod val="90000"/>
              </a:schemeClr>
            </a:gs>
          </a:gsLst>
          <a:path path="circle">
            <a:fillToRect l="0" t="0" r="0" b="10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disenho_fpuna</Template>
  <TotalTime>5778</TotalTime>
  <Application>LibreOffice/26.2.5.2$Linux_X86_64 LibreOffice_project/620$Build-2</Application>
  <AppVersion>15.0000</AppVersion>
  <Words>2331</Words>
  <Paragraphs>316</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2020-05-30T00:54:25Z</dcterms:created>
  <dc:creator>Julia Talavera</dc:creator>
  <dc:description/>
  <dc:language>es-PY</dc:language>
  <cp:lastModifiedBy/>
  <dcterms:modified xsi:type="dcterms:W3CDTF">2026-08-08T17:45:19Z</dcterms:modified>
  <cp:revision>38</cp:revision>
  <dc:subject/>
  <dc:title>INGENIERÍA DE SOFTWARE III</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HiddenSlides">
    <vt:i4>1</vt:i4>
  </property>
  <property fmtid="{D5CDD505-2E9C-101B-9397-08002B2CF9AE}" pid="3" name="PresentationFormat">
    <vt:lpwstr>Personalizado</vt:lpwstr>
  </property>
  <property fmtid="{D5CDD505-2E9C-101B-9397-08002B2CF9AE}" pid="4" name="Slides">
    <vt:i4>48</vt:i4>
  </property>
</Properties>
</file>